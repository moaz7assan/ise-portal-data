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3"/>
    <p:sldMasterId id="2147483723" r:id="rId4"/>
  </p:sldMasterIdLst>
  <p:notesMasterIdLst>
    <p:notesMasterId r:id="rId32"/>
  </p:notesMasterIdLst>
  <p:handoutMasterIdLst>
    <p:handoutMasterId r:id="rId33"/>
  </p:handoutMasterIdLst>
  <p:sldIdLst>
    <p:sldId id="365" r:id="rId5"/>
    <p:sldId id="257" r:id="rId6"/>
    <p:sldId id="364" r:id="rId7"/>
    <p:sldId id="292" r:id="rId8"/>
    <p:sldId id="295" r:id="rId9"/>
    <p:sldId id="259" r:id="rId10"/>
    <p:sldId id="313" r:id="rId11"/>
    <p:sldId id="357" r:id="rId12"/>
    <p:sldId id="358" r:id="rId13"/>
    <p:sldId id="260" r:id="rId14"/>
    <p:sldId id="362" r:id="rId15"/>
    <p:sldId id="262" r:id="rId16"/>
    <p:sldId id="315" r:id="rId17"/>
    <p:sldId id="344" r:id="rId18"/>
    <p:sldId id="266" r:id="rId19"/>
    <p:sldId id="265" r:id="rId20"/>
    <p:sldId id="267" r:id="rId21"/>
    <p:sldId id="338" r:id="rId22"/>
    <p:sldId id="314" r:id="rId23"/>
    <p:sldId id="363" r:id="rId24"/>
    <p:sldId id="339" r:id="rId25"/>
    <p:sldId id="322" r:id="rId26"/>
    <p:sldId id="324" r:id="rId27"/>
    <p:sldId id="325" r:id="rId28"/>
    <p:sldId id="277" r:id="rId29"/>
    <p:sldId id="278" r:id="rId30"/>
    <p:sldId id="332" r:id="rId31"/>
  </p:sldIdLst>
  <p:sldSz cx="12192000" cy="6858000"/>
  <p:notesSz cx="6858000" cy="9144000"/>
  <p:defaultTextStyle>
    <a:defPPr>
      <a:defRPr lang="en-US"/>
    </a:defPPr>
    <a:lvl1pPr algn="r" rtl="1" fontAlgn="base">
      <a:spcBef>
        <a:spcPct val="0"/>
      </a:spcBef>
      <a:spcAft>
        <a:spcPct val="0"/>
      </a:spcAft>
      <a:defRPr sz="2200" kern="1200">
        <a:solidFill>
          <a:schemeClr val="tx1"/>
        </a:solidFill>
        <a:latin typeface="Times New Roman" panose="02020603050405020304" pitchFamily="18" charset="0"/>
        <a:ea typeface="+mn-ea"/>
        <a:cs typeface="Arial" panose="020B0604020202020204" pitchFamily="34" charset="0"/>
      </a:defRPr>
    </a:lvl1pPr>
    <a:lvl2pPr marL="457200" algn="r" rtl="1" fontAlgn="base">
      <a:spcBef>
        <a:spcPct val="0"/>
      </a:spcBef>
      <a:spcAft>
        <a:spcPct val="0"/>
      </a:spcAft>
      <a:defRPr sz="2200" kern="1200">
        <a:solidFill>
          <a:schemeClr val="tx1"/>
        </a:solidFill>
        <a:latin typeface="Times New Roman" panose="02020603050405020304" pitchFamily="18" charset="0"/>
        <a:ea typeface="+mn-ea"/>
        <a:cs typeface="Arial" panose="020B0604020202020204" pitchFamily="34" charset="0"/>
      </a:defRPr>
    </a:lvl2pPr>
    <a:lvl3pPr marL="914400" algn="r" rtl="1" fontAlgn="base">
      <a:spcBef>
        <a:spcPct val="0"/>
      </a:spcBef>
      <a:spcAft>
        <a:spcPct val="0"/>
      </a:spcAft>
      <a:defRPr sz="2200" kern="1200">
        <a:solidFill>
          <a:schemeClr val="tx1"/>
        </a:solidFill>
        <a:latin typeface="Times New Roman" panose="02020603050405020304" pitchFamily="18" charset="0"/>
        <a:ea typeface="+mn-ea"/>
        <a:cs typeface="Arial" panose="020B0604020202020204" pitchFamily="34" charset="0"/>
      </a:defRPr>
    </a:lvl3pPr>
    <a:lvl4pPr marL="1371600" algn="r" rtl="1" fontAlgn="base">
      <a:spcBef>
        <a:spcPct val="0"/>
      </a:spcBef>
      <a:spcAft>
        <a:spcPct val="0"/>
      </a:spcAft>
      <a:defRPr sz="2200" kern="1200">
        <a:solidFill>
          <a:schemeClr val="tx1"/>
        </a:solidFill>
        <a:latin typeface="Times New Roman" panose="02020603050405020304" pitchFamily="18" charset="0"/>
        <a:ea typeface="+mn-ea"/>
        <a:cs typeface="Arial" panose="020B0604020202020204" pitchFamily="34" charset="0"/>
      </a:defRPr>
    </a:lvl4pPr>
    <a:lvl5pPr marL="1828800" algn="r" rtl="1" fontAlgn="base">
      <a:spcBef>
        <a:spcPct val="0"/>
      </a:spcBef>
      <a:spcAft>
        <a:spcPct val="0"/>
      </a:spcAft>
      <a:defRPr sz="22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2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2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2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2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B53FF"/>
    <a:srgbClr val="FF0000"/>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076" autoAdjust="0"/>
  </p:normalViewPr>
  <p:slideViewPr>
    <p:cSldViewPr>
      <p:cViewPr varScale="1">
        <p:scale>
          <a:sx n="50" d="100"/>
          <a:sy n="50" d="100"/>
        </p:scale>
        <p:origin x="1212"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5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06E89B-7113-4B01-8B8E-E8A5F4CF3261}" type="doc">
      <dgm:prSet loTypeId="urn:microsoft.com/office/officeart/2005/8/layout/vList2" loCatId="list" qsTypeId="urn:microsoft.com/office/officeart/2005/8/quickstyle/simple1#2" qsCatId="simple" csTypeId="urn:microsoft.com/office/officeart/2005/8/colors/accent1_2#2" csCatId="accent1"/>
      <dgm:spPr/>
      <dgm:t>
        <a:bodyPr/>
        <a:lstStyle/>
        <a:p>
          <a:endParaRPr lang="en-US"/>
        </a:p>
      </dgm:t>
    </dgm:pt>
    <dgm:pt modelId="{B450D8D9-B202-4F75-B376-4FC71E9F9DC1}">
      <dgm:prSet/>
      <dgm:spPr/>
      <dgm:t>
        <a:bodyPr/>
        <a:lstStyle/>
        <a:p>
          <a:pPr algn="just"/>
          <a:r>
            <a:rPr lang="en-US"/>
            <a:t>Scope:  </a:t>
          </a:r>
        </a:p>
      </dgm:t>
    </dgm:pt>
    <dgm:pt modelId="{78849B69-E1B5-4B4C-8A1E-6D935422A26D}" type="parTrans" cxnId="{ED151CA5-90F9-4B17-B84D-06E1A3E34B1E}">
      <dgm:prSet/>
      <dgm:spPr/>
      <dgm:t>
        <a:bodyPr/>
        <a:lstStyle/>
        <a:p>
          <a:endParaRPr lang="en-US"/>
        </a:p>
      </dgm:t>
    </dgm:pt>
    <dgm:pt modelId="{8BBFA4AC-C3C8-4503-A851-0121ADF2DA99}" type="sibTrans" cxnId="{ED151CA5-90F9-4B17-B84D-06E1A3E34B1E}">
      <dgm:prSet/>
      <dgm:spPr/>
      <dgm:t>
        <a:bodyPr/>
        <a:lstStyle/>
        <a:p>
          <a:endParaRPr lang="en-US"/>
        </a:p>
      </dgm:t>
    </dgm:pt>
    <dgm:pt modelId="{987B058A-0730-489D-93B8-897679C3BD7C}">
      <dgm:prSet/>
      <dgm:spPr/>
      <dgm:t>
        <a:bodyPr/>
        <a:lstStyle/>
        <a:p>
          <a:pPr algn="just"/>
          <a:r>
            <a:rPr lang="en-US"/>
            <a:t>What is the project trying to accomplish? What unique product or service does the customer or sponsor expect from the project?</a:t>
          </a:r>
        </a:p>
      </dgm:t>
    </dgm:pt>
    <dgm:pt modelId="{533E7220-4B1B-4A95-A0ED-BE37EE6F35BD}" type="parTrans" cxnId="{F20C9397-7B8B-44A8-B5FF-76BCAB8D6FCB}">
      <dgm:prSet/>
      <dgm:spPr/>
      <dgm:t>
        <a:bodyPr/>
        <a:lstStyle/>
        <a:p>
          <a:endParaRPr lang="en-US"/>
        </a:p>
      </dgm:t>
    </dgm:pt>
    <dgm:pt modelId="{38BF8A7B-8FB6-4A4B-B2F6-C05B4D2957D0}" type="sibTrans" cxnId="{F20C9397-7B8B-44A8-B5FF-76BCAB8D6FCB}">
      <dgm:prSet/>
      <dgm:spPr/>
      <dgm:t>
        <a:bodyPr/>
        <a:lstStyle/>
        <a:p>
          <a:endParaRPr lang="en-US"/>
        </a:p>
      </dgm:t>
    </dgm:pt>
    <dgm:pt modelId="{EECA3F81-3E4F-46DB-B78D-9045E4570BBA}">
      <dgm:prSet/>
      <dgm:spPr/>
      <dgm:t>
        <a:bodyPr/>
        <a:lstStyle/>
        <a:p>
          <a:pPr algn="just"/>
          <a:r>
            <a:rPr lang="en-US"/>
            <a:t>Time:  </a:t>
          </a:r>
        </a:p>
      </dgm:t>
    </dgm:pt>
    <dgm:pt modelId="{DBD96746-5772-4296-BE6A-9EFC3BC97A30}" type="parTrans" cxnId="{A2AAE30E-F0BF-448D-8FAB-D707F7C40658}">
      <dgm:prSet/>
      <dgm:spPr/>
      <dgm:t>
        <a:bodyPr/>
        <a:lstStyle/>
        <a:p>
          <a:endParaRPr lang="en-US"/>
        </a:p>
      </dgm:t>
    </dgm:pt>
    <dgm:pt modelId="{74A7D6A0-B8BC-4158-B514-749C2021C003}" type="sibTrans" cxnId="{A2AAE30E-F0BF-448D-8FAB-D707F7C40658}">
      <dgm:prSet/>
      <dgm:spPr/>
      <dgm:t>
        <a:bodyPr/>
        <a:lstStyle/>
        <a:p>
          <a:endParaRPr lang="en-US"/>
        </a:p>
      </dgm:t>
    </dgm:pt>
    <dgm:pt modelId="{A7B010E8-E313-479F-8ADB-6DE2A7545786}">
      <dgm:prSet/>
      <dgm:spPr/>
      <dgm:t>
        <a:bodyPr/>
        <a:lstStyle/>
        <a:p>
          <a:pPr algn="just"/>
          <a:r>
            <a:rPr lang="en-US" dirty="0"/>
            <a:t>How long should it take to complete the project? What is the project schedule?</a:t>
          </a:r>
        </a:p>
      </dgm:t>
    </dgm:pt>
    <dgm:pt modelId="{1BA0400E-F8E9-4692-AE24-2ABDEE7238B5}" type="parTrans" cxnId="{8C550A1E-A326-49D5-84AF-4599152EDE97}">
      <dgm:prSet/>
      <dgm:spPr/>
      <dgm:t>
        <a:bodyPr/>
        <a:lstStyle/>
        <a:p>
          <a:endParaRPr lang="en-US"/>
        </a:p>
      </dgm:t>
    </dgm:pt>
    <dgm:pt modelId="{7D567FEE-2BD4-4F3B-9458-9F831804C836}" type="sibTrans" cxnId="{8C550A1E-A326-49D5-84AF-4599152EDE97}">
      <dgm:prSet/>
      <dgm:spPr/>
      <dgm:t>
        <a:bodyPr/>
        <a:lstStyle/>
        <a:p>
          <a:endParaRPr lang="en-US"/>
        </a:p>
      </dgm:t>
    </dgm:pt>
    <dgm:pt modelId="{8F80FD88-63E1-4C18-8994-708D1AAADC32}">
      <dgm:prSet/>
      <dgm:spPr/>
      <dgm:t>
        <a:bodyPr/>
        <a:lstStyle/>
        <a:p>
          <a:pPr algn="just"/>
          <a:r>
            <a:rPr lang="en-US"/>
            <a:t>Cost:  </a:t>
          </a:r>
        </a:p>
      </dgm:t>
    </dgm:pt>
    <dgm:pt modelId="{8C234446-D2C9-41F9-8EE2-E8A44A29ACA4}" type="parTrans" cxnId="{8FCFA045-A818-467A-B39F-05211544F664}">
      <dgm:prSet/>
      <dgm:spPr/>
      <dgm:t>
        <a:bodyPr/>
        <a:lstStyle/>
        <a:p>
          <a:endParaRPr lang="en-US"/>
        </a:p>
      </dgm:t>
    </dgm:pt>
    <dgm:pt modelId="{EDA0FCE8-4780-4283-9883-300B1B53B848}" type="sibTrans" cxnId="{8FCFA045-A818-467A-B39F-05211544F664}">
      <dgm:prSet/>
      <dgm:spPr/>
      <dgm:t>
        <a:bodyPr/>
        <a:lstStyle/>
        <a:p>
          <a:endParaRPr lang="en-US"/>
        </a:p>
      </dgm:t>
    </dgm:pt>
    <dgm:pt modelId="{779FD1A5-D02D-4763-94C6-331A4648F63E}">
      <dgm:prSet/>
      <dgm:spPr/>
      <dgm:t>
        <a:bodyPr/>
        <a:lstStyle/>
        <a:p>
          <a:pPr algn="just"/>
          <a:r>
            <a:rPr lang="en-US" dirty="0"/>
            <a:t>What should it cost to complete the project?</a:t>
          </a:r>
        </a:p>
      </dgm:t>
    </dgm:pt>
    <dgm:pt modelId="{EBA1E960-FB8B-4461-B915-8122A0B10D3D}" type="parTrans" cxnId="{B7246702-3F10-4462-A7B5-6DF638C6C5AF}">
      <dgm:prSet/>
      <dgm:spPr/>
      <dgm:t>
        <a:bodyPr/>
        <a:lstStyle/>
        <a:p>
          <a:endParaRPr lang="en-US"/>
        </a:p>
      </dgm:t>
    </dgm:pt>
    <dgm:pt modelId="{FABEAAA8-2461-4A26-91A0-6DF78084C3B5}" type="sibTrans" cxnId="{B7246702-3F10-4462-A7B5-6DF638C6C5AF}">
      <dgm:prSet/>
      <dgm:spPr/>
      <dgm:t>
        <a:bodyPr/>
        <a:lstStyle/>
        <a:p>
          <a:endParaRPr lang="en-US"/>
        </a:p>
      </dgm:t>
    </dgm:pt>
    <dgm:pt modelId="{4C1A95DA-E913-4D39-985D-755EC5E4AD9C}" type="pres">
      <dgm:prSet presAssocID="{2A06E89B-7113-4B01-8B8E-E8A5F4CF3261}" presName="linear" presStyleCnt="0">
        <dgm:presLayoutVars>
          <dgm:animLvl val="lvl"/>
          <dgm:resizeHandles val="exact"/>
        </dgm:presLayoutVars>
      </dgm:prSet>
      <dgm:spPr/>
    </dgm:pt>
    <dgm:pt modelId="{1EBADC16-38BC-44B3-8070-9B8CCF4BAEA5}" type="pres">
      <dgm:prSet presAssocID="{B450D8D9-B202-4F75-B376-4FC71E9F9DC1}" presName="parentText" presStyleLbl="node1" presStyleIdx="0" presStyleCnt="3">
        <dgm:presLayoutVars>
          <dgm:chMax val="0"/>
          <dgm:bulletEnabled val="1"/>
        </dgm:presLayoutVars>
      </dgm:prSet>
      <dgm:spPr/>
    </dgm:pt>
    <dgm:pt modelId="{364B2394-9BD0-4467-B7F9-5E699A534822}" type="pres">
      <dgm:prSet presAssocID="{B450D8D9-B202-4F75-B376-4FC71E9F9DC1}" presName="childText" presStyleLbl="revTx" presStyleIdx="0" presStyleCnt="3">
        <dgm:presLayoutVars>
          <dgm:bulletEnabled val="1"/>
        </dgm:presLayoutVars>
      </dgm:prSet>
      <dgm:spPr/>
    </dgm:pt>
    <dgm:pt modelId="{57DBDD70-43CA-456A-ACD9-E3ECFFC28641}" type="pres">
      <dgm:prSet presAssocID="{EECA3F81-3E4F-46DB-B78D-9045E4570BBA}" presName="parentText" presStyleLbl="node1" presStyleIdx="1" presStyleCnt="3">
        <dgm:presLayoutVars>
          <dgm:chMax val="0"/>
          <dgm:bulletEnabled val="1"/>
        </dgm:presLayoutVars>
      </dgm:prSet>
      <dgm:spPr/>
    </dgm:pt>
    <dgm:pt modelId="{30192F5A-AB37-4A2C-B822-C5BECD8AA964}" type="pres">
      <dgm:prSet presAssocID="{EECA3F81-3E4F-46DB-B78D-9045E4570BBA}" presName="childText" presStyleLbl="revTx" presStyleIdx="1" presStyleCnt="3">
        <dgm:presLayoutVars>
          <dgm:bulletEnabled val="1"/>
        </dgm:presLayoutVars>
      </dgm:prSet>
      <dgm:spPr/>
    </dgm:pt>
    <dgm:pt modelId="{9849E398-AACB-449B-9962-7FA1EB749A67}" type="pres">
      <dgm:prSet presAssocID="{8F80FD88-63E1-4C18-8994-708D1AAADC32}" presName="parentText" presStyleLbl="node1" presStyleIdx="2" presStyleCnt="3">
        <dgm:presLayoutVars>
          <dgm:chMax val="0"/>
          <dgm:bulletEnabled val="1"/>
        </dgm:presLayoutVars>
      </dgm:prSet>
      <dgm:spPr/>
    </dgm:pt>
    <dgm:pt modelId="{F9728D05-617D-4C69-9BA4-27BC0EC10607}" type="pres">
      <dgm:prSet presAssocID="{8F80FD88-63E1-4C18-8994-708D1AAADC32}" presName="childText" presStyleLbl="revTx" presStyleIdx="2" presStyleCnt="3">
        <dgm:presLayoutVars>
          <dgm:bulletEnabled val="1"/>
        </dgm:presLayoutVars>
      </dgm:prSet>
      <dgm:spPr/>
    </dgm:pt>
  </dgm:ptLst>
  <dgm:cxnLst>
    <dgm:cxn modelId="{B7246702-3F10-4462-A7B5-6DF638C6C5AF}" srcId="{8F80FD88-63E1-4C18-8994-708D1AAADC32}" destId="{779FD1A5-D02D-4763-94C6-331A4648F63E}" srcOrd="0" destOrd="0" parTransId="{EBA1E960-FB8B-4461-B915-8122A0B10D3D}" sibTransId="{FABEAAA8-2461-4A26-91A0-6DF78084C3B5}"/>
    <dgm:cxn modelId="{A2AAE30E-F0BF-448D-8FAB-D707F7C40658}" srcId="{2A06E89B-7113-4B01-8B8E-E8A5F4CF3261}" destId="{EECA3F81-3E4F-46DB-B78D-9045E4570BBA}" srcOrd="1" destOrd="0" parTransId="{DBD96746-5772-4296-BE6A-9EFC3BC97A30}" sibTransId="{74A7D6A0-B8BC-4158-B514-749C2021C003}"/>
    <dgm:cxn modelId="{B60A0C11-8D38-4E0F-9CE2-C60883B670A9}" type="presOf" srcId="{8F80FD88-63E1-4C18-8994-708D1AAADC32}" destId="{9849E398-AACB-449B-9962-7FA1EB749A67}" srcOrd="0" destOrd="0" presId="urn:microsoft.com/office/officeart/2005/8/layout/vList2"/>
    <dgm:cxn modelId="{8C550A1E-A326-49D5-84AF-4599152EDE97}" srcId="{EECA3F81-3E4F-46DB-B78D-9045E4570BBA}" destId="{A7B010E8-E313-479F-8ADB-6DE2A7545786}" srcOrd="0" destOrd="0" parTransId="{1BA0400E-F8E9-4692-AE24-2ABDEE7238B5}" sibTransId="{7D567FEE-2BD4-4F3B-9458-9F831804C836}"/>
    <dgm:cxn modelId="{8FCFA045-A818-467A-B39F-05211544F664}" srcId="{2A06E89B-7113-4B01-8B8E-E8A5F4CF3261}" destId="{8F80FD88-63E1-4C18-8994-708D1AAADC32}" srcOrd="2" destOrd="0" parTransId="{8C234446-D2C9-41F9-8EE2-E8A44A29ACA4}" sibTransId="{EDA0FCE8-4780-4283-9883-300B1B53B848}"/>
    <dgm:cxn modelId="{B45CF54E-E9C6-451E-BA17-E66397DB40A9}" type="presOf" srcId="{2A06E89B-7113-4B01-8B8E-E8A5F4CF3261}" destId="{4C1A95DA-E913-4D39-985D-755EC5E4AD9C}" srcOrd="0" destOrd="0" presId="urn:microsoft.com/office/officeart/2005/8/layout/vList2"/>
    <dgm:cxn modelId="{F76DD079-FB15-4A46-99D4-57A0B9B2908F}" type="presOf" srcId="{EECA3F81-3E4F-46DB-B78D-9045E4570BBA}" destId="{57DBDD70-43CA-456A-ACD9-E3ECFFC28641}" srcOrd="0" destOrd="0" presId="urn:microsoft.com/office/officeart/2005/8/layout/vList2"/>
    <dgm:cxn modelId="{587DE07C-BA42-446E-AA08-7ABD1992279F}" type="presOf" srcId="{779FD1A5-D02D-4763-94C6-331A4648F63E}" destId="{F9728D05-617D-4C69-9BA4-27BC0EC10607}" srcOrd="0" destOrd="0" presId="urn:microsoft.com/office/officeart/2005/8/layout/vList2"/>
    <dgm:cxn modelId="{FA64C886-D6C2-4EE9-815C-774BDE4F296F}" type="presOf" srcId="{987B058A-0730-489D-93B8-897679C3BD7C}" destId="{364B2394-9BD0-4467-B7F9-5E699A534822}" srcOrd="0" destOrd="0" presId="urn:microsoft.com/office/officeart/2005/8/layout/vList2"/>
    <dgm:cxn modelId="{F20C9397-7B8B-44A8-B5FF-76BCAB8D6FCB}" srcId="{B450D8D9-B202-4F75-B376-4FC71E9F9DC1}" destId="{987B058A-0730-489D-93B8-897679C3BD7C}" srcOrd="0" destOrd="0" parTransId="{533E7220-4B1B-4A95-A0ED-BE37EE6F35BD}" sibTransId="{38BF8A7B-8FB6-4A4B-B2F6-C05B4D2957D0}"/>
    <dgm:cxn modelId="{ED151CA5-90F9-4B17-B84D-06E1A3E34B1E}" srcId="{2A06E89B-7113-4B01-8B8E-E8A5F4CF3261}" destId="{B450D8D9-B202-4F75-B376-4FC71E9F9DC1}" srcOrd="0" destOrd="0" parTransId="{78849B69-E1B5-4B4C-8A1E-6D935422A26D}" sibTransId="{8BBFA4AC-C3C8-4503-A851-0121ADF2DA99}"/>
    <dgm:cxn modelId="{963359BE-29F4-4905-BF44-BF6BB95AFA9F}" type="presOf" srcId="{A7B010E8-E313-479F-8ADB-6DE2A7545786}" destId="{30192F5A-AB37-4A2C-B822-C5BECD8AA964}" srcOrd="0" destOrd="0" presId="urn:microsoft.com/office/officeart/2005/8/layout/vList2"/>
    <dgm:cxn modelId="{3DD633D8-2101-4784-82CE-7F13AE8576DE}" type="presOf" srcId="{B450D8D9-B202-4F75-B376-4FC71E9F9DC1}" destId="{1EBADC16-38BC-44B3-8070-9B8CCF4BAEA5}" srcOrd="0" destOrd="0" presId="urn:microsoft.com/office/officeart/2005/8/layout/vList2"/>
    <dgm:cxn modelId="{E7A6AF80-8909-40CF-95F1-0B907BC699C4}" type="presParOf" srcId="{4C1A95DA-E913-4D39-985D-755EC5E4AD9C}" destId="{1EBADC16-38BC-44B3-8070-9B8CCF4BAEA5}" srcOrd="0" destOrd="0" presId="urn:microsoft.com/office/officeart/2005/8/layout/vList2"/>
    <dgm:cxn modelId="{5536E1DE-C936-4011-A7E7-AD7A9D5840DB}" type="presParOf" srcId="{4C1A95DA-E913-4D39-985D-755EC5E4AD9C}" destId="{364B2394-9BD0-4467-B7F9-5E699A534822}" srcOrd="1" destOrd="0" presId="urn:microsoft.com/office/officeart/2005/8/layout/vList2"/>
    <dgm:cxn modelId="{F75F96F4-D202-439C-A7A0-CB2693A0FBEA}" type="presParOf" srcId="{4C1A95DA-E913-4D39-985D-755EC5E4AD9C}" destId="{57DBDD70-43CA-456A-ACD9-E3ECFFC28641}" srcOrd="2" destOrd="0" presId="urn:microsoft.com/office/officeart/2005/8/layout/vList2"/>
    <dgm:cxn modelId="{23FFDD32-348C-4357-9C73-C5962E944A36}" type="presParOf" srcId="{4C1A95DA-E913-4D39-985D-755EC5E4AD9C}" destId="{30192F5A-AB37-4A2C-B822-C5BECD8AA964}" srcOrd="3" destOrd="0" presId="urn:microsoft.com/office/officeart/2005/8/layout/vList2"/>
    <dgm:cxn modelId="{763A593E-639C-485D-82E6-303743361DE2}" type="presParOf" srcId="{4C1A95DA-E913-4D39-985D-755EC5E4AD9C}" destId="{9849E398-AACB-449B-9962-7FA1EB749A67}" srcOrd="4" destOrd="0" presId="urn:microsoft.com/office/officeart/2005/8/layout/vList2"/>
    <dgm:cxn modelId="{AAD06A6D-9B0B-469D-9146-366071384842}" type="presParOf" srcId="{4C1A95DA-E913-4D39-985D-755EC5E4AD9C}" destId="{F9728D05-617D-4C69-9BA4-27BC0EC1060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BADC16-38BC-44B3-8070-9B8CCF4BAEA5}">
      <dsp:nvSpPr>
        <dsp:cNvPr id="0" name=""/>
        <dsp:cNvSpPr/>
      </dsp:nvSpPr>
      <dsp:spPr>
        <a:xfrm>
          <a:off x="0" y="155822"/>
          <a:ext cx="10363200" cy="77220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just" defTabSz="1466850">
            <a:lnSpc>
              <a:spcPct val="90000"/>
            </a:lnSpc>
            <a:spcBef>
              <a:spcPct val="0"/>
            </a:spcBef>
            <a:spcAft>
              <a:spcPct val="35000"/>
            </a:spcAft>
            <a:buNone/>
          </a:pPr>
          <a:r>
            <a:rPr lang="en-US" sz="3300" kern="1200"/>
            <a:t>Scope:  </a:t>
          </a:r>
        </a:p>
      </dsp:txBody>
      <dsp:txXfrm>
        <a:off x="37696" y="193518"/>
        <a:ext cx="10287808" cy="696808"/>
      </dsp:txXfrm>
    </dsp:sp>
    <dsp:sp modelId="{364B2394-9BD0-4467-B7F9-5E699A534822}">
      <dsp:nvSpPr>
        <dsp:cNvPr id="0" name=""/>
        <dsp:cNvSpPr/>
      </dsp:nvSpPr>
      <dsp:spPr>
        <a:xfrm>
          <a:off x="0" y="928022"/>
          <a:ext cx="10363200" cy="768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032" tIns="41910" rIns="234696" bIns="41910" numCol="1" spcCol="1270" anchor="t" anchorCtr="0">
          <a:noAutofit/>
        </a:bodyPr>
        <a:lstStyle/>
        <a:p>
          <a:pPr marL="228600" lvl="1" indent="-228600" algn="just" defTabSz="1155700">
            <a:lnSpc>
              <a:spcPct val="90000"/>
            </a:lnSpc>
            <a:spcBef>
              <a:spcPct val="0"/>
            </a:spcBef>
            <a:spcAft>
              <a:spcPct val="20000"/>
            </a:spcAft>
            <a:buChar char="•"/>
          </a:pPr>
          <a:r>
            <a:rPr lang="en-US" sz="2600" kern="1200"/>
            <a:t>What is the project trying to accomplish? What unique product or service does the customer or sponsor expect from the project?</a:t>
          </a:r>
        </a:p>
      </dsp:txBody>
      <dsp:txXfrm>
        <a:off x="0" y="928022"/>
        <a:ext cx="10363200" cy="768487"/>
      </dsp:txXfrm>
    </dsp:sp>
    <dsp:sp modelId="{57DBDD70-43CA-456A-ACD9-E3ECFFC28641}">
      <dsp:nvSpPr>
        <dsp:cNvPr id="0" name=""/>
        <dsp:cNvSpPr/>
      </dsp:nvSpPr>
      <dsp:spPr>
        <a:xfrm>
          <a:off x="0" y="1696509"/>
          <a:ext cx="10363200" cy="77220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just" defTabSz="1466850">
            <a:lnSpc>
              <a:spcPct val="90000"/>
            </a:lnSpc>
            <a:spcBef>
              <a:spcPct val="0"/>
            </a:spcBef>
            <a:spcAft>
              <a:spcPct val="35000"/>
            </a:spcAft>
            <a:buNone/>
          </a:pPr>
          <a:r>
            <a:rPr lang="en-US" sz="3300" kern="1200"/>
            <a:t>Time:  </a:t>
          </a:r>
        </a:p>
      </dsp:txBody>
      <dsp:txXfrm>
        <a:off x="37696" y="1734205"/>
        <a:ext cx="10287808" cy="696808"/>
      </dsp:txXfrm>
    </dsp:sp>
    <dsp:sp modelId="{30192F5A-AB37-4A2C-B822-C5BECD8AA964}">
      <dsp:nvSpPr>
        <dsp:cNvPr id="0" name=""/>
        <dsp:cNvSpPr/>
      </dsp:nvSpPr>
      <dsp:spPr>
        <a:xfrm>
          <a:off x="0" y="2468710"/>
          <a:ext cx="10363200" cy="768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032" tIns="41910" rIns="234696" bIns="41910" numCol="1" spcCol="1270" anchor="t" anchorCtr="0">
          <a:noAutofit/>
        </a:bodyPr>
        <a:lstStyle/>
        <a:p>
          <a:pPr marL="228600" lvl="1" indent="-228600" algn="just" defTabSz="1155700">
            <a:lnSpc>
              <a:spcPct val="90000"/>
            </a:lnSpc>
            <a:spcBef>
              <a:spcPct val="0"/>
            </a:spcBef>
            <a:spcAft>
              <a:spcPct val="20000"/>
            </a:spcAft>
            <a:buChar char="•"/>
          </a:pPr>
          <a:r>
            <a:rPr lang="en-US" sz="2600" kern="1200" dirty="0"/>
            <a:t>How long should it take to complete the project? What is the project schedule?</a:t>
          </a:r>
        </a:p>
      </dsp:txBody>
      <dsp:txXfrm>
        <a:off x="0" y="2468710"/>
        <a:ext cx="10363200" cy="768487"/>
      </dsp:txXfrm>
    </dsp:sp>
    <dsp:sp modelId="{9849E398-AACB-449B-9962-7FA1EB749A67}">
      <dsp:nvSpPr>
        <dsp:cNvPr id="0" name=""/>
        <dsp:cNvSpPr/>
      </dsp:nvSpPr>
      <dsp:spPr>
        <a:xfrm>
          <a:off x="0" y="3237197"/>
          <a:ext cx="10363200" cy="77220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just" defTabSz="1466850">
            <a:lnSpc>
              <a:spcPct val="90000"/>
            </a:lnSpc>
            <a:spcBef>
              <a:spcPct val="0"/>
            </a:spcBef>
            <a:spcAft>
              <a:spcPct val="35000"/>
            </a:spcAft>
            <a:buNone/>
          </a:pPr>
          <a:r>
            <a:rPr lang="en-US" sz="3300" kern="1200"/>
            <a:t>Cost:  </a:t>
          </a:r>
        </a:p>
      </dsp:txBody>
      <dsp:txXfrm>
        <a:off x="37696" y="3274893"/>
        <a:ext cx="10287808" cy="696808"/>
      </dsp:txXfrm>
    </dsp:sp>
    <dsp:sp modelId="{F9728D05-617D-4C69-9BA4-27BC0EC10607}">
      <dsp:nvSpPr>
        <dsp:cNvPr id="0" name=""/>
        <dsp:cNvSpPr/>
      </dsp:nvSpPr>
      <dsp:spPr>
        <a:xfrm>
          <a:off x="0" y="4009397"/>
          <a:ext cx="10363200"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032" tIns="41910" rIns="234696" bIns="41910" numCol="1" spcCol="1270" anchor="t" anchorCtr="0">
          <a:noAutofit/>
        </a:bodyPr>
        <a:lstStyle/>
        <a:p>
          <a:pPr marL="228600" lvl="1" indent="-228600" algn="just" defTabSz="1155700">
            <a:lnSpc>
              <a:spcPct val="90000"/>
            </a:lnSpc>
            <a:spcBef>
              <a:spcPct val="0"/>
            </a:spcBef>
            <a:spcAft>
              <a:spcPct val="20000"/>
            </a:spcAft>
            <a:buChar char="•"/>
          </a:pPr>
          <a:r>
            <a:rPr lang="en-US" sz="2600" kern="1200" dirty="0"/>
            <a:t>What should it cost to complete the project?</a:t>
          </a:r>
        </a:p>
      </dsp:txBody>
      <dsp:txXfrm>
        <a:off x="0" y="4009397"/>
        <a:ext cx="10363200" cy="5464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3CDC9C9-6A5A-FF66-F156-CB3305015A6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a:lnSpc>
                <a:spcPct val="100000"/>
              </a:lnSpc>
              <a:spcBef>
                <a:spcPct val="0"/>
              </a:spcBef>
              <a:buFontTx/>
              <a:buNone/>
              <a:defRPr sz="1200" dirty="0">
                <a:cs typeface="+mn-cs"/>
              </a:defRPr>
            </a:lvl1pPr>
          </a:lstStyle>
          <a:p>
            <a:pPr>
              <a:defRPr/>
            </a:pPr>
            <a:endParaRPr lang="en-US"/>
          </a:p>
        </p:txBody>
      </p:sp>
      <p:sp>
        <p:nvSpPr>
          <p:cNvPr id="59395" name="Rectangle 3">
            <a:extLst>
              <a:ext uri="{FF2B5EF4-FFF2-40B4-BE49-F238E27FC236}">
                <a16:creationId xmlns:a16="http://schemas.microsoft.com/office/drawing/2014/main" id="{00028929-013D-6109-B22E-4451800D7150}"/>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0">
              <a:lnSpc>
                <a:spcPct val="100000"/>
              </a:lnSpc>
              <a:spcBef>
                <a:spcPct val="0"/>
              </a:spcBef>
              <a:buFontTx/>
              <a:buNone/>
              <a:defRPr sz="1200" dirty="0">
                <a:cs typeface="+mn-cs"/>
              </a:defRPr>
            </a:lvl1pPr>
          </a:lstStyle>
          <a:p>
            <a:pPr>
              <a:defRPr/>
            </a:pPr>
            <a:endParaRPr lang="en-US"/>
          </a:p>
        </p:txBody>
      </p:sp>
      <p:sp>
        <p:nvSpPr>
          <p:cNvPr id="59396" name="Rectangle 4">
            <a:extLst>
              <a:ext uri="{FF2B5EF4-FFF2-40B4-BE49-F238E27FC236}">
                <a16:creationId xmlns:a16="http://schemas.microsoft.com/office/drawing/2014/main" id="{B891CBCE-AC22-714D-6A73-FB8A0DA726E9}"/>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a:lnSpc>
                <a:spcPct val="100000"/>
              </a:lnSpc>
              <a:spcBef>
                <a:spcPct val="0"/>
              </a:spcBef>
              <a:buFontTx/>
              <a:buNone/>
              <a:defRPr sz="1200" dirty="0">
                <a:cs typeface="+mn-cs"/>
              </a:defRPr>
            </a:lvl1pPr>
          </a:lstStyle>
          <a:p>
            <a:pPr>
              <a:defRPr/>
            </a:pPr>
            <a:endParaRPr lang="en-US"/>
          </a:p>
        </p:txBody>
      </p:sp>
      <p:sp>
        <p:nvSpPr>
          <p:cNvPr id="59397" name="Rectangle 5">
            <a:extLst>
              <a:ext uri="{FF2B5EF4-FFF2-40B4-BE49-F238E27FC236}">
                <a16:creationId xmlns:a16="http://schemas.microsoft.com/office/drawing/2014/main" id="{2092E9AA-3635-D122-601F-0E3132C5DD50}"/>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rtl="0">
              <a:defRPr sz="1200"/>
            </a:lvl1pPr>
          </a:lstStyle>
          <a:p>
            <a:fld id="{B8ED5AD1-F5A3-49AF-8B93-A22883B32577}"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5EF3E8B-8A78-7564-779A-0A499879EEA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a:lnSpc>
                <a:spcPct val="100000"/>
              </a:lnSpc>
              <a:spcBef>
                <a:spcPct val="0"/>
              </a:spcBef>
              <a:buFontTx/>
              <a:buNone/>
              <a:defRPr sz="1200" dirty="0">
                <a:cs typeface="+mn-cs"/>
              </a:defRPr>
            </a:lvl1pPr>
          </a:lstStyle>
          <a:p>
            <a:pPr>
              <a:defRPr/>
            </a:pPr>
            <a:endParaRPr lang="en-US"/>
          </a:p>
        </p:txBody>
      </p:sp>
      <p:sp>
        <p:nvSpPr>
          <p:cNvPr id="36867" name="Rectangle 3">
            <a:extLst>
              <a:ext uri="{FF2B5EF4-FFF2-40B4-BE49-F238E27FC236}">
                <a16:creationId xmlns:a16="http://schemas.microsoft.com/office/drawing/2014/main" id="{0757B132-C742-8483-D901-0FE58B533949}"/>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0">
              <a:lnSpc>
                <a:spcPct val="100000"/>
              </a:lnSpc>
              <a:spcBef>
                <a:spcPct val="0"/>
              </a:spcBef>
              <a:buFontTx/>
              <a:buNone/>
              <a:defRPr sz="1200" dirty="0">
                <a:cs typeface="+mn-cs"/>
              </a:defRPr>
            </a:lvl1pPr>
          </a:lstStyle>
          <a:p>
            <a:pPr>
              <a:defRPr/>
            </a:pPr>
            <a:endParaRPr lang="en-US"/>
          </a:p>
        </p:txBody>
      </p:sp>
      <p:sp>
        <p:nvSpPr>
          <p:cNvPr id="64516" name="Rectangle 4">
            <a:extLst>
              <a:ext uri="{FF2B5EF4-FFF2-40B4-BE49-F238E27FC236}">
                <a16:creationId xmlns:a16="http://schemas.microsoft.com/office/drawing/2014/main" id="{C75CB8D4-F10E-357A-872F-B2B6F97F1C72}"/>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9" name="Rectangle 5">
            <a:extLst>
              <a:ext uri="{FF2B5EF4-FFF2-40B4-BE49-F238E27FC236}">
                <a16:creationId xmlns:a16="http://schemas.microsoft.com/office/drawing/2014/main" id="{7044E353-523C-24F4-EE73-70A2FFC00A03}"/>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a:extLst>
              <a:ext uri="{FF2B5EF4-FFF2-40B4-BE49-F238E27FC236}">
                <a16:creationId xmlns:a16="http://schemas.microsoft.com/office/drawing/2014/main" id="{76687273-B938-20E9-79AB-ACE45A839A61}"/>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a:lnSpc>
                <a:spcPct val="100000"/>
              </a:lnSpc>
              <a:spcBef>
                <a:spcPct val="0"/>
              </a:spcBef>
              <a:buFontTx/>
              <a:buNone/>
              <a:defRPr sz="1200" dirty="0">
                <a:cs typeface="+mn-cs"/>
              </a:defRPr>
            </a:lvl1pPr>
          </a:lstStyle>
          <a:p>
            <a:pPr>
              <a:defRPr/>
            </a:pPr>
            <a:endParaRPr lang="en-US"/>
          </a:p>
        </p:txBody>
      </p:sp>
      <p:sp>
        <p:nvSpPr>
          <p:cNvPr id="36871" name="Rectangle 7">
            <a:extLst>
              <a:ext uri="{FF2B5EF4-FFF2-40B4-BE49-F238E27FC236}">
                <a16:creationId xmlns:a16="http://schemas.microsoft.com/office/drawing/2014/main" id="{24BF3860-47A8-A40C-9925-CC60BCF2047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rtl="0">
              <a:defRPr sz="1200"/>
            </a:lvl1pPr>
          </a:lstStyle>
          <a:p>
            <a:fld id="{A5865CFD-264C-4397-B8BC-A5EBA656E6C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5332AE0-1653-BF9F-0513-A45455F7B81C}"/>
              </a:ext>
            </a:extLst>
          </p:cNvPr>
          <p:cNvSpPr>
            <a:spLocks noGrp="1" noRot="1" noChangeAspect="1" noTextEdit="1"/>
          </p:cNvSpPr>
          <p:nvPr>
            <p:ph type="sldImg"/>
          </p:nvPr>
        </p:nvSpPr>
        <p:spPr>
          <a:xfrm>
            <a:off x="381000" y="685800"/>
            <a:ext cx="6096000" cy="3429000"/>
          </a:xfrm>
          <a:ln/>
        </p:spPr>
      </p:sp>
      <p:sp>
        <p:nvSpPr>
          <p:cNvPr id="65539" name="Notes Placeholder 2">
            <a:extLst>
              <a:ext uri="{FF2B5EF4-FFF2-40B4-BE49-F238E27FC236}">
                <a16:creationId xmlns:a16="http://schemas.microsoft.com/office/drawing/2014/main" id="{5F2EDB84-7382-D378-2EF5-BBF45775AB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65540" name="Slide Number Placeholder 3">
            <a:extLst>
              <a:ext uri="{FF2B5EF4-FFF2-40B4-BE49-F238E27FC236}">
                <a16:creationId xmlns:a16="http://schemas.microsoft.com/office/drawing/2014/main" id="{ABDA9842-2849-6A6F-C09D-841BEBD58D3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896F3FAD-93D3-4239-89E3-8B5F460A656E}" type="slidenum">
              <a:rPr lang="en-US" altLang="en-US" sz="1200"/>
              <a:pPr algn="r" eaLnBrk="1" hangingPunct="1"/>
              <a:t>2</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t>The world as a whole spends nearly $10 trillion of its $40.7 trillion gross product on projects of all kinds</a:t>
            </a:r>
          </a:p>
          <a:p>
            <a:r>
              <a:rPr lang="en-US" altLang="en-US" dirty="0"/>
              <a:t>More than 16 million people regard project management as their profession</a:t>
            </a:r>
          </a:p>
          <a:p>
            <a:endParaRPr lang="en-US" dirty="0"/>
          </a:p>
        </p:txBody>
      </p:sp>
      <p:sp>
        <p:nvSpPr>
          <p:cNvPr id="4" name="Slide Number Placeholder 3"/>
          <p:cNvSpPr>
            <a:spLocks noGrp="1"/>
          </p:cNvSpPr>
          <p:nvPr>
            <p:ph type="sldNum" sz="quarter" idx="5"/>
          </p:nvPr>
        </p:nvSpPr>
        <p:spPr/>
        <p:txBody>
          <a:bodyPr/>
          <a:lstStyle/>
          <a:p>
            <a:fld id="{A5865CFD-264C-4397-B8BC-A5EBA656E6C7}" type="slidenum">
              <a:rPr lang="en-US" altLang="en-US" smtClean="0"/>
              <a:pPr/>
              <a:t>4</a:t>
            </a:fld>
            <a:endParaRPr lang="en-US" altLang="en-US"/>
          </a:p>
        </p:txBody>
      </p:sp>
    </p:spTree>
    <p:extLst>
      <p:ext uri="{BB962C8B-B14F-4D97-AF65-F5344CB8AC3E}">
        <p14:creationId xmlns:p14="http://schemas.microsoft.com/office/powerpoint/2010/main" val="2210156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176FE-2336-603B-487F-BFCA2D627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5D891-6176-C6E4-D73A-2834878EE89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ACBA67C-06CA-E6E6-1E50-954F47F1A077}"/>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is developed using progressive elaboration</a:t>
            </a:r>
          </a:p>
          <a:p>
            <a:endParaRPr lang="en-US" dirty="0"/>
          </a:p>
        </p:txBody>
      </p:sp>
      <p:sp>
        <p:nvSpPr>
          <p:cNvPr id="4" name="Slide Number Placeholder 3">
            <a:extLst>
              <a:ext uri="{FF2B5EF4-FFF2-40B4-BE49-F238E27FC236}">
                <a16:creationId xmlns:a16="http://schemas.microsoft.com/office/drawing/2014/main" id="{88E24BB5-38D9-DFDE-2FB2-BAE7BCABC4F0}"/>
              </a:ext>
            </a:extLst>
          </p:cNvPr>
          <p:cNvSpPr>
            <a:spLocks noGrp="1"/>
          </p:cNvSpPr>
          <p:nvPr>
            <p:ph type="sldNum" sz="quarter" idx="5"/>
          </p:nvPr>
        </p:nvSpPr>
        <p:spPr/>
        <p:txBody>
          <a:bodyPr/>
          <a:lstStyle/>
          <a:p>
            <a:fld id="{A5865CFD-264C-4397-B8BC-A5EBA656E6C7}" type="slidenum">
              <a:rPr lang="en-US" altLang="en-US" smtClean="0"/>
              <a:pPr/>
              <a:t>7</a:t>
            </a:fld>
            <a:endParaRPr lang="en-US" altLang="en-US"/>
          </a:p>
        </p:txBody>
      </p:sp>
    </p:spTree>
    <p:extLst>
      <p:ext uri="{BB962C8B-B14F-4D97-AF65-F5344CB8AC3E}">
        <p14:creationId xmlns:p14="http://schemas.microsoft.com/office/powerpoint/2010/main" val="3878923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b="0" i="0" dirty="0">
                <a:solidFill>
                  <a:srgbClr val="242021"/>
                </a:solidFill>
                <a:effectLst/>
                <a:latin typeface="Caslon224Std-Book"/>
              </a:rPr>
              <a:t>A large network of healthcare providers updates its information systems and procedures to reduce hospital acquired diseases.</a:t>
            </a:r>
          </a:p>
          <a:p>
            <a:r>
              <a:rPr lang="en-US" sz="1800" b="0" i="0" dirty="0">
                <a:solidFill>
                  <a:srgbClr val="242021"/>
                </a:solidFill>
                <a:effectLst/>
                <a:latin typeface="Caslon224Std-Book"/>
              </a:rPr>
              <a:t>A company develops a driverless car.</a:t>
            </a:r>
          </a:p>
          <a:p>
            <a:r>
              <a:rPr lang="en-US" sz="1800" b="0" i="0" dirty="0">
                <a:solidFill>
                  <a:srgbClr val="242021"/>
                </a:solidFill>
                <a:effectLst/>
                <a:latin typeface="Caslon224Std-Book"/>
              </a:rPr>
              <a:t>A company implements a new system to increase sales force productivity and customer relationship management that will work on various laptops,</a:t>
            </a:r>
          </a:p>
          <a:p>
            <a:r>
              <a:rPr lang="en-US" sz="1800" b="0" i="0" dirty="0">
                <a:solidFill>
                  <a:srgbClr val="242021"/>
                </a:solidFill>
                <a:effectLst/>
                <a:latin typeface="Caslon224Std-Book"/>
              </a:rPr>
              <a:t>smartphones, and tablets.</a:t>
            </a:r>
          </a:p>
          <a:p>
            <a:r>
              <a:rPr lang="en-US" sz="1800" b="0" i="0" dirty="0">
                <a:solidFill>
                  <a:srgbClr val="242021"/>
                </a:solidFill>
                <a:effectLst/>
                <a:latin typeface="Caslon224Std-Book-Identity-H"/>
              </a:rPr>
              <a:t>• </a:t>
            </a:r>
            <a:r>
              <a:rPr lang="en-US" sz="1800" b="0" i="0" dirty="0">
                <a:solidFill>
                  <a:srgbClr val="242021"/>
                </a:solidFill>
                <a:effectLst/>
                <a:latin typeface="Caslon224Std-Book"/>
              </a:rPr>
              <a:t>A television network implements a system to allow viewers to vote for contestants and provide other feedback on programs via social media sites.</a:t>
            </a:r>
          </a:p>
          <a:p>
            <a:r>
              <a:rPr lang="en-US" sz="1800" b="0" i="0" dirty="0">
                <a:solidFill>
                  <a:srgbClr val="242021"/>
                </a:solidFill>
                <a:effectLst/>
                <a:latin typeface="Caslon224Std-Book-Identity-H"/>
              </a:rPr>
              <a:t>• </a:t>
            </a:r>
            <a:r>
              <a:rPr lang="en-US" sz="1800" b="0" i="0" dirty="0">
                <a:solidFill>
                  <a:srgbClr val="242021"/>
                </a:solidFill>
                <a:effectLst/>
                <a:latin typeface="Caslon224Std-Book"/>
              </a:rPr>
              <a:t>A government group develops a system to track child immunizations.</a:t>
            </a:r>
          </a:p>
          <a:p>
            <a:r>
              <a:rPr lang="en-US" sz="1800" b="0" i="0" dirty="0">
                <a:solidFill>
                  <a:srgbClr val="242021"/>
                </a:solidFill>
                <a:effectLst/>
                <a:latin typeface="Caslon224Std-Book-Identity-H"/>
              </a:rPr>
              <a:t>• </a:t>
            </a:r>
            <a:r>
              <a:rPr lang="en-US" sz="1800" b="0" i="0" dirty="0">
                <a:solidFill>
                  <a:srgbClr val="242021"/>
                </a:solidFill>
                <a:effectLst/>
                <a:latin typeface="Caslon224Std-Book"/>
              </a:rPr>
              <a:t>A large group of volunteers from organizations throughout the world develops standards for environmentally friendly or green IT.</a:t>
            </a:r>
          </a:p>
          <a:p>
            <a:r>
              <a:rPr lang="en-US" sz="1800" b="0" i="0" dirty="0">
                <a:solidFill>
                  <a:srgbClr val="242021"/>
                </a:solidFill>
                <a:effectLst/>
                <a:latin typeface="Caslon224Std-Book-Identity-H"/>
              </a:rPr>
              <a:t>• </a:t>
            </a:r>
            <a:r>
              <a:rPr lang="en-US" sz="1800" b="0" i="0" dirty="0">
                <a:solidFill>
                  <a:srgbClr val="242021"/>
                </a:solidFill>
                <a:effectLst/>
                <a:latin typeface="Caslon224Std-Book"/>
              </a:rPr>
              <a:t>A global bank acquires other financial institutions and needs to consolidate systems and procedures.</a:t>
            </a:r>
          </a:p>
          <a:p>
            <a:r>
              <a:rPr lang="en-US" sz="1800" b="0" i="0" dirty="0">
                <a:solidFill>
                  <a:srgbClr val="242021"/>
                </a:solidFill>
                <a:effectLst/>
                <a:latin typeface="Caslon224Std-Book-Identity-H"/>
              </a:rPr>
              <a:t>• </a:t>
            </a:r>
            <a:r>
              <a:rPr lang="en-US" sz="1800" b="0" i="0" dirty="0">
                <a:solidFill>
                  <a:srgbClr val="242021"/>
                </a:solidFill>
                <a:effectLst/>
                <a:latin typeface="Caslon224Std-Book"/>
              </a:rPr>
              <a:t>Government regulations require monitoring of pollutants in air and water.</a:t>
            </a:r>
          </a:p>
          <a:p>
            <a:r>
              <a:rPr lang="en-US" sz="1800" b="0" i="0" dirty="0">
                <a:solidFill>
                  <a:srgbClr val="242021"/>
                </a:solidFill>
                <a:effectLst/>
                <a:latin typeface="Caslon224Std-Book-Identity-H"/>
              </a:rPr>
              <a:t>• </a:t>
            </a:r>
            <a:r>
              <a:rPr lang="en-US" sz="1800" b="0" i="0" dirty="0">
                <a:solidFill>
                  <a:srgbClr val="242021"/>
                </a:solidFill>
                <a:effectLst/>
                <a:latin typeface="Caslon224Std-Book"/>
              </a:rPr>
              <a:t>A multinational firm decides to consolidate its information systems into an integrated enterprise resource management approach.</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fld id="{A5865CFD-264C-4397-B8BC-A5EBA656E6C7}" type="slidenum">
              <a:rPr lang="en-US" altLang="en-US" smtClean="0"/>
              <a:pPr/>
              <a:t>10</a:t>
            </a:fld>
            <a:endParaRPr lang="en-US" altLang="en-US"/>
          </a:p>
        </p:txBody>
      </p:sp>
    </p:spTree>
    <p:extLst>
      <p:ext uri="{BB962C8B-B14F-4D97-AF65-F5344CB8AC3E}">
        <p14:creationId xmlns:p14="http://schemas.microsoft.com/office/powerpoint/2010/main" val="2557136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04969-5754-647E-56BC-F8605BBEA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556589-3C5C-68ED-F986-0C83ADF3B5B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4B8856-C88C-CAA8-EA12-204BDB2C83A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Remember that 97% of successful projects were led by experienced project managers, who can often help influence success factors</a:t>
            </a:r>
          </a:p>
          <a:p>
            <a:endParaRPr lang="en-US" dirty="0"/>
          </a:p>
        </p:txBody>
      </p:sp>
      <p:sp>
        <p:nvSpPr>
          <p:cNvPr id="4" name="Slide Number Placeholder 3">
            <a:extLst>
              <a:ext uri="{FF2B5EF4-FFF2-40B4-BE49-F238E27FC236}">
                <a16:creationId xmlns:a16="http://schemas.microsoft.com/office/drawing/2014/main" id="{F8D9464C-9A4D-6545-6601-A77370E073FF}"/>
              </a:ext>
            </a:extLst>
          </p:cNvPr>
          <p:cNvSpPr>
            <a:spLocks noGrp="1"/>
          </p:cNvSpPr>
          <p:nvPr>
            <p:ph type="sldNum" sz="quarter" idx="5"/>
          </p:nvPr>
        </p:nvSpPr>
        <p:spPr/>
        <p:txBody>
          <a:bodyPr/>
          <a:lstStyle/>
          <a:p>
            <a:fld id="{A5865CFD-264C-4397-B8BC-A5EBA656E6C7}" type="slidenum">
              <a:rPr lang="en-US" altLang="en-US" smtClean="0"/>
              <a:pPr/>
              <a:t>14</a:t>
            </a:fld>
            <a:endParaRPr lang="en-US" altLang="en-US"/>
          </a:p>
        </p:txBody>
      </p:sp>
    </p:spTree>
    <p:extLst>
      <p:ext uri="{BB962C8B-B14F-4D97-AF65-F5344CB8AC3E}">
        <p14:creationId xmlns:p14="http://schemas.microsoft.com/office/powerpoint/2010/main" val="1489250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fontAlgn="auto">
              <a:spcAft>
                <a:spcPts val="0"/>
              </a:spcAft>
              <a:defRPr/>
            </a:pPr>
            <a:r>
              <a:rPr lang="en-GB" altLang="tr-TR" sz="2800" dirty="0">
                <a:solidFill>
                  <a:schemeClr val="tx2"/>
                </a:solidFill>
              </a:rPr>
              <a:t>A Good Project Manager</a:t>
            </a:r>
          </a:p>
          <a:p>
            <a:pPr lvl="1" fontAlgn="auto">
              <a:spcAft>
                <a:spcPts val="0"/>
              </a:spcAft>
              <a:defRPr/>
            </a:pPr>
            <a:r>
              <a:rPr lang="en-GB" altLang="tr-TR" sz="2400" dirty="0">
                <a:solidFill>
                  <a:schemeClr val="tx2"/>
                </a:solidFill>
              </a:rPr>
              <a:t>Takes ownership of the whole project</a:t>
            </a:r>
          </a:p>
          <a:p>
            <a:pPr lvl="1" fontAlgn="auto">
              <a:spcAft>
                <a:spcPts val="0"/>
              </a:spcAft>
              <a:defRPr/>
            </a:pPr>
            <a:r>
              <a:rPr lang="en-GB" altLang="tr-TR" sz="2400" dirty="0">
                <a:solidFill>
                  <a:schemeClr val="tx2"/>
                </a:solidFill>
              </a:rPr>
              <a:t>Is proactive not reactive</a:t>
            </a:r>
          </a:p>
          <a:p>
            <a:pPr lvl="1" fontAlgn="auto">
              <a:spcAft>
                <a:spcPts val="0"/>
              </a:spcAft>
              <a:defRPr/>
            </a:pPr>
            <a:r>
              <a:rPr lang="en-GB" altLang="tr-TR" sz="2400" dirty="0">
                <a:solidFill>
                  <a:schemeClr val="tx2"/>
                </a:solidFill>
              </a:rPr>
              <a:t>Adequately plans the project</a:t>
            </a:r>
          </a:p>
          <a:p>
            <a:pPr lvl="1" fontAlgn="auto">
              <a:spcAft>
                <a:spcPts val="0"/>
              </a:spcAft>
              <a:defRPr/>
            </a:pPr>
            <a:r>
              <a:rPr lang="en-GB" altLang="tr-TR" sz="2400" dirty="0">
                <a:solidFill>
                  <a:schemeClr val="tx2"/>
                </a:solidFill>
              </a:rPr>
              <a:t>Is Decisive</a:t>
            </a:r>
          </a:p>
          <a:p>
            <a:pPr lvl="1" fontAlgn="auto">
              <a:spcAft>
                <a:spcPts val="0"/>
              </a:spcAft>
              <a:defRPr/>
            </a:pPr>
            <a:r>
              <a:rPr lang="en-GB" altLang="tr-TR" sz="2400" dirty="0">
                <a:solidFill>
                  <a:schemeClr val="tx2"/>
                </a:solidFill>
              </a:rPr>
              <a:t>Is a Good Communicator</a:t>
            </a:r>
          </a:p>
          <a:p>
            <a:pPr lvl="1" fontAlgn="auto">
              <a:spcAft>
                <a:spcPts val="0"/>
              </a:spcAft>
              <a:defRPr/>
            </a:pPr>
            <a:r>
              <a:rPr lang="en-GB" altLang="tr-TR" sz="2400" dirty="0">
                <a:solidFill>
                  <a:schemeClr val="tx2"/>
                </a:solidFill>
              </a:rPr>
              <a:t>Manages by data and facts not uniformed optimism</a:t>
            </a:r>
          </a:p>
          <a:p>
            <a:pPr lvl="1" fontAlgn="auto">
              <a:spcAft>
                <a:spcPts val="0"/>
              </a:spcAft>
              <a:defRPr/>
            </a:pPr>
            <a:r>
              <a:rPr lang="en-GB" altLang="tr-TR" sz="2400" dirty="0">
                <a:solidFill>
                  <a:schemeClr val="tx2"/>
                </a:solidFill>
              </a:rPr>
              <a:t>Has sound Judgement</a:t>
            </a:r>
          </a:p>
          <a:p>
            <a:pPr lvl="1" fontAlgn="auto">
              <a:spcAft>
                <a:spcPts val="0"/>
              </a:spcAft>
              <a:defRPr/>
            </a:pPr>
            <a:r>
              <a:rPr lang="en-GB" altLang="tr-TR" sz="2400" dirty="0">
                <a:solidFill>
                  <a:schemeClr val="tx2"/>
                </a:solidFill>
              </a:rPr>
              <a:t>Is a Motivator</a:t>
            </a:r>
          </a:p>
          <a:p>
            <a:pPr lvl="1" fontAlgn="auto">
              <a:spcAft>
                <a:spcPts val="0"/>
              </a:spcAft>
              <a:defRPr/>
            </a:pPr>
            <a:r>
              <a:rPr lang="en-GB" altLang="tr-TR" sz="2400" dirty="0">
                <a:solidFill>
                  <a:schemeClr val="tx2"/>
                </a:solidFill>
              </a:rPr>
              <a:t>Is Diplomatic</a:t>
            </a:r>
          </a:p>
          <a:p>
            <a:pPr lvl="1" fontAlgn="auto">
              <a:spcAft>
                <a:spcPts val="0"/>
              </a:spcAft>
              <a:defRPr/>
            </a:pPr>
            <a:r>
              <a:rPr lang="en-GB" altLang="tr-TR" sz="2400" dirty="0">
                <a:solidFill>
                  <a:schemeClr val="tx2"/>
                </a:solidFill>
              </a:rPr>
              <a:t>Can Delegate</a:t>
            </a:r>
            <a:endParaRPr lang="en-GB" altLang="tr-TR" sz="2800" dirty="0">
              <a:solidFill>
                <a:schemeClr val="tx2"/>
              </a:solidFill>
            </a:endParaRPr>
          </a:p>
          <a:p>
            <a:pPr fontAlgn="auto">
              <a:spcAft>
                <a:spcPts val="0"/>
              </a:spcAft>
              <a:defRPr/>
            </a:pPr>
            <a:endParaRPr lang="en-GB" altLang="tr-TR" sz="2800" dirty="0">
              <a:solidFill>
                <a:schemeClr val="tx2"/>
              </a:solidFill>
            </a:endParaRPr>
          </a:p>
          <a:p>
            <a:endParaRPr lang="en-US" dirty="0"/>
          </a:p>
        </p:txBody>
      </p:sp>
      <p:sp>
        <p:nvSpPr>
          <p:cNvPr id="4" name="Slide Number Placeholder 3"/>
          <p:cNvSpPr>
            <a:spLocks noGrp="1"/>
          </p:cNvSpPr>
          <p:nvPr>
            <p:ph type="sldNum" sz="quarter" idx="5"/>
          </p:nvPr>
        </p:nvSpPr>
        <p:spPr/>
        <p:txBody>
          <a:bodyPr/>
          <a:lstStyle/>
          <a:p>
            <a:fld id="{A5865CFD-264C-4397-B8BC-A5EBA656E6C7}" type="slidenum">
              <a:rPr lang="en-US" altLang="en-US" smtClean="0"/>
              <a:pPr/>
              <a:t>23</a:t>
            </a:fld>
            <a:endParaRPr lang="en-US" altLang="en-US"/>
          </a:p>
        </p:txBody>
      </p:sp>
    </p:spTree>
    <p:extLst>
      <p:ext uri="{BB962C8B-B14F-4D97-AF65-F5344CB8AC3E}">
        <p14:creationId xmlns:p14="http://schemas.microsoft.com/office/powerpoint/2010/main" val="3165063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88FF13C-2389-0790-3094-32103D869C7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5201E52-C06B-8E93-6535-9027DE7F9201}"/>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FA5320E0-9A42-4A97-3F0F-7D3705CCBE1F}"/>
              </a:ext>
            </a:extLst>
          </p:cNvPr>
          <p:cNvSpPr>
            <a:spLocks noGrp="1"/>
          </p:cNvSpPr>
          <p:nvPr>
            <p:ph type="sldNum" sz="quarter" idx="12"/>
          </p:nvPr>
        </p:nvSpPr>
        <p:spPr/>
        <p:txBody>
          <a:bodyPr/>
          <a:lstStyle>
            <a:lvl1pPr>
              <a:defRPr/>
            </a:lvl1pPr>
          </a:lstStyle>
          <a:p>
            <a:fld id="{621A7D6D-87CC-40C9-B0DA-94110A4891A3}" type="slidenum">
              <a:rPr lang="en-US" altLang="en-US"/>
              <a:pPr/>
              <a:t>‹#›</a:t>
            </a:fld>
            <a:endParaRPr lang="en-US" altLang="en-US"/>
          </a:p>
        </p:txBody>
      </p:sp>
    </p:spTree>
    <p:extLst>
      <p:ext uri="{BB962C8B-B14F-4D97-AF65-F5344CB8AC3E}">
        <p14:creationId xmlns:p14="http://schemas.microsoft.com/office/powerpoint/2010/main" val="2628622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1D0D9-CACB-F5B0-C8DA-5C19FB46664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2D5261F-F14F-1FD7-61DA-F4DA0EEF115B}"/>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D5D5DBD0-1CAE-67BB-58F5-6D0EC5E01B07}"/>
              </a:ext>
            </a:extLst>
          </p:cNvPr>
          <p:cNvSpPr>
            <a:spLocks noGrp="1"/>
          </p:cNvSpPr>
          <p:nvPr>
            <p:ph type="sldNum" sz="quarter" idx="12"/>
          </p:nvPr>
        </p:nvSpPr>
        <p:spPr/>
        <p:txBody>
          <a:bodyPr/>
          <a:lstStyle>
            <a:lvl1pPr>
              <a:defRPr/>
            </a:lvl1pPr>
          </a:lstStyle>
          <a:p>
            <a:fld id="{C0BA3409-0D09-404D-AD0B-5D1F8BDFA738}" type="slidenum">
              <a:rPr lang="en-US" altLang="en-US"/>
              <a:pPr/>
              <a:t>‹#›</a:t>
            </a:fld>
            <a:endParaRPr lang="en-US" altLang="en-US"/>
          </a:p>
        </p:txBody>
      </p:sp>
    </p:spTree>
    <p:extLst>
      <p:ext uri="{BB962C8B-B14F-4D97-AF65-F5344CB8AC3E}">
        <p14:creationId xmlns:p14="http://schemas.microsoft.com/office/powerpoint/2010/main" val="3392386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01046C-0F11-6ADA-A24A-4AB2BA69C1E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2900FA8-2524-E511-80F9-9C471CD60F55}"/>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B40A9E84-371F-9E10-D8AD-2C3E6DFE5245}"/>
              </a:ext>
            </a:extLst>
          </p:cNvPr>
          <p:cNvSpPr>
            <a:spLocks noGrp="1"/>
          </p:cNvSpPr>
          <p:nvPr>
            <p:ph type="sldNum" sz="quarter" idx="12"/>
          </p:nvPr>
        </p:nvSpPr>
        <p:spPr/>
        <p:txBody>
          <a:bodyPr/>
          <a:lstStyle>
            <a:lvl1pPr>
              <a:defRPr/>
            </a:lvl1pPr>
          </a:lstStyle>
          <a:p>
            <a:fld id="{9F4DE141-E02E-49C6-8A3F-502439D592F2}" type="slidenum">
              <a:rPr lang="en-US" altLang="en-US"/>
              <a:pPr/>
              <a:t>‹#›</a:t>
            </a:fld>
            <a:endParaRPr lang="en-US" altLang="en-US"/>
          </a:p>
        </p:txBody>
      </p:sp>
    </p:spTree>
    <p:extLst>
      <p:ext uri="{BB962C8B-B14F-4D97-AF65-F5344CB8AC3E}">
        <p14:creationId xmlns:p14="http://schemas.microsoft.com/office/powerpoint/2010/main" val="280467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9AEE1297-B71C-E7E0-F246-2A24AAEBAAC3}"/>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ED425A4F-7037-0B57-5ED2-D8E46CD531F5}"/>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7" name="Slide Number Placeholder 5">
            <a:extLst>
              <a:ext uri="{FF2B5EF4-FFF2-40B4-BE49-F238E27FC236}">
                <a16:creationId xmlns:a16="http://schemas.microsoft.com/office/drawing/2014/main" id="{C7CA32C8-4C82-C0BA-287E-B032B9AF17B0}"/>
              </a:ext>
            </a:extLst>
          </p:cNvPr>
          <p:cNvSpPr>
            <a:spLocks noGrp="1"/>
          </p:cNvSpPr>
          <p:nvPr>
            <p:ph type="sldNum" sz="quarter" idx="12"/>
          </p:nvPr>
        </p:nvSpPr>
        <p:spPr/>
        <p:txBody>
          <a:bodyPr/>
          <a:lstStyle>
            <a:lvl1pPr>
              <a:defRPr/>
            </a:lvl1pPr>
          </a:lstStyle>
          <a:p>
            <a:fld id="{ECB84C6D-7310-451F-99C7-5B2BBF0C2947}" type="slidenum">
              <a:rPr lang="en-US" altLang="en-US"/>
              <a:pPr/>
              <a:t>‹#›</a:t>
            </a:fld>
            <a:endParaRPr lang="en-US" altLang="en-US"/>
          </a:p>
        </p:txBody>
      </p:sp>
    </p:spTree>
    <p:extLst>
      <p:ext uri="{BB962C8B-B14F-4D97-AF65-F5344CB8AC3E}">
        <p14:creationId xmlns:p14="http://schemas.microsoft.com/office/powerpoint/2010/main" val="255228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3547AEA-2968-46B8-0F3E-25148D378D33}"/>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2AC0B4A2-4DB1-802F-D341-FA43722F5EA6}"/>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9" name="Slide Number Placeholder 5">
            <a:extLst>
              <a:ext uri="{FF2B5EF4-FFF2-40B4-BE49-F238E27FC236}">
                <a16:creationId xmlns:a16="http://schemas.microsoft.com/office/drawing/2014/main" id="{710C2DFC-FEA4-F0C1-04B4-AEDF0030FBDD}"/>
              </a:ext>
            </a:extLst>
          </p:cNvPr>
          <p:cNvSpPr>
            <a:spLocks noGrp="1"/>
          </p:cNvSpPr>
          <p:nvPr>
            <p:ph type="sldNum" sz="quarter" idx="12"/>
          </p:nvPr>
        </p:nvSpPr>
        <p:spPr/>
        <p:txBody>
          <a:bodyPr/>
          <a:lstStyle>
            <a:lvl1pPr>
              <a:defRPr/>
            </a:lvl1pPr>
          </a:lstStyle>
          <a:p>
            <a:fld id="{84471EBE-FA94-47B7-9D40-09D3FED68BD3}" type="slidenum">
              <a:rPr lang="en-US" altLang="en-US"/>
              <a:pPr/>
              <a:t>‹#›</a:t>
            </a:fld>
            <a:endParaRPr lang="en-US" altLang="en-US"/>
          </a:p>
        </p:txBody>
      </p:sp>
    </p:spTree>
    <p:extLst>
      <p:ext uri="{BB962C8B-B14F-4D97-AF65-F5344CB8AC3E}">
        <p14:creationId xmlns:p14="http://schemas.microsoft.com/office/powerpoint/2010/main" val="3438394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795DABE-E37E-A103-DCD2-56BB3111B33E}"/>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B7CE23D4-8ED9-428B-5054-889CA6957936}"/>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5" name="Slide Number Placeholder 5">
            <a:extLst>
              <a:ext uri="{FF2B5EF4-FFF2-40B4-BE49-F238E27FC236}">
                <a16:creationId xmlns:a16="http://schemas.microsoft.com/office/drawing/2014/main" id="{461046CE-6A99-B9B4-225F-010F08EF90CF}"/>
              </a:ext>
            </a:extLst>
          </p:cNvPr>
          <p:cNvSpPr>
            <a:spLocks noGrp="1"/>
          </p:cNvSpPr>
          <p:nvPr>
            <p:ph type="sldNum" sz="quarter" idx="12"/>
          </p:nvPr>
        </p:nvSpPr>
        <p:spPr/>
        <p:txBody>
          <a:bodyPr/>
          <a:lstStyle>
            <a:lvl1pPr>
              <a:defRPr/>
            </a:lvl1pPr>
          </a:lstStyle>
          <a:p>
            <a:fld id="{9C749C27-C07B-4D5C-BA79-6D59216A0C49}" type="slidenum">
              <a:rPr lang="en-US" altLang="en-US"/>
              <a:pPr/>
              <a:t>‹#›</a:t>
            </a:fld>
            <a:endParaRPr lang="en-US" altLang="en-US"/>
          </a:p>
        </p:txBody>
      </p:sp>
    </p:spTree>
    <p:extLst>
      <p:ext uri="{BB962C8B-B14F-4D97-AF65-F5344CB8AC3E}">
        <p14:creationId xmlns:p14="http://schemas.microsoft.com/office/powerpoint/2010/main" val="208974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34B8AF7-6C9A-AAD6-3E24-39B75B38C761}"/>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6A55A229-FDFD-74C3-DCC2-5F4E8D2795C9}"/>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4" name="Slide Number Placeholder 5">
            <a:extLst>
              <a:ext uri="{FF2B5EF4-FFF2-40B4-BE49-F238E27FC236}">
                <a16:creationId xmlns:a16="http://schemas.microsoft.com/office/drawing/2014/main" id="{726DF87B-E2FD-6535-B3CF-F4D986DDE29B}"/>
              </a:ext>
            </a:extLst>
          </p:cNvPr>
          <p:cNvSpPr>
            <a:spLocks noGrp="1"/>
          </p:cNvSpPr>
          <p:nvPr>
            <p:ph type="sldNum" sz="quarter" idx="12"/>
          </p:nvPr>
        </p:nvSpPr>
        <p:spPr/>
        <p:txBody>
          <a:bodyPr/>
          <a:lstStyle>
            <a:lvl1pPr>
              <a:defRPr/>
            </a:lvl1pPr>
          </a:lstStyle>
          <a:p>
            <a:fld id="{A1175F08-5CDD-4151-BB97-B0169C71DF10}" type="slidenum">
              <a:rPr lang="en-US" altLang="en-US"/>
              <a:pPr/>
              <a:t>‹#›</a:t>
            </a:fld>
            <a:endParaRPr lang="en-US" altLang="en-US"/>
          </a:p>
        </p:txBody>
      </p:sp>
    </p:spTree>
    <p:extLst>
      <p:ext uri="{BB962C8B-B14F-4D97-AF65-F5344CB8AC3E}">
        <p14:creationId xmlns:p14="http://schemas.microsoft.com/office/powerpoint/2010/main" val="489041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3854815-4024-5862-9322-A605C4D9E3EC}"/>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4D94D5B1-35AA-79A4-0C3D-0055F087D967}"/>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7" name="Slide Number Placeholder 5">
            <a:extLst>
              <a:ext uri="{FF2B5EF4-FFF2-40B4-BE49-F238E27FC236}">
                <a16:creationId xmlns:a16="http://schemas.microsoft.com/office/drawing/2014/main" id="{D14CE9D7-98B8-0F39-B281-D3B3B90C7B61}"/>
              </a:ext>
            </a:extLst>
          </p:cNvPr>
          <p:cNvSpPr>
            <a:spLocks noGrp="1"/>
          </p:cNvSpPr>
          <p:nvPr>
            <p:ph type="sldNum" sz="quarter" idx="12"/>
          </p:nvPr>
        </p:nvSpPr>
        <p:spPr/>
        <p:txBody>
          <a:bodyPr/>
          <a:lstStyle>
            <a:lvl1pPr>
              <a:defRPr/>
            </a:lvl1pPr>
          </a:lstStyle>
          <a:p>
            <a:fld id="{5FC6C31A-F244-428E-AAF1-6C0C1EB359D9}" type="slidenum">
              <a:rPr lang="en-US" altLang="en-US"/>
              <a:pPr/>
              <a:t>‹#›</a:t>
            </a:fld>
            <a:endParaRPr lang="en-US" altLang="en-US"/>
          </a:p>
        </p:txBody>
      </p:sp>
    </p:spTree>
    <p:extLst>
      <p:ext uri="{BB962C8B-B14F-4D97-AF65-F5344CB8AC3E}">
        <p14:creationId xmlns:p14="http://schemas.microsoft.com/office/powerpoint/2010/main" val="598092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58C6728-D016-B985-1BB6-3528B08DAA7A}"/>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7FDEE74E-7781-D1C7-78F6-27CA8FCAD38B}"/>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7" name="Slide Number Placeholder 5">
            <a:extLst>
              <a:ext uri="{FF2B5EF4-FFF2-40B4-BE49-F238E27FC236}">
                <a16:creationId xmlns:a16="http://schemas.microsoft.com/office/drawing/2014/main" id="{F3E5F48B-6895-F565-97B2-9F399DD689B5}"/>
              </a:ext>
            </a:extLst>
          </p:cNvPr>
          <p:cNvSpPr>
            <a:spLocks noGrp="1"/>
          </p:cNvSpPr>
          <p:nvPr>
            <p:ph type="sldNum" sz="quarter" idx="12"/>
          </p:nvPr>
        </p:nvSpPr>
        <p:spPr/>
        <p:txBody>
          <a:bodyPr/>
          <a:lstStyle>
            <a:lvl1pPr>
              <a:defRPr/>
            </a:lvl1pPr>
          </a:lstStyle>
          <a:p>
            <a:fld id="{16FE9F61-41C9-472F-82CD-8B1EC1599C54}" type="slidenum">
              <a:rPr lang="en-US" altLang="en-US"/>
              <a:pPr/>
              <a:t>‹#›</a:t>
            </a:fld>
            <a:endParaRPr lang="en-US" altLang="en-US"/>
          </a:p>
        </p:txBody>
      </p:sp>
    </p:spTree>
    <p:extLst>
      <p:ext uri="{BB962C8B-B14F-4D97-AF65-F5344CB8AC3E}">
        <p14:creationId xmlns:p14="http://schemas.microsoft.com/office/powerpoint/2010/main" val="182329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4E58E6-EC2D-C663-DDD0-919469A9822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C4D8EEC-FD85-BD3B-E1F0-86E8B3165DE5}"/>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D2CAB201-7712-B4C3-EF04-538235CC4F63}"/>
              </a:ext>
            </a:extLst>
          </p:cNvPr>
          <p:cNvSpPr>
            <a:spLocks noGrp="1"/>
          </p:cNvSpPr>
          <p:nvPr>
            <p:ph type="sldNum" sz="quarter" idx="12"/>
          </p:nvPr>
        </p:nvSpPr>
        <p:spPr/>
        <p:txBody>
          <a:bodyPr/>
          <a:lstStyle>
            <a:lvl1pPr>
              <a:defRPr/>
            </a:lvl1pPr>
          </a:lstStyle>
          <a:p>
            <a:fld id="{0C7B747B-D39D-4EB4-A1E5-A80F4B53168C}" type="slidenum">
              <a:rPr lang="en-US" altLang="en-US"/>
              <a:pPr/>
              <a:t>‹#›</a:t>
            </a:fld>
            <a:endParaRPr lang="en-US" altLang="en-US"/>
          </a:p>
        </p:txBody>
      </p:sp>
    </p:spTree>
    <p:extLst>
      <p:ext uri="{BB962C8B-B14F-4D97-AF65-F5344CB8AC3E}">
        <p14:creationId xmlns:p14="http://schemas.microsoft.com/office/powerpoint/2010/main" val="980697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9B56D-2F7B-325E-857F-7C9D6B20A27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054C02B-82C8-1214-996A-E1AC96859AD0}"/>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8D10B28D-E977-8361-97B4-FC624171E6E6}"/>
              </a:ext>
            </a:extLst>
          </p:cNvPr>
          <p:cNvSpPr>
            <a:spLocks noGrp="1"/>
          </p:cNvSpPr>
          <p:nvPr>
            <p:ph type="sldNum" sz="quarter" idx="12"/>
          </p:nvPr>
        </p:nvSpPr>
        <p:spPr/>
        <p:txBody>
          <a:bodyPr/>
          <a:lstStyle>
            <a:lvl1pPr>
              <a:defRPr/>
            </a:lvl1pPr>
          </a:lstStyle>
          <a:p>
            <a:fld id="{691F7B02-6D6C-43C3-9616-5EC81E66488E}" type="slidenum">
              <a:rPr lang="en-US" altLang="en-US"/>
              <a:pPr/>
              <a:t>‹#›</a:t>
            </a:fld>
            <a:endParaRPr lang="en-US" altLang="en-US"/>
          </a:p>
        </p:txBody>
      </p:sp>
    </p:spTree>
    <p:extLst>
      <p:ext uri="{BB962C8B-B14F-4D97-AF65-F5344CB8AC3E}">
        <p14:creationId xmlns:p14="http://schemas.microsoft.com/office/powerpoint/2010/main" val="2219252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D8CBA00-6A83-07D2-007F-60C0D475BF57}"/>
              </a:ext>
            </a:extLst>
          </p:cNvPr>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grpSp>
        <p:nvGrpSpPr>
          <p:cNvPr id="3" name="Group 15">
            <a:extLst>
              <a:ext uri="{FF2B5EF4-FFF2-40B4-BE49-F238E27FC236}">
                <a16:creationId xmlns:a16="http://schemas.microsoft.com/office/drawing/2014/main" id="{5494D7D8-0FB8-7CA2-E975-08B24AEAF74C}"/>
              </a:ext>
            </a:extLst>
          </p:cNvPr>
          <p:cNvGrpSpPr>
            <a:grpSpLocks/>
          </p:cNvGrpSpPr>
          <p:nvPr/>
        </p:nvGrpSpPr>
        <p:grpSpPr bwMode="auto">
          <a:xfrm>
            <a:off x="-4233" y="4953000"/>
            <a:ext cx="12196233" cy="1911350"/>
            <a:chOff x="-3765" y="4832896"/>
            <a:chExt cx="9147765" cy="2032192"/>
          </a:xfrm>
        </p:grpSpPr>
        <p:sp>
          <p:nvSpPr>
            <p:cNvPr id="4" name="Freeform 16">
              <a:extLst>
                <a:ext uri="{FF2B5EF4-FFF2-40B4-BE49-F238E27FC236}">
                  <a16:creationId xmlns:a16="http://schemas.microsoft.com/office/drawing/2014/main" id="{F6416054-0618-EF1D-891C-67501DCBC939}"/>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lgn="l" rtl="0">
                <a:defRPr/>
              </a:pPr>
              <a:endParaRPr lang="en-US" sz="2200" dirty="0">
                <a:cs typeface="+mn-cs"/>
              </a:endParaRPr>
            </a:p>
          </p:txBody>
        </p:sp>
        <p:sp>
          <p:nvSpPr>
            <p:cNvPr id="5" name="Freeform 18">
              <a:extLst>
                <a:ext uri="{FF2B5EF4-FFF2-40B4-BE49-F238E27FC236}">
                  <a16:creationId xmlns:a16="http://schemas.microsoft.com/office/drawing/2014/main" id="{E2CD9276-D518-A647-AAED-381BB14F8DFF}"/>
                </a:ext>
              </a:extLst>
            </p:cNvPr>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lgn="l" rtl="0">
                <a:defRPr/>
              </a:pPr>
              <a:endParaRPr lang="en-US" sz="2200" dirty="0">
                <a:cs typeface="+mn-cs"/>
              </a:endParaRPr>
            </a:p>
          </p:txBody>
        </p:sp>
        <p:sp>
          <p:nvSpPr>
            <p:cNvPr id="6" name="Freeform 19">
              <a:extLst>
                <a:ext uri="{FF2B5EF4-FFF2-40B4-BE49-F238E27FC236}">
                  <a16:creationId xmlns:a16="http://schemas.microsoft.com/office/drawing/2014/main" id="{687496F3-BC6C-AB0B-A21B-7048180AB1DF}"/>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cxnSp>
          <p:nvCxnSpPr>
            <p:cNvPr id="7" name="Straight Connector 6">
              <a:extLst>
                <a:ext uri="{FF2B5EF4-FFF2-40B4-BE49-F238E27FC236}">
                  <a16:creationId xmlns:a16="http://schemas.microsoft.com/office/drawing/2014/main" id="{443F1105-8136-CEAF-F222-1BDA5A95C3D5}"/>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4"/>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8" name="Date Placeholder 29">
            <a:extLst>
              <a:ext uri="{FF2B5EF4-FFF2-40B4-BE49-F238E27FC236}">
                <a16:creationId xmlns:a16="http://schemas.microsoft.com/office/drawing/2014/main" id="{97406586-5A3F-0FA7-17DC-9B0D4BAEA958}"/>
              </a:ext>
            </a:extLst>
          </p:cNvPr>
          <p:cNvSpPr>
            <a:spLocks noGrp="1"/>
          </p:cNvSpPr>
          <p:nvPr>
            <p:ph type="dt" sz="half" idx="10"/>
          </p:nvPr>
        </p:nvSpPr>
        <p:spPr/>
        <p:txBody>
          <a:bodyPr/>
          <a:lstStyle>
            <a:lvl1pPr>
              <a:defRPr dirty="0">
                <a:solidFill>
                  <a:srgbClr val="FFFFFF"/>
                </a:solidFill>
              </a:defRPr>
            </a:lvl1pPr>
            <a:extLst/>
          </a:lstStyle>
          <a:p>
            <a:pPr>
              <a:defRPr/>
            </a:pPr>
            <a:endParaRPr lang="en-US"/>
          </a:p>
        </p:txBody>
      </p:sp>
      <p:sp>
        <p:nvSpPr>
          <p:cNvPr id="10" name="Footer Placeholder 18">
            <a:extLst>
              <a:ext uri="{FF2B5EF4-FFF2-40B4-BE49-F238E27FC236}">
                <a16:creationId xmlns:a16="http://schemas.microsoft.com/office/drawing/2014/main" id="{D1DB206A-77B4-7715-7DB8-D37CD71A0078}"/>
              </a:ext>
            </a:extLst>
          </p:cNvPr>
          <p:cNvSpPr>
            <a:spLocks noGrp="1"/>
          </p:cNvSpPr>
          <p:nvPr>
            <p:ph type="ftr" sz="quarter" idx="11"/>
          </p:nvPr>
        </p:nvSpPr>
        <p:spPr/>
        <p:txBody>
          <a:bodyPr/>
          <a:lstStyle>
            <a:lvl1pPr>
              <a:defRPr dirty="0" smtClean="0">
                <a:solidFill>
                  <a:schemeClr val="accent1">
                    <a:tint val="20000"/>
                  </a:schemeClr>
                </a:solidFill>
              </a:defRPr>
            </a:lvl1pPr>
            <a:extLst/>
          </a:lstStyle>
          <a:p>
            <a:pPr>
              <a:defRPr/>
            </a:pPr>
            <a:r>
              <a:rPr lang="en-US" dirty="0"/>
              <a:t>Information Technology Project Management, </a:t>
            </a:r>
          </a:p>
        </p:txBody>
      </p:sp>
      <p:sp>
        <p:nvSpPr>
          <p:cNvPr id="11" name="Slide Number Placeholder 26">
            <a:extLst>
              <a:ext uri="{FF2B5EF4-FFF2-40B4-BE49-F238E27FC236}">
                <a16:creationId xmlns:a16="http://schemas.microsoft.com/office/drawing/2014/main" id="{8A0CAF42-7D87-2B23-F111-A64F1B2D204F}"/>
              </a:ext>
            </a:extLst>
          </p:cNvPr>
          <p:cNvSpPr>
            <a:spLocks noGrp="1"/>
          </p:cNvSpPr>
          <p:nvPr>
            <p:ph type="sldNum" sz="quarter" idx="12"/>
          </p:nvPr>
        </p:nvSpPr>
        <p:spPr/>
        <p:txBody>
          <a:bodyPr/>
          <a:lstStyle>
            <a:lvl1pPr>
              <a:defRPr>
                <a:solidFill>
                  <a:srgbClr val="FFFFFF"/>
                </a:solidFill>
              </a:defRPr>
            </a:lvl1pPr>
          </a:lstStyle>
          <a:p>
            <a:fld id="{A1CFCB25-9E22-4F8C-8021-DEA2BA08FDED}" type="slidenum">
              <a:rPr lang="en-US" altLang="en-US"/>
              <a:pPr/>
              <a:t>‹#›</a:t>
            </a:fld>
            <a:endParaRPr lang="en-US" altLang="en-US"/>
          </a:p>
        </p:txBody>
      </p:sp>
    </p:spTree>
    <p:extLst>
      <p:ext uri="{BB962C8B-B14F-4D97-AF65-F5344CB8AC3E}">
        <p14:creationId xmlns:p14="http://schemas.microsoft.com/office/powerpoint/2010/main" val="52394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4" name="Footer Placeholder 21">
            <a:extLst>
              <a:ext uri="{FF2B5EF4-FFF2-40B4-BE49-F238E27FC236}">
                <a16:creationId xmlns:a16="http://schemas.microsoft.com/office/drawing/2014/main" id="{2CAA6DEF-AB49-37AD-1868-AA75C1988317}"/>
              </a:ext>
            </a:extLst>
          </p:cNvPr>
          <p:cNvSpPr>
            <a:spLocks noGrp="1"/>
          </p:cNvSpPr>
          <p:nvPr>
            <p:ph type="ftr" sz="quarter" idx="10"/>
          </p:nvPr>
        </p:nvSpPr>
        <p:spPr>
          <a:xfrm>
            <a:off x="0" y="6492878"/>
            <a:ext cx="3454400" cy="365125"/>
          </a:xfrm>
        </p:spPr>
        <p:txBody>
          <a:bodyPr/>
          <a:lstStyle>
            <a:lvl1pPr algn="l">
              <a:buFontTx/>
              <a:buNone/>
              <a:defRPr sz="1200" dirty="0" smtClean="0">
                <a:latin typeface="+mn-lt"/>
              </a:defRPr>
            </a:lvl1pPr>
          </a:lstStyle>
          <a:p>
            <a:pPr>
              <a:defRPr/>
            </a:pPr>
            <a:r>
              <a:rPr lang="en-US" dirty="0"/>
              <a:t>Information Technology Project Management, </a:t>
            </a:r>
          </a:p>
        </p:txBody>
      </p:sp>
      <p:sp>
        <p:nvSpPr>
          <p:cNvPr id="5" name="Slide Number Placeholder 17">
            <a:extLst>
              <a:ext uri="{FF2B5EF4-FFF2-40B4-BE49-F238E27FC236}">
                <a16:creationId xmlns:a16="http://schemas.microsoft.com/office/drawing/2014/main" id="{4ED4987D-1B92-E985-5EFA-7AD79BC97CFF}"/>
              </a:ext>
            </a:extLst>
          </p:cNvPr>
          <p:cNvSpPr>
            <a:spLocks noGrp="1"/>
          </p:cNvSpPr>
          <p:nvPr>
            <p:ph type="sldNum" sz="quarter" idx="11"/>
          </p:nvPr>
        </p:nvSpPr>
        <p:spPr>
          <a:xfrm>
            <a:off x="11451169" y="6492878"/>
            <a:ext cx="740833" cy="365125"/>
          </a:xfrm>
        </p:spPr>
        <p:txBody>
          <a:bodyPr/>
          <a:lstStyle>
            <a:lvl1pPr>
              <a:defRPr sz="1200">
                <a:latin typeface="Arial" panose="020B0604020202020204" pitchFamily="34" charset="0"/>
              </a:defRPr>
            </a:lvl1pPr>
          </a:lstStyle>
          <a:p>
            <a:fld id="{B54328F3-6691-48BC-BB5C-46AA4F307979}" type="slidenum">
              <a:rPr lang="en-US" altLang="en-US"/>
              <a:pPr/>
              <a:t>‹#›</a:t>
            </a:fld>
            <a:endParaRPr lang="en-US" altLang="en-US"/>
          </a:p>
        </p:txBody>
      </p:sp>
    </p:spTree>
    <p:extLst>
      <p:ext uri="{BB962C8B-B14F-4D97-AF65-F5344CB8AC3E}">
        <p14:creationId xmlns:p14="http://schemas.microsoft.com/office/powerpoint/2010/main" val="3736312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0">
            <a:extLst>
              <a:ext uri="{FF2B5EF4-FFF2-40B4-BE49-F238E27FC236}">
                <a16:creationId xmlns:a16="http://schemas.microsoft.com/office/drawing/2014/main" id="{904C833E-E63E-E884-92A4-EE8E1C8ADDE9}"/>
              </a:ext>
            </a:extLst>
          </p:cNvPr>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5" name="Chevron 15">
            <a:extLst>
              <a:ext uri="{FF2B5EF4-FFF2-40B4-BE49-F238E27FC236}">
                <a16:creationId xmlns:a16="http://schemas.microsoft.com/office/drawing/2014/main" id="{EB260239-3A7C-930C-03C0-A0CC5726E5AB}"/>
              </a:ext>
            </a:extLst>
          </p:cNvPr>
          <p:cNvSpPr/>
          <p:nvPr/>
        </p:nvSpPr>
        <p:spPr>
          <a:xfrm>
            <a:off x="4599519"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a:extLst>
              <a:ext uri="{FF2B5EF4-FFF2-40B4-BE49-F238E27FC236}">
                <a16:creationId xmlns:a16="http://schemas.microsoft.com/office/drawing/2014/main" id="{D1926593-EA41-0F98-C946-3440767477A6}"/>
              </a:ext>
            </a:extLst>
          </p:cNvPr>
          <p:cNvSpPr>
            <a:spLocks noGrp="1"/>
          </p:cNvSpPr>
          <p:nvPr>
            <p:ph type="dt" sz="half" idx="10"/>
          </p:nvPr>
        </p:nvSpPr>
        <p:spPr/>
        <p:txBody>
          <a:bodyPr/>
          <a:lstStyle>
            <a:lvl1pPr>
              <a:defRPr dirty="0"/>
            </a:lvl1pPr>
            <a:extLst/>
          </a:lstStyle>
          <a:p>
            <a:pPr>
              <a:defRPr/>
            </a:pPr>
            <a:endParaRPr lang="en-US"/>
          </a:p>
        </p:txBody>
      </p:sp>
      <p:sp>
        <p:nvSpPr>
          <p:cNvPr id="7" name="Footer Placeholder 4">
            <a:extLst>
              <a:ext uri="{FF2B5EF4-FFF2-40B4-BE49-F238E27FC236}">
                <a16:creationId xmlns:a16="http://schemas.microsoft.com/office/drawing/2014/main" id="{125219A2-9586-4ADC-3221-2705FB9D7550}"/>
              </a:ext>
            </a:extLst>
          </p:cNvPr>
          <p:cNvSpPr>
            <a:spLocks noGrp="1"/>
          </p:cNvSpPr>
          <p:nvPr>
            <p:ph type="ftr" sz="quarter" idx="11"/>
          </p:nvPr>
        </p:nvSpPr>
        <p:spPr/>
        <p:txBody>
          <a:bodyPr/>
          <a:lstStyle>
            <a:lvl1pPr>
              <a:defRPr dirty="0" smtClean="0"/>
            </a:lvl1pPr>
            <a:extLst/>
          </a:lstStyle>
          <a:p>
            <a:pPr>
              <a:defRPr/>
            </a:pPr>
            <a:r>
              <a:rPr lang="en-US" dirty="0"/>
              <a:t>Information Technology Project Management, </a:t>
            </a:r>
          </a:p>
        </p:txBody>
      </p:sp>
      <p:sp>
        <p:nvSpPr>
          <p:cNvPr id="8" name="Slide Number Placeholder 5">
            <a:extLst>
              <a:ext uri="{FF2B5EF4-FFF2-40B4-BE49-F238E27FC236}">
                <a16:creationId xmlns:a16="http://schemas.microsoft.com/office/drawing/2014/main" id="{C02139C2-D39A-1F3A-D237-72373FC740CA}"/>
              </a:ext>
            </a:extLst>
          </p:cNvPr>
          <p:cNvSpPr>
            <a:spLocks noGrp="1"/>
          </p:cNvSpPr>
          <p:nvPr>
            <p:ph type="sldNum" sz="quarter" idx="12"/>
          </p:nvPr>
        </p:nvSpPr>
        <p:spPr/>
        <p:txBody>
          <a:bodyPr/>
          <a:lstStyle>
            <a:lvl1pPr>
              <a:defRPr/>
            </a:lvl1pPr>
          </a:lstStyle>
          <a:p>
            <a:fld id="{D4AEDC45-64CE-4B76-A722-5DDBD5FFC43E}" type="slidenum">
              <a:rPr lang="en-US" altLang="en-US"/>
              <a:pPr/>
              <a:t>‹#›</a:t>
            </a:fld>
            <a:endParaRPr lang="en-US" altLang="en-US"/>
          </a:p>
        </p:txBody>
      </p:sp>
    </p:spTree>
    <p:extLst>
      <p:ext uri="{BB962C8B-B14F-4D97-AF65-F5344CB8AC3E}">
        <p14:creationId xmlns:p14="http://schemas.microsoft.com/office/powerpoint/2010/main" val="16702765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31"/>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31"/>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2" name="Date Placeholder 4">
            <a:extLst>
              <a:ext uri="{FF2B5EF4-FFF2-40B4-BE49-F238E27FC236}">
                <a16:creationId xmlns:a16="http://schemas.microsoft.com/office/drawing/2014/main" id="{F317D101-DB49-A7A2-F827-715EE737476E}"/>
              </a:ext>
            </a:extLst>
          </p:cNvPr>
          <p:cNvSpPr>
            <a:spLocks noGrp="1"/>
          </p:cNvSpPr>
          <p:nvPr>
            <p:ph type="dt" sz="half" idx="10"/>
          </p:nvPr>
        </p:nvSpPr>
        <p:spPr/>
        <p:txBody>
          <a:bodyPr/>
          <a:lstStyle>
            <a:lvl1pPr>
              <a:defRPr dirty="0"/>
            </a:lvl1pPr>
            <a:extLst/>
          </a:lstStyle>
          <a:p>
            <a:pPr>
              <a:defRPr/>
            </a:pPr>
            <a:endParaRPr lang="en-US"/>
          </a:p>
        </p:txBody>
      </p:sp>
      <p:sp>
        <p:nvSpPr>
          <p:cNvPr id="5" name="Footer Placeholder 5">
            <a:extLst>
              <a:ext uri="{FF2B5EF4-FFF2-40B4-BE49-F238E27FC236}">
                <a16:creationId xmlns:a16="http://schemas.microsoft.com/office/drawing/2014/main" id="{48B106D3-B415-98F0-AE7E-76481D4D35EC}"/>
              </a:ext>
            </a:extLst>
          </p:cNvPr>
          <p:cNvSpPr>
            <a:spLocks noGrp="1"/>
          </p:cNvSpPr>
          <p:nvPr>
            <p:ph type="ftr" sz="quarter" idx="11"/>
          </p:nvPr>
        </p:nvSpPr>
        <p:spPr/>
        <p:txBody>
          <a:bodyPr/>
          <a:lstStyle>
            <a:lvl1pPr>
              <a:defRPr dirty="0" smtClean="0"/>
            </a:lvl1pPr>
            <a:extLst/>
          </a:lstStyle>
          <a:p>
            <a:pPr>
              <a:defRPr/>
            </a:pPr>
            <a:r>
              <a:rPr lang="en-US" dirty="0"/>
              <a:t>Information Technology Project Management, </a:t>
            </a:r>
          </a:p>
        </p:txBody>
      </p:sp>
      <p:sp>
        <p:nvSpPr>
          <p:cNvPr id="6" name="Slide Number Placeholder 6">
            <a:extLst>
              <a:ext uri="{FF2B5EF4-FFF2-40B4-BE49-F238E27FC236}">
                <a16:creationId xmlns:a16="http://schemas.microsoft.com/office/drawing/2014/main" id="{76689485-43B3-1E31-6578-497CA8D58A67}"/>
              </a:ext>
            </a:extLst>
          </p:cNvPr>
          <p:cNvSpPr>
            <a:spLocks noGrp="1"/>
          </p:cNvSpPr>
          <p:nvPr>
            <p:ph type="sldNum" sz="quarter" idx="12"/>
          </p:nvPr>
        </p:nvSpPr>
        <p:spPr/>
        <p:txBody>
          <a:bodyPr/>
          <a:lstStyle>
            <a:lvl1pPr>
              <a:defRPr/>
            </a:lvl1pPr>
          </a:lstStyle>
          <a:p>
            <a:fld id="{68999EB5-9245-41D2-8917-2CA869E68A9F}" type="slidenum">
              <a:rPr lang="en-US" altLang="en-US"/>
              <a:pPr/>
              <a:t>‹#›</a:t>
            </a:fld>
            <a:endParaRPr lang="en-US" altLang="en-US"/>
          </a:p>
        </p:txBody>
      </p:sp>
    </p:spTree>
    <p:extLst>
      <p:ext uri="{BB962C8B-B14F-4D97-AF65-F5344CB8AC3E}">
        <p14:creationId xmlns:p14="http://schemas.microsoft.com/office/powerpoint/2010/main" val="3685754614"/>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70"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444297"/>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9" y="1444297"/>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264201-4321-2FD8-FC19-B26DC5B2869D}"/>
              </a:ext>
            </a:extLst>
          </p:cNvPr>
          <p:cNvSpPr>
            <a:spLocks noGrp="1"/>
          </p:cNvSpPr>
          <p:nvPr>
            <p:ph type="dt" sz="half" idx="10"/>
          </p:nvPr>
        </p:nvSpPr>
        <p:spPr/>
        <p:txBody>
          <a:bodyPr/>
          <a:lstStyle>
            <a:lvl1pPr>
              <a:defRPr dirty="0"/>
            </a:lvl1pPr>
            <a:extLst/>
          </a:lstStyle>
          <a:p>
            <a:pPr>
              <a:defRPr/>
            </a:pPr>
            <a:endParaRPr lang="en-US"/>
          </a:p>
        </p:txBody>
      </p:sp>
      <p:sp>
        <p:nvSpPr>
          <p:cNvPr id="8" name="Footer Placeholder 7">
            <a:extLst>
              <a:ext uri="{FF2B5EF4-FFF2-40B4-BE49-F238E27FC236}">
                <a16:creationId xmlns:a16="http://schemas.microsoft.com/office/drawing/2014/main" id="{D3C668CB-7F7E-94BA-E7E6-A849F14627B2}"/>
              </a:ext>
            </a:extLst>
          </p:cNvPr>
          <p:cNvSpPr>
            <a:spLocks noGrp="1"/>
          </p:cNvSpPr>
          <p:nvPr>
            <p:ph type="ftr" sz="quarter" idx="11"/>
          </p:nvPr>
        </p:nvSpPr>
        <p:spPr/>
        <p:txBody>
          <a:bodyPr/>
          <a:lstStyle>
            <a:lvl1pPr>
              <a:defRPr dirty="0" smtClean="0"/>
            </a:lvl1pPr>
            <a:extLst/>
          </a:lstStyle>
          <a:p>
            <a:pPr>
              <a:defRPr/>
            </a:pPr>
            <a:r>
              <a:rPr lang="en-US" dirty="0"/>
              <a:t>Information Technology Project Management, </a:t>
            </a:r>
          </a:p>
        </p:txBody>
      </p:sp>
      <p:sp>
        <p:nvSpPr>
          <p:cNvPr id="9" name="Slide Number Placeholder 8">
            <a:extLst>
              <a:ext uri="{FF2B5EF4-FFF2-40B4-BE49-F238E27FC236}">
                <a16:creationId xmlns:a16="http://schemas.microsoft.com/office/drawing/2014/main" id="{93C992F2-7B7F-2E03-4A13-7600EACE5320}"/>
              </a:ext>
            </a:extLst>
          </p:cNvPr>
          <p:cNvSpPr>
            <a:spLocks noGrp="1"/>
          </p:cNvSpPr>
          <p:nvPr>
            <p:ph type="sldNum" sz="quarter" idx="12"/>
          </p:nvPr>
        </p:nvSpPr>
        <p:spPr/>
        <p:txBody>
          <a:bodyPr/>
          <a:lstStyle>
            <a:lvl1pPr>
              <a:defRPr/>
            </a:lvl1pPr>
          </a:lstStyle>
          <a:p>
            <a:fld id="{55BB37CC-3D41-41B0-82D3-F300836E0A2D}" type="slidenum">
              <a:rPr lang="en-US" altLang="en-US"/>
              <a:pPr/>
              <a:t>‹#›</a:t>
            </a:fld>
            <a:endParaRPr lang="en-US" altLang="en-US"/>
          </a:p>
        </p:txBody>
      </p:sp>
    </p:spTree>
    <p:extLst>
      <p:ext uri="{BB962C8B-B14F-4D97-AF65-F5344CB8AC3E}">
        <p14:creationId xmlns:p14="http://schemas.microsoft.com/office/powerpoint/2010/main" val="83742685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2" name="Date Placeholder 2">
            <a:extLst>
              <a:ext uri="{FF2B5EF4-FFF2-40B4-BE49-F238E27FC236}">
                <a16:creationId xmlns:a16="http://schemas.microsoft.com/office/drawing/2014/main" id="{4004E427-7624-8470-9D15-2DA77F736BED}"/>
              </a:ext>
            </a:extLst>
          </p:cNvPr>
          <p:cNvSpPr>
            <a:spLocks noGrp="1"/>
          </p:cNvSpPr>
          <p:nvPr>
            <p:ph type="dt" sz="half" idx="10"/>
          </p:nvPr>
        </p:nvSpPr>
        <p:spPr/>
        <p:txBody>
          <a:bodyPr/>
          <a:lstStyle>
            <a:lvl1pPr>
              <a:defRPr dirty="0"/>
            </a:lvl1pPr>
            <a:extLst/>
          </a:lstStyle>
          <a:p>
            <a:pPr>
              <a:defRPr/>
            </a:pPr>
            <a:endParaRPr lang="en-US"/>
          </a:p>
        </p:txBody>
      </p:sp>
      <p:sp>
        <p:nvSpPr>
          <p:cNvPr id="3" name="Footer Placeholder 3">
            <a:extLst>
              <a:ext uri="{FF2B5EF4-FFF2-40B4-BE49-F238E27FC236}">
                <a16:creationId xmlns:a16="http://schemas.microsoft.com/office/drawing/2014/main" id="{5FA47AC5-A300-E84D-CEDA-79B491978325}"/>
              </a:ext>
            </a:extLst>
          </p:cNvPr>
          <p:cNvSpPr>
            <a:spLocks noGrp="1"/>
          </p:cNvSpPr>
          <p:nvPr>
            <p:ph type="ftr" sz="quarter" idx="11"/>
          </p:nvPr>
        </p:nvSpPr>
        <p:spPr/>
        <p:txBody>
          <a:bodyPr/>
          <a:lstStyle>
            <a:lvl1pPr>
              <a:defRPr dirty="0" smtClean="0"/>
            </a:lvl1pPr>
            <a:extLst/>
          </a:lstStyle>
          <a:p>
            <a:pPr>
              <a:defRPr/>
            </a:pPr>
            <a:r>
              <a:rPr lang="en-US" dirty="0"/>
              <a:t>Information Technology Project Management, </a:t>
            </a:r>
          </a:p>
        </p:txBody>
      </p:sp>
      <p:sp>
        <p:nvSpPr>
          <p:cNvPr id="4" name="Slide Number Placeholder 4">
            <a:extLst>
              <a:ext uri="{FF2B5EF4-FFF2-40B4-BE49-F238E27FC236}">
                <a16:creationId xmlns:a16="http://schemas.microsoft.com/office/drawing/2014/main" id="{7318B393-6E3A-598A-38E6-CA8D82D3D58E}"/>
              </a:ext>
            </a:extLst>
          </p:cNvPr>
          <p:cNvSpPr>
            <a:spLocks noGrp="1"/>
          </p:cNvSpPr>
          <p:nvPr>
            <p:ph type="sldNum" sz="quarter" idx="12"/>
          </p:nvPr>
        </p:nvSpPr>
        <p:spPr/>
        <p:txBody>
          <a:bodyPr/>
          <a:lstStyle>
            <a:lvl1pPr>
              <a:defRPr/>
            </a:lvl1pPr>
          </a:lstStyle>
          <a:p>
            <a:fld id="{74072CCB-49D7-47EC-8975-B8AF3F839497}" type="slidenum">
              <a:rPr lang="en-US" altLang="en-US"/>
              <a:pPr/>
              <a:t>‹#›</a:t>
            </a:fld>
            <a:endParaRPr lang="en-US" altLang="en-US"/>
          </a:p>
        </p:txBody>
      </p:sp>
    </p:spTree>
    <p:extLst>
      <p:ext uri="{BB962C8B-B14F-4D97-AF65-F5344CB8AC3E}">
        <p14:creationId xmlns:p14="http://schemas.microsoft.com/office/powerpoint/2010/main" val="2485388611"/>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86D0159F-7DCC-93D7-3455-F6BCF4CFDD72}"/>
              </a:ext>
            </a:extLst>
          </p:cNvPr>
          <p:cNvSpPr>
            <a:spLocks noGrp="1"/>
          </p:cNvSpPr>
          <p:nvPr>
            <p:ph type="dt" sz="half" idx="10"/>
          </p:nvPr>
        </p:nvSpPr>
        <p:spPr/>
        <p:txBody>
          <a:bodyPr/>
          <a:lstStyle>
            <a:lvl1pPr>
              <a:defRPr/>
            </a:lvl1pPr>
          </a:lstStyle>
          <a:p>
            <a:pPr>
              <a:defRPr/>
            </a:pPr>
            <a:endParaRPr lang="en-US"/>
          </a:p>
        </p:txBody>
      </p:sp>
      <p:sp>
        <p:nvSpPr>
          <p:cNvPr id="3" name="Footer Placeholder 21">
            <a:extLst>
              <a:ext uri="{FF2B5EF4-FFF2-40B4-BE49-F238E27FC236}">
                <a16:creationId xmlns:a16="http://schemas.microsoft.com/office/drawing/2014/main" id="{E87386A0-65C9-B634-F0E4-83A1C07C7E78}"/>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4" name="Slide Number Placeholder 17">
            <a:extLst>
              <a:ext uri="{FF2B5EF4-FFF2-40B4-BE49-F238E27FC236}">
                <a16:creationId xmlns:a16="http://schemas.microsoft.com/office/drawing/2014/main" id="{94DF2008-0921-40C3-A023-E93D7CA409F7}"/>
              </a:ext>
            </a:extLst>
          </p:cNvPr>
          <p:cNvSpPr>
            <a:spLocks noGrp="1"/>
          </p:cNvSpPr>
          <p:nvPr>
            <p:ph type="sldNum" sz="quarter" idx="12"/>
          </p:nvPr>
        </p:nvSpPr>
        <p:spPr/>
        <p:txBody>
          <a:bodyPr/>
          <a:lstStyle>
            <a:lvl1pPr>
              <a:defRPr/>
            </a:lvl1pPr>
          </a:lstStyle>
          <a:p>
            <a:fld id="{E2CF0F9E-7541-457C-96FA-AE0DA1D38F0F}" type="slidenum">
              <a:rPr lang="en-US" altLang="en-US"/>
              <a:pPr/>
              <a:t>‹#›</a:t>
            </a:fld>
            <a:endParaRPr lang="en-US" altLang="en-US"/>
          </a:p>
        </p:txBody>
      </p:sp>
    </p:spTree>
    <p:extLst>
      <p:ext uri="{BB962C8B-B14F-4D97-AF65-F5344CB8AC3E}">
        <p14:creationId xmlns:p14="http://schemas.microsoft.com/office/powerpoint/2010/main" val="23479927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9229EE-AAAB-313A-50E5-21B10D500573}"/>
              </a:ext>
            </a:extLst>
          </p:cNvPr>
          <p:cNvSpPr>
            <a:spLocks noGrp="1"/>
          </p:cNvSpPr>
          <p:nvPr>
            <p:ph type="dt" sz="half" idx="10"/>
          </p:nvPr>
        </p:nvSpPr>
        <p:spPr/>
        <p:txBody>
          <a:bodyPr/>
          <a:lstStyle>
            <a:lvl1pPr>
              <a:defRPr dirty="0"/>
            </a:lvl1pPr>
            <a:extLst/>
          </a:lstStyle>
          <a:p>
            <a:pPr>
              <a:defRPr/>
            </a:pPr>
            <a:endParaRPr lang="en-US"/>
          </a:p>
        </p:txBody>
      </p:sp>
      <p:sp>
        <p:nvSpPr>
          <p:cNvPr id="6" name="Footer Placeholder 5">
            <a:extLst>
              <a:ext uri="{FF2B5EF4-FFF2-40B4-BE49-F238E27FC236}">
                <a16:creationId xmlns:a16="http://schemas.microsoft.com/office/drawing/2014/main" id="{351D1974-AF6D-2C5D-FAA5-C68147FCD8F1}"/>
              </a:ext>
            </a:extLst>
          </p:cNvPr>
          <p:cNvSpPr>
            <a:spLocks noGrp="1"/>
          </p:cNvSpPr>
          <p:nvPr>
            <p:ph type="ftr" sz="quarter" idx="11"/>
          </p:nvPr>
        </p:nvSpPr>
        <p:spPr/>
        <p:txBody>
          <a:bodyPr/>
          <a:lstStyle>
            <a:lvl1pPr>
              <a:defRPr dirty="0" smtClean="0"/>
            </a:lvl1pPr>
            <a:extLst/>
          </a:lstStyle>
          <a:p>
            <a:pPr>
              <a:defRPr/>
            </a:pPr>
            <a:r>
              <a:rPr lang="en-US" dirty="0"/>
              <a:t>Information Technology Project Management, </a:t>
            </a:r>
          </a:p>
        </p:txBody>
      </p:sp>
      <p:sp>
        <p:nvSpPr>
          <p:cNvPr id="7" name="Slide Number Placeholder 6">
            <a:extLst>
              <a:ext uri="{FF2B5EF4-FFF2-40B4-BE49-F238E27FC236}">
                <a16:creationId xmlns:a16="http://schemas.microsoft.com/office/drawing/2014/main" id="{ABC59F7C-CA4F-DD6A-6629-160B75BE4C57}"/>
              </a:ext>
            </a:extLst>
          </p:cNvPr>
          <p:cNvSpPr>
            <a:spLocks noGrp="1"/>
          </p:cNvSpPr>
          <p:nvPr>
            <p:ph type="sldNum" sz="quarter" idx="12"/>
          </p:nvPr>
        </p:nvSpPr>
        <p:spPr/>
        <p:txBody>
          <a:bodyPr/>
          <a:lstStyle>
            <a:lvl1pPr>
              <a:defRPr/>
            </a:lvl1pPr>
          </a:lstStyle>
          <a:p>
            <a:fld id="{FB8DCC9B-5F14-41AF-896F-BC594D3AEB21}" type="slidenum">
              <a:rPr lang="en-US" altLang="en-US"/>
              <a:pPr/>
              <a:t>‹#›</a:t>
            </a:fld>
            <a:endParaRPr lang="en-US" altLang="en-US"/>
          </a:p>
        </p:txBody>
      </p:sp>
    </p:spTree>
    <p:extLst>
      <p:ext uri="{BB962C8B-B14F-4D97-AF65-F5344CB8AC3E}">
        <p14:creationId xmlns:p14="http://schemas.microsoft.com/office/powerpoint/2010/main" val="377177499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0">
            <a:extLst>
              <a:ext uri="{FF2B5EF4-FFF2-40B4-BE49-F238E27FC236}">
                <a16:creationId xmlns:a16="http://schemas.microsoft.com/office/drawing/2014/main" id="{E2997BAB-AEBD-10CE-9B27-35467F05D682}"/>
              </a:ext>
            </a:extLst>
          </p:cNvPr>
          <p:cNvSpPr>
            <a:spLocks/>
          </p:cNvSpPr>
          <p:nvPr/>
        </p:nvSpPr>
        <p:spPr bwMode="auto">
          <a:xfrm>
            <a:off x="954617" y="5002216"/>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lgn="l" rtl="0">
              <a:defRPr/>
            </a:pPr>
            <a:endParaRPr lang="en-US" sz="2200" dirty="0">
              <a:cs typeface="+mn-cs"/>
            </a:endParaRPr>
          </a:p>
        </p:txBody>
      </p:sp>
      <p:sp>
        <p:nvSpPr>
          <p:cNvPr id="6" name="Freeform 15">
            <a:extLst>
              <a:ext uri="{FF2B5EF4-FFF2-40B4-BE49-F238E27FC236}">
                <a16:creationId xmlns:a16="http://schemas.microsoft.com/office/drawing/2014/main" id="{A1400475-CF4B-EBCB-533C-2E7B76D51C25}"/>
              </a:ext>
            </a:extLst>
          </p:cNvPr>
          <p:cNvSpPr>
            <a:spLocks/>
          </p:cNvSpPr>
          <p:nvPr/>
        </p:nvSpPr>
        <p:spPr bwMode="auto">
          <a:xfrm>
            <a:off x="-71965"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lgn="l" rtl="0">
              <a:defRPr/>
            </a:pPr>
            <a:endParaRPr lang="en-US" sz="2200" dirty="0">
              <a:cs typeface="+mn-cs"/>
            </a:endParaRPr>
          </a:p>
        </p:txBody>
      </p:sp>
      <p:sp>
        <p:nvSpPr>
          <p:cNvPr id="7" name="Right Triangle 6">
            <a:extLst>
              <a:ext uri="{FF2B5EF4-FFF2-40B4-BE49-F238E27FC236}">
                <a16:creationId xmlns:a16="http://schemas.microsoft.com/office/drawing/2014/main" id="{09D95345-0095-D446-212E-F5678EA145EB}"/>
              </a:ext>
            </a:extLst>
          </p:cNvPr>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cxnSp>
        <p:nvCxnSpPr>
          <p:cNvPr id="8" name="Straight Connector 7">
            <a:extLst>
              <a:ext uri="{FF2B5EF4-FFF2-40B4-BE49-F238E27FC236}">
                <a16:creationId xmlns:a16="http://schemas.microsoft.com/office/drawing/2014/main" id="{38DFE286-504E-7FEF-AF72-3F025B2B95A8}"/>
              </a:ext>
            </a:extLst>
          </p:cNvPr>
          <p:cNvCxnSpPr/>
          <p:nvPr/>
        </p:nvCxnSpPr>
        <p:spPr>
          <a:xfrm>
            <a:off x="-12316" y="5787741"/>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9">
            <a:extLst>
              <a:ext uri="{FF2B5EF4-FFF2-40B4-BE49-F238E27FC236}">
                <a16:creationId xmlns:a16="http://schemas.microsoft.com/office/drawing/2014/main" id="{BB77FC33-3DC4-11A8-DDDD-8722A74E6B6D}"/>
              </a:ext>
            </a:extLst>
          </p:cNvPr>
          <p:cNvSpPr/>
          <p:nvPr/>
        </p:nvSpPr>
        <p:spPr>
          <a:xfrm>
            <a:off x="11552769"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10" name="Chevron 20">
            <a:extLst>
              <a:ext uri="{FF2B5EF4-FFF2-40B4-BE49-F238E27FC236}">
                <a16:creationId xmlns:a16="http://schemas.microsoft.com/office/drawing/2014/main" id="{76152CCD-F2BC-1404-4AFA-E61686E32079}"/>
              </a:ext>
            </a:extLst>
          </p:cNvPr>
          <p:cNvSpPr/>
          <p:nvPr/>
        </p:nvSpPr>
        <p:spPr>
          <a:xfrm>
            <a:off x="11303002"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rtl="0">
              <a:defRPr/>
            </a:pPr>
            <a:endParaRPr lang="en-US" sz="2200" dirty="0"/>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304801"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a:extLst>
              <a:ext uri="{FF2B5EF4-FFF2-40B4-BE49-F238E27FC236}">
                <a16:creationId xmlns:a16="http://schemas.microsoft.com/office/drawing/2014/main" id="{987B33D1-3723-2DD0-A5B3-ED9ADEBEA366}"/>
              </a:ext>
            </a:extLst>
          </p:cNvPr>
          <p:cNvSpPr>
            <a:spLocks noGrp="1"/>
          </p:cNvSpPr>
          <p:nvPr>
            <p:ph type="dt" sz="half" idx="10"/>
          </p:nvPr>
        </p:nvSpPr>
        <p:spPr/>
        <p:txBody>
          <a:bodyPr/>
          <a:lstStyle>
            <a:lvl1pPr>
              <a:defRPr dirty="0">
                <a:solidFill>
                  <a:schemeClr val="tx1"/>
                </a:solidFill>
              </a:defRPr>
            </a:lvl1pPr>
            <a:extLst/>
          </a:lstStyle>
          <a:p>
            <a:pPr>
              <a:defRPr/>
            </a:pPr>
            <a:endParaRPr lang="en-US"/>
          </a:p>
        </p:txBody>
      </p:sp>
      <p:sp>
        <p:nvSpPr>
          <p:cNvPr id="12" name="Footer Placeholder 5">
            <a:extLst>
              <a:ext uri="{FF2B5EF4-FFF2-40B4-BE49-F238E27FC236}">
                <a16:creationId xmlns:a16="http://schemas.microsoft.com/office/drawing/2014/main" id="{5734207C-23BD-644F-6BB4-AB7522F5023C}"/>
              </a:ext>
            </a:extLst>
          </p:cNvPr>
          <p:cNvSpPr>
            <a:spLocks noGrp="1"/>
          </p:cNvSpPr>
          <p:nvPr>
            <p:ph type="ftr" sz="quarter" idx="11"/>
          </p:nvPr>
        </p:nvSpPr>
        <p:spPr/>
        <p:txBody>
          <a:bodyPr/>
          <a:lstStyle>
            <a:lvl1pPr>
              <a:defRPr dirty="0" smtClean="0">
                <a:solidFill>
                  <a:schemeClr val="tx1"/>
                </a:solidFill>
              </a:defRPr>
            </a:lvl1pPr>
            <a:extLst/>
          </a:lstStyle>
          <a:p>
            <a:pPr>
              <a:defRPr/>
            </a:pPr>
            <a:r>
              <a:rPr lang="en-US" dirty="0"/>
              <a:t>Information Technology Project Management, </a:t>
            </a:r>
          </a:p>
        </p:txBody>
      </p:sp>
      <p:sp>
        <p:nvSpPr>
          <p:cNvPr id="13" name="Slide Number Placeholder 6">
            <a:extLst>
              <a:ext uri="{FF2B5EF4-FFF2-40B4-BE49-F238E27FC236}">
                <a16:creationId xmlns:a16="http://schemas.microsoft.com/office/drawing/2014/main" id="{DF9335AA-96FA-3BFB-0EF1-D42D966CF17F}"/>
              </a:ext>
            </a:extLst>
          </p:cNvPr>
          <p:cNvSpPr>
            <a:spLocks noGrp="1"/>
          </p:cNvSpPr>
          <p:nvPr>
            <p:ph type="sldNum" sz="quarter" idx="12"/>
          </p:nvPr>
        </p:nvSpPr>
        <p:spPr/>
        <p:txBody>
          <a:bodyPr/>
          <a:lstStyle>
            <a:lvl1pPr>
              <a:defRPr/>
            </a:lvl1pPr>
          </a:lstStyle>
          <a:p>
            <a:fld id="{6C7B27FB-4EA0-421B-90A9-62B4CBEBD6EC}" type="slidenum">
              <a:rPr lang="en-US" altLang="en-US"/>
              <a:pPr/>
              <a:t>‹#›</a:t>
            </a:fld>
            <a:endParaRPr lang="en-US" altLang="en-US"/>
          </a:p>
        </p:txBody>
      </p:sp>
    </p:spTree>
    <p:extLst>
      <p:ext uri="{BB962C8B-B14F-4D97-AF65-F5344CB8AC3E}">
        <p14:creationId xmlns:p14="http://schemas.microsoft.com/office/powerpoint/2010/main" val="335592624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2"/>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F42E9E4F-D8E5-789D-91E1-91EA59C020A9}"/>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F43BEA79-14B3-E328-068D-2A97A614E1BF}"/>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6" name="Slide Number Placeholder 17">
            <a:extLst>
              <a:ext uri="{FF2B5EF4-FFF2-40B4-BE49-F238E27FC236}">
                <a16:creationId xmlns:a16="http://schemas.microsoft.com/office/drawing/2014/main" id="{4C558B7D-4F2C-D303-13CF-41543385C5A0}"/>
              </a:ext>
            </a:extLst>
          </p:cNvPr>
          <p:cNvSpPr>
            <a:spLocks noGrp="1"/>
          </p:cNvSpPr>
          <p:nvPr>
            <p:ph type="sldNum" sz="quarter" idx="12"/>
          </p:nvPr>
        </p:nvSpPr>
        <p:spPr/>
        <p:txBody>
          <a:bodyPr/>
          <a:lstStyle>
            <a:lvl1pPr>
              <a:defRPr/>
            </a:lvl1pPr>
          </a:lstStyle>
          <a:p>
            <a:fld id="{B1987C01-8CFE-4DA7-9DB9-D528631DEBB6}" type="slidenum">
              <a:rPr lang="en-US" altLang="en-US"/>
              <a:pPr/>
              <a:t>‹#›</a:t>
            </a:fld>
            <a:endParaRPr lang="en-US" altLang="en-US"/>
          </a:p>
        </p:txBody>
      </p:sp>
    </p:spTree>
    <p:extLst>
      <p:ext uri="{BB962C8B-B14F-4D97-AF65-F5344CB8AC3E}">
        <p14:creationId xmlns:p14="http://schemas.microsoft.com/office/powerpoint/2010/main" val="40035617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3"/>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42A91764-4BEC-3B69-F547-6F9285FE8B8C}"/>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DADF60B5-373A-423A-1096-647AB605EC29}"/>
              </a:ext>
            </a:extLst>
          </p:cNvPr>
          <p:cNvSpPr>
            <a:spLocks noGrp="1"/>
          </p:cNvSpPr>
          <p:nvPr>
            <p:ph type="ftr" sz="quarter" idx="11"/>
          </p:nvPr>
        </p:nvSpPr>
        <p:spPr/>
        <p:txBody>
          <a:bodyPr/>
          <a:lstStyle>
            <a:lvl1pPr>
              <a:defRPr/>
            </a:lvl1pPr>
          </a:lstStyle>
          <a:p>
            <a:pPr>
              <a:defRPr/>
            </a:pPr>
            <a:r>
              <a:rPr lang="en-US" dirty="0"/>
              <a:t>Information Technology Project Management, </a:t>
            </a:r>
          </a:p>
        </p:txBody>
      </p:sp>
      <p:sp>
        <p:nvSpPr>
          <p:cNvPr id="6" name="Slide Number Placeholder 17">
            <a:extLst>
              <a:ext uri="{FF2B5EF4-FFF2-40B4-BE49-F238E27FC236}">
                <a16:creationId xmlns:a16="http://schemas.microsoft.com/office/drawing/2014/main" id="{9AE2F4D2-16D7-852C-774F-E1497D2EB830}"/>
              </a:ext>
            </a:extLst>
          </p:cNvPr>
          <p:cNvSpPr>
            <a:spLocks noGrp="1"/>
          </p:cNvSpPr>
          <p:nvPr>
            <p:ph type="sldNum" sz="quarter" idx="12"/>
          </p:nvPr>
        </p:nvSpPr>
        <p:spPr/>
        <p:txBody>
          <a:bodyPr/>
          <a:lstStyle>
            <a:lvl1pPr>
              <a:defRPr/>
            </a:lvl1pPr>
          </a:lstStyle>
          <a:p>
            <a:fld id="{263A00F9-61CA-4F9C-98FB-F22DFE4DCCAD}" type="slidenum">
              <a:rPr lang="en-US" altLang="en-US"/>
              <a:pPr/>
              <a:t>‹#›</a:t>
            </a:fld>
            <a:endParaRPr lang="en-US" altLang="en-US"/>
          </a:p>
        </p:txBody>
      </p:sp>
    </p:spTree>
    <p:extLst>
      <p:ext uri="{BB962C8B-B14F-4D97-AF65-F5344CB8AC3E}">
        <p14:creationId xmlns:p14="http://schemas.microsoft.com/office/powerpoint/2010/main" val="219576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586E890-F6E7-5689-687F-E3FB929CE055}"/>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A2051AF-A17E-359B-B915-D73B9C5D32B1}"/>
              </a:ext>
            </a:extLst>
          </p:cNvPr>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4E4E907-791D-0687-6DFF-EFFC02A45225}"/>
              </a:ext>
            </a:extLst>
          </p:cNvPr>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rtl="0">
              <a:lnSpc>
                <a:spcPct val="90000"/>
              </a:lnSpc>
              <a:spcBef>
                <a:spcPct val="20000"/>
              </a:spcBef>
              <a:buFontTx/>
              <a:buChar char="•"/>
              <a:defRPr sz="1200" dirty="0">
                <a:solidFill>
                  <a:schemeClr val="tx1">
                    <a:tint val="75000"/>
                  </a:schemeClr>
                </a:solidFill>
                <a:cs typeface="+mn-cs"/>
              </a:defRPr>
            </a:lvl1pPr>
          </a:lstStyle>
          <a:p>
            <a:pPr>
              <a:defRPr/>
            </a:pPr>
            <a:endParaRPr lang="en-US"/>
          </a:p>
        </p:txBody>
      </p:sp>
      <p:sp>
        <p:nvSpPr>
          <p:cNvPr id="5" name="Footer Placeholder 4">
            <a:extLst>
              <a:ext uri="{FF2B5EF4-FFF2-40B4-BE49-F238E27FC236}">
                <a16:creationId xmlns:a16="http://schemas.microsoft.com/office/drawing/2014/main" id="{6C7EA01D-C39D-C150-49D5-872E370CF73D}"/>
              </a:ext>
            </a:extLst>
          </p:cNvPr>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rtl="0">
              <a:lnSpc>
                <a:spcPct val="90000"/>
              </a:lnSpc>
              <a:spcBef>
                <a:spcPct val="20000"/>
              </a:spcBef>
              <a:buFontTx/>
              <a:buChar char="•"/>
              <a:defRPr sz="1200" dirty="0" smtClean="0">
                <a:solidFill>
                  <a:schemeClr val="tx1">
                    <a:tint val="75000"/>
                  </a:schemeClr>
                </a:solidFill>
                <a:cs typeface="+mn-cs"/>
              </a:defRPr>
            </a:lvl1p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55BC2A19-5EFC-5EC1-E8BD-976C831FABEC}"/>
              </a:ext>
            </a:extLst>
          </p:cNvPr>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rtl="0">
              <a:lnSpc>
                <a:spcPct val="90000"/>
              </a:lnSpc>
              <a:spcBef>
                <a:spcPct val="20000"/>
              </a:spcBef>
              <a:buFontTx/>
              <a:buChar char="•"/>
              <a:defRPr sz="1200">
                <a:solidFill>
                  <a:srgbClr val="898989"/>
                </a:solidFill>
              </a:defRPr>
            </a:lvl1pPr>
          </a:lstStyle>
          <a:p>
            <a:fld id="{F28B7E4A-287A-4858-9C89-61AE171F380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0EF731E2-A84B-45BB-C6E6-D17D2DEFF9A4}"/>
              </a:ext>
            </a:extLst>
          </p:cNvPr>
          <p:cNvSpPr>
            <a:spLocks/>
          </p:cNvSpPr>
          <p:nvPr/>
        </p:nvSpPr>
        <p:spPr bwMode="auto">
          <a:xfrm>
            <a:off x="954617" y="5002216"/>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lgn="l" rtl="0">
              <a:defRPr/>
            </a:pPr>
            <a:endParaRPr lang="en-US" sz="2200" dirty="0">
              <a:cs typeface="+mn-cs"/>
            </a:endParaRPr>
          </a:p>
        </p:txBody>
      </p:sp>
      <p:sp>
        <p:nvSpPr>
          <p:cNvPr id="12" name="Freeform 11">
            <a:extLst>
              <a:ext uri="{FF2B5EF4-FFF2-40B4-BE49-F238E27FC236}">
                <a16:creationId xmlns:a16="http://schemas.microsoft.com/office/drawing/2014/main" id="{6E8A68BC-8C08-059C-DDD3-DC8F1A1157D1}"/>
              </a:ext>
            </a:extLst>
          </p:cNvPr>
          <p:cNvSpPr>
            <a:spLocks/>
          </p:cNvSpPr>
          <p:nvPr/>
        </p:nvSpPr>
        <p:spPr bwMode="auto">
          <a:xfrm>
            <a:off x="-71965"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lgn="l" rtl="0">
              <a:defRPr/>
            </a:pPr>
            <a:endParaRPr lang="en-US" sz="2200" dirty="0">
              <a:cs typeface="+mn-cs"/>
            </a:endParaRPr>
          </a:p>
        </p:txBody>
      </p:sp>
      <p:sp>
        <p:nvSpPr>
          <p:cNvPr id="14" name="Right Triangle 13">
            <a:extLst>
              <a:ext uri="{FF2B5EF4-FFF2-40B4-BE49-F238E27FC236}">
                <a16:creationId xmlns:a16="http://schemas.microsoft.com/office/drawing/2014/main" id="{C8C88C3C-00E4-E3DB-E473-01AB6D0D57BA}"/>
              </a:ext>
            </a:extLst>
          </p:cNvPr>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rtl="0">
              <a:defRPr/>
            </a:pPr>
            <a:endParaRPr lang="en-US" sz="2200" dirty="0"/>
          </a:p>
        </p:txBody>
      </p:sp>
      <p:cxnSp>
        <p:nvCxnSpPr>
          <p:cNvPr id="15" name="Straight Connector 14">
            <a:extLst>
              <a:ext uri="{FF2B5EF4-FFF2-40B4-BE49-F238E27FC236}">
                <a16:creationId xmlns:a16="http://schemas.microsoft.com/office/drawing/2014/main" id="{2B77FC9A-F3F4-EE72-6BDE-4516AFEBF07F}"/>
              </a:ext>
            </a:extLst>
          </p:cNvPr>
          <p:cNvCxnSpPr/>
          <p:nvPr/>
        </p:nvCxnSpPr>
        <p:spPr>
          <a:xfrm>
            <a:off x="-12316" y="5787741"/>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B6C9BFA3-7B22-35B7-F1A5-09837B8CCFB8}"/>
              </a:ext>
            </a:extLst>
          </p:cNvPr>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2057" name="Text Placeholder 29">
            <a:extLst>
              <a:ext uri="{FF2B5EF4-FFF2-40B4-BE49-F238E27FC236}">
                <a16:creationId xmlns:a16="http://schemas.microsoft.com/office/drawing/2014/main" id="{0AC9412A-E9AA-93CF-D07E-B6E0723684BD}"/>
              </a:ext>
            </a:extLst>
          </p:cNvPr>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0FB68230-25B4-67A0-6506-075D808EE41D}"/>
              </a:ext>
            </a:extLst>
          </p:cNvPr>
          <p:cNvSpPr>
            <a:spLocks noGrp="1"/>
          </p:cNvSpPr>
          <p:nvPr>
            <p:ph type="dt" sz="half" idx="2"/>
          </p:nvPr>
        </p:nvSpPr>
        <p:spPr>
          <a:xfrm>
            <a:off x="8970433" y="6408741"/>
            <a:ext cx="2559051" cy="365125"/>
          </a:xfrm>
          <a:prstGeom prst="rect">
            <a:avLst/>
          </a:prstGeom>
        </p:spPr>
        <p:txBody>
          <a:bodyPr vert="horz" anchor="b"/>
          <a:lstStyle>
            <a:lvl1pPr algn="l" rtl="0" eaLnBrk="1" latinLnBrk="0" hangingPunct="1">
              <a:defRPr kumimoji="0" sz="1000" dirty="0">
                <a:solidFill>
                  <a:schemeClr val="tx1"/>
                </a:solidFill>
                <a:cs typeface="+mn-cs"/>
              </a:defRPr>
            </a:lvl1pPr>
            <a:extLst/>
          </a:lstStyle>
          <a:p>
            <a:pPr>
              <a:defRPr/>
            </a:pPr>
            <a:endParaRPr lang="en-US"/>
          </a:p>
        </p:txBody>
      </p:sp>
      <p:sp>
        <p:nvSpPr>
          <p:cNvPr id="22" name="Footer Placeholder 21">
            <a:extLst>
              <a:ext uri="{FF2B5EF4-FFF2-40B4-BE49-F238E27FC236}">
                <a16:creationId xmlns:a16="http://schemas.microsoft.com/office/drawing/2014/main" id="{EBF7A78A-418D-F827-642E-74D4B37064FF}"/>
              </a:ext>
            </a:extLst>
          </p:cNvPr>
          <p:cNvSpPr>
            <a:spLocks noGrp="1"/>
          </p:cNvSpPr>
          <p:nvPr>
            <p:ph type="ftr" sz="quarter" idx="3"/>
          </p:nvPr>
        </p:nvSpPr>
        <p:spPr>
          <a:xfrm>
            <a:off x="5839884" y="6408741"/>
            <a:ext cx="3134783" cy="365125"/>
          </a:xfrm>
          <a:prstGeom prst="rect">
            <a:avLst/>
          </a:prstGeom>
        </p:spPr>
        <p:txBody>
          <a:bodyPr vert="horz" anchor="b"/>
          <a:lstStyle>
            <a:lvl1pPr algn="r" rtl="0" eaLnBrk="1" latinLnBrk="0" hangingPunct="1">
              <a:defRPr kumimoji="0" sz="1000" dirty="0" smtClean="0">
                <a:solidFill>
                  <a:schemeClr val="tx1"/>
                </a:solidFill>
                <a:cs typeface="+mn-cs"/>
              </a:defRPr>
            </a:lvl1pPr>
            <a:extLst/>
          </a:lstStyle>
          <a:p>
            <a:pPr>
              <a:defRPr/>
            </a:pPr>
            <a:r>
              <a:rPr lang="en-US" dirty="0"/>
              <a:t>Information Technology Project Management, </a:t>
            </a:r>
          </a:p>
        </p:txBody>
      </p:sp>
      <p:sp>
        <p:nvSpPr>
          <p:cNvPr id="18" name="Slide Number Placeholder 17">
            <a:extLst>
              <a:ext uri="{FF2B5EF4-FFF2-40B4-BE49-F238E27FC236}">
                <a16:creationId xmlns:a16="http://schemas.microsoft.com/office/drawing/2014/main" id="{7F2C0019-F894-B31E-210A-3B5E33D680A3}"/>
              </a:ext>
            </a:extLst>
          </p:cNvPr>
          <p:cNvSpPr>
            <a:spLocks noGrp="1"/>
          </p:cNvSpPr>
          <p:nvPr>
            <p:ph type="sldNum" sz="quarter" idx="4"/>
          </p:nvPr>
        </p:nvSpPr>
        <p:spPr>
          <a:xfrm>
            <a:off x="11529484" y="6408741"/>
            <a:ext cx="488949" cy="365125"/>
          </a:xfrm>
          <a:prstGeom prst="rect">
            <a:avLst/>
          </a:prstGeom>
        </p:spPr>
        <p:txBody>
          <a:bodyPr vert="horz" wrap="square" lIns="91440" tIns="45720" rIns="91440" bIns="45720" numCol="1" anchor="b" anchorCtr="0" compatLnSpc="1">
            <a:prstTxWarp prst="textNoShape">
              <a:avLst/>
            </a:prstTxWarp>
          </a:bodyPr>
          <a:lstStyle>
            <a:lvl1pPr rtl="0">
              <a:defRPr sz="1000"/>
            </a:lvl1pPr>
          </a:lstStyle>
          <a:p>
            <a:fld id="{5F88C374-1CC2-4AA4-B5A7-D4D37AD2A9F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54" r:id="rId7"/>
    <p:sldLayoutId id="2147483763" r:id="rId8"/>
    <p:sldLayoutId id="2147483764" r:id="rId9"/>
    <p:sldLayoutId id="2147483755" r:id="rId10"/>
    <p:sldLayoutId id="2147483756" r:id="rId11"/>
  </p:sldLayoutIdLst>
  <p:hf hdr="0" dt="0"/>
  <p:txStyles>
    <p:title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Arial" charset="0"/>
        </a:defRPr>
      </a:lvl2pPr>
      <a:lvl3pPr algn="l" rtl="0" fontAlgn="base">
        <a:spcBef>
          <a:spcPct val="0"/>
        </a:spcBef>
        <a:spcAft>
          <a:spcPct val="0"/>
        </a:spcAft>
        <a:defRPr sz="4100" b="1">
          <a:solidFill>
            <a:schemeClr val="tx2"/>
          </a:solidFill>
          <a:latin typeface="Arial" charset="0"/>
        </a:defRPr>
      </a:lvl3pPr>
      <a:lvl4pPr algn="l" rtl="0" fontAlgn="base">
        <a:spcBef>
          <a:spcPct val="0"/>
        </a:spcBef>
        <a:spcAft>
          <a:spcPct val="0"/>
        </a:spcAft>
        <a:defRPr sz="4100" b="1">
          <a:solidFill>
            <a:schemeClr val="tx2"/>
          </a:solidFill>
          <a:latin typeface="Arial" charset="0"/>
        </a:defRPr>
      </a:lvl4pPr>
      <a:lvl5pPr algn="l" rtl="0" fontAlgn="base">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fontAlgn="base">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fontAlgn="base">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fontAlgn="base">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hyperlink" Target="http://www.pmi.org/" TargetMode="Externa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48C3-DE7C-15F8-2B06-146DBD5F572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4D0D6FA-0B96-BA68-4A22-9567DEAF7BE0}"/>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2D534014-2805-B7B1-0675-4259170D25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05863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080BC15-080B-0330-BB13-A9479CBE7BFC}"/>
              </a:ext>
            </a:extLst>
          </p:cNvPr>
          <p:cNvSpPr>
            <a:spLocks noGrp="1" noChangeArrowheads="1"/>
          </p:cNvSpPr>
          <p:nvPr>
            <p:ph type="ctrTitle"/>
          </p:nvPr>
        </p:nvSpPr>
        <p:spPr>
          <a:xfrm>
            <a:off x="914400" y="1600203"/>
            <a:ext cx="10058400" cy="2514597"/>
          </a:xfrm>
        </p:spPr>
        <p:txBody>
          <a:bodyPr>
            <a:noAutofit/>
          </a:bodyPr>
          <a:lstStyle/>
          <a:p>
            <a:pPr algn="ctr" fontAlgn="auto">
              <a:spcAft>
                <a:spcPts val="0"/>
              </a:spcAft>
              <a:defRPr/>
            </a:pPr>
            <a:r>
              <a:rPr dirty="0">
                <a:effectLst>
                  <a:outerShdw blurRad="38100" dist="38100" dir="2700000" algn="tl">
                    <a:srgbClr val="FFFFFF"/>
                  </a:outerShdw>
                </a:effectLst>
                <a:latin typeface="Arial Rounded MT Bold" pitchFamily="34" charset="0"/>
              </a:rPr>
              <a:t>Chapter 1:</a:t>
            </a:r>
            <a:br>
              <a:rPr dirty="0">
                <a:effectLst>
                  <a:outerShdw blurRad="38100" dist="38100" dir="2700000" algn="tl">
                    <a:srgbClr val="FFFFFF"/>
                  </a:outerShdw>
                </a:effectLst>
                <a:latin typeface="Arial Rounded MT Bold" pitchFamily="34" charset="0"/>
              </a:rPr>
            </a:br>
            <a:r>
              <a:rPr dirty="0">
                <a:effectLst>
                  <a:outerShdw blurRad="38100" dist="38100" dir="2700000" algn="tl">
                    <a:srgbClr val="FFFFFF"/>
                  </a:outerShdw>
                </a:effectLst>
                <a:latin typeface="Arial Rounded MT Bold" pitchFamily="34" charset="0"/>
              </a:rPr>
              <a:t>Introduction to Project Management</a:t>
            </a:r>
          </a:p>
        </p:txBody>
      </p:sp>
      <p:sp>
        <p:nvSpPr>
          <p:cNvPr id="3075" name="Rectangle 3">
            <a:extLst>
              <a:ext uri="{FF2B5EF4-FFF2-40B4-BE49-F238E27FC236}">
                <a16:creationId xmlns:a16="http://schemas.microsoft.com/office/drawing/2014/main" id="{68DB551B-D50A-2E5A-60D5-DAFC60E43570}"/>
              </a:ext>
            </a:extLst>
          </p:cNvPr>
          <p:cNvSpPr>
            <a:spLocks noChangeArrowheads="1"/>
          </p:cNvSpPr>
          <p:nvPr/>
        </p:nvSpPr>
        <p:spPr bwMode="auto">
          <a:xfrm>
            <a:off x="1676400" y="3657603"/>
            <a:ext cx="7315200" cy="1349375"/>
          </a:xfrm>
          <a:prstGeom prst="rect">
            <a:avLst/>
          </a:prstGeom>
          <a:noFill/>
          <a:ln w="9525">
            <a:noFill/>
            <a:miter lim="800000"/>
            <a:headEnd/>
            <a:tailEnd/>
          </a:ln>
          <a:effectLst/>
        </p:spPr>
        <p:txBody>
          <a:bodyPr/>
          <a:lstStyle/>
          <a:p>
            <a:pPr algn="l" rtl="0">
              <a:defRPr/>
            </a:pPr>
            <a:endParaRPr lang="en-US" sz="2800" b="1" dirty="0">
              <a:solidFill>
                <a:schemeClr val="tx2"/>
              </a:solidFill>
              <a:effectLst>
                <a:outerShdw blurRad="38100" dist="38100" dir="2700000" algn="tl">
                  <a:srgbClr val="FFFFFF"/>
                </a:outerShdw>
              </a:effectLst>
              <a:latin typeface="Arial Rounded MT Bold" pitchFamily="34" charset="0"/>
              <a:ea typeface="+mj-ea"/>
              <a:cs typeface="+mj-cs"/>
            </a:endParaRPr>
          </a:p>
        </p:txBody>
      </p:sp>
      <p:sp>
        <p:nvSpPr>
          <p:cNvPr id="11268" name="TextBox 5">
            <a:extLst>
              <a:ext uri="{FF2B5EF4-FFF2-40B4-BE49-F238E27FC236}">
                <a16:creationId xmlns:a16="http://schemas.microsoft.com/office/drawing/2014/main" id="{04D7658C-0812-50CC-88D9-A42DB94DD658}"/>
              </a:ext>
            </a:extLst>
          </p:cNvPr>
          <p:cNvSpPr txBox="1">
            <a:spLocks noChangeArrowheads="1"/>
          </p:cNvSpPr>
          <p:nvPr/>
        </p:nvSpPr>
        <p:spPr bwMode="auto">
          <a:xfrm>
            <a:off x="1219200" y="5756701"/>
            <a:ext cx="95565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l" rtl="0">
              <a:defRPr/>
            </a:pPr>
            <a:r>
              <a:rPr lang="en-US" sz="2400" b="1" dirty="0">
                <a:solidFill>
                  <a:schemeClr val="bg1">
                    <a:lumMod val="95000"/>
                  </a:schemeClr>
                </a:solidFill>
                <a:latin typeface="Arial Rounded MT Bold" pitchFamily="34" charset="0"/>
                <a:ea typeface="+mj-ea"/>
                <a:cs typeface="+mj-cs"/>
              </a:rPr>
              <a:t>Information Technology Project Management,</a:t>
            </a:r>
            <a:r>
              <a:rPr lang="ar-EG" sz="2400" b="1" dirty="0">
                <a:solidFill>
                  <a:schemeClr val="bg1">
                    <a:lumMod val="95000"/>
                  </a:schemeClr>
                </a:solidFill>
                <a:latin typeface="Arial Rounded MT Bold" pitchFamily="34" charset="0"/>
                <a:ea typeface="+mj-ea"/>
                <a:cs typeface="+mj-cs"/>
              </a:rPr>
              <a:t> </a:t>
            </a:r>
            <a:r>
              <a:rPr lang="en-US" sz="2400" b="1" dirty="0">
                <a:solidFill>
                  <a:schemeClr val="bg1">
                    <a:lumMod val="95000"/>
                  </a:schemeClr>
                </a:solidFill>
                <a:latin typeface="Arial Rounded MT Bold" pitchFamily="34" charset="0"/>
                <a:ea typeface="+mj-ea"/>
                <a:cs typeface="+mj-cs"/>
              </a:rPr>
              <a:t>Ninth Edition </a:t>
            </a:r>
            <a:br>
              <a:rPr lang="en-US" sz="2400" b="1" dirty="0">
                <a:solidFill>
                  <a:schemeClr val="bg1">
                    <a:lumMod val="95000"/>
                  </a:schemeClr>
                </a:solidFill>
                <a:latin typeface="Arial Rounded MT Bold" pitchFamily="34" charset="0"/>
                <a:ea typeface="+mj-ea"/>
                <a:cs typeface="+mj-cs"/>
              </a:rPr>
            </a:br>
            <a:r>
              <a:rPr lang="en-US" sz="2400" b="1" dirty="0">
                <a:solidFill>
                  <a:schemeClr val="bg1">
                    <a:lumMod val="95000"/>
                  </a:schemeClr>
                </a:solidFill>
                <a:latin typeface="Arial Rounded MT Bold" pitchFamily="34" charset="0"/>
                <a:ea typeface="+mj-ea"/>
                <a:cs typeface="+mj-cs"/>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0BFD1EB-AEF3-115F-6E36-0BB43FC935E6}"/>
              </a:ext>
            </a:extLst>
          </p:cNvPr>
          <p:cNvGraphicFramePr>
            <a:graphicFrameLocks noGrp="1"/>
          </p:cNvGraphicFramePr>
          <p:nvPr>
            <p:ph idx="1"/>
            <p:extLst>
              <p:ext uri="{D42A27DB-BD31-4B8C-83A1-F6EECF244321}">
                <p14:modId xmlns:p14="http://schemas.microsoft.com/office/powerpoint/2010/main" val="1928849922"/>
              </p:ext>
            </p:extLst>
          </p:nvPr>
        </p:nvGraphicFramePr>
        <p:xfrm>
          <a:off x="762001" y="1295400"/>
          <a:ext cx="10689168" cy="5029200"/>
        </p:xfrm>
        <a:graphic>
          <a:graphicData uri="http://schemas.openxmlformats.org/drawingml/2006/table">
            <a:tbl>
              <a:tblPr firstRow="1" bandRow="1">
                <a:tableStyleId>{5C22544A-7EE6-4342-B048-85BDC9FD1C3A}</a:tableStyleId>
              </a:tblPr>
              <a:tblGrid>
                <a:gridCol w="1385633">
                  <a:extLst>
                    <a:ext uri="{9D8B030D-6E8A-4147-A177-3AD203B41FA5}">
                      <a16:colId xmlns:a16="http://schemas.microsoft.com/office/drawing/2014/main" val="2425017380"/>
                    </a:ext>
                  </a:extLst>
                </a:gridCol>
                <a:gridCol w="9303535">
                  <a:extLst>
                    <a:ext uri="{9D8B030D-6E8A-4147-A177-3AD203B41FA5}">
                      <a16:colId xmlns:a16="http://schemas.microsoft.com/office/drawing/2014/main" val="3844195726"/>
                    </a:ext>
                  </a:extLst>
                </a:gridCol>
              </a:tblGrid>
              <a:tr h="411451">
                <a:tc>
                  <a:txBody>
                    <a:bodyPr/>
                    <a:lstStyle/>
                    <a:p>
                      <a:pPr algn="ctr"/>
                      <a:r>
                        <a:rPr lang="en-US" sz="2400" dirty="0"/>
                        <a:t>Chapter</a:t>
                      </a:r>
                    </a:p>
                  </a:txBody>
                  <a:tcPr anchor="ctr"/>
                </a:tc>
                <a:tc>
                  <a:txBody>
                    <a:bodyPr/>
                    <a:lstStyle/>
                    <a:p>
                      <a:pPr algn="ctr"/>
                      <a:r>
                        <a:rPr lang="en-US" sz="2400" dirty="0"/>
                        <a:t>Title</a:t>
                      </a:r>
                    </a:p>
                  </a:txBody>
                  <a:tcPr anchor="ctr"/>
                </a:tc>
                <a:extLst>
                  <a:ext uri="{0D108BD9-81ED-4DB2-BD59-A6C34878D82A}">
                    <a16:rowId xmlns:a16="http://schemas.microsoft.com/office/drawing/2014/main" val="3694537341"/>
                  </a:ext>
                </a:extLst>
              </a:tr>
              <a:tr h="411451">
                <a:tc>
                  <a:txBody>
                    <a:bodyPr/>
                    <a:lstStyle/>
                    <a:p>
                      <a:pPr algn="ctr"/>
                      <a:r>
                        <a:rPr lang="en-US" sz="2400" b="1" dirty="0"/>
                        <a:t>1</a:t>
                      </a:r>
                    </a:p>
                  </a:txBody>
                  <a:tcPr anchor="ctr"/>
                </a:tc>
                <a:tc>
                  <a:txBody>
                    <a:bodyPr/>
                    <a:lstStyle/>
                    <a:p>
                      <a:pPr algn="l"/>
                      <a:r>
                        <a:rPr lang="en-US" sz="2400" b="1" dirty="0">
                          <a:effectLst>
                            <a:outerShdw blurRad="38100" dist="38100" dir="2700000" algn="tl">
                              <a:srgbClr val="FFFFFF"/>
                            </a:outerShdw>
                          </a:effectLst>
                          <a:latin typeface="Arial Rounded MT Bold" pitchFamily="34" charset="0"/>
                        </a:rPr>
                        <a:t>Introduction to Project Management</a:t>
                      </a:r>
                      <a:endParaRPr lang="en-US" sz="2400" b="1" dirty="0"/>
                    </a:p>
                  </a:txBody>
                  <a:tcPr anchor="ctr"/>
                </a:tc>
                <a:extLst>
                  <a:ext uri="{0D108BD9-81ED-4DB2-BD59-A6C34878D82A}">
                    <a16:rowId xmlns:a16="http://schemas.microsoft.com/office/drawing/2014/main" val="2869332080"/>
                  </a:ext>
                </a:extLst>
              </a:tr>
              <a:tr h="411451">
                <a:tc>
                  <a:txBody>
                    <a:bodyPr/>
                    <a:lstStyle/>
                    <a:p>
                      <a:pPr algn="ctr"/>
                      <a:r>
                        <a:rPr lang="en-US" sz="2400" b="1" dirty="0"/>
                        <a:t>2</a:t>
                      </a:r>
                    </a:p>
                  </a:txBody>
                  <a:tcPr anchor="ctr"/>
                </a:tc>
                <a:tc>
                  <a:txBody>
                    <a:bodyPr/>
                    <a:lstStyle/>
                    <a:p>
                      <a:pPr algn="l"/>
                      <a:r>
                        <a:rPr lang="en-US" sz="2400" b="1" dirty="0">
                          <a:effectLst>
                            <a:outerShdw blurRad="38100" dist="38100" dir="2700000" algn="tl">
                              <a:srgbClr val="FFFFFF"/>
                            </a:outerShdw>
                          </a:effectLst>
                          <a:latin typeface="Arial Rounded MT Bold" pitchFamily="34" charset="0"/>
                        </a:rPr>
                        <a:t>The Project Management and Information Technology Context</a:t>
                      </a:r>
                      <a:endParaRPr lang="en-US" sz="2400" b="1" dirty="0"/>
                    </a:p>
                  </a:txBody>
                  <a:tcPr anchor="ctr"/>
                </a:tc>
                <a:extLst>
                  <a:ext uri="{0D108BD9-81ED-4DB2-BD59-A6C34878D82A}">
                    <a16:rowId xmlns:a16="http://schemas.microsoft.com/office/drawing/2014/main" val="1638916106"/>
                  </a:ext>
                </a:extLst>
              </a:tr>
              <a:tr h="411451">
                <a:tc>
                  <a:txBody>
                    <a:bodyPr/>
                    <a:lstStyle/>
                    <a:p>
                      <a:pPr algn="ctr"/>
                      <a:r>
                        <a:rPr lang="en-US" sz="2400" b="1" dirty="0"/>
                        <a:t>3</a:t>
                      </a:r>
                    </a:p>
                  </a:txBody>
                  <a:tcPr anchor="ctr"/>
                </a:tc>
                <a:tc>
                  <a:txBody>
                    <a:bodyPr/>
                    <a:lstStyle/>
                    <a:p>
                      <a:pPr algn="l"/>
                      <a:r>
                        <a:rPr lang="en-US" sz="2400" b="1" dirty="0"/>
                        <a:t>The Project Management Process Groups: A Case Study</a:t>
                      </a:r>
                    </a:p>
                  </a:txBody>
                  <a:tcPr anchor="ctr"/>
                </a:tc>
                <a:extLst>
                  <a:ext uri="{0D108BD9-81ED-4DB2-BD59-A6C34878D82A}">
                    <a16:rowId xmlns:a16="http://schemas.microsoft.com/office/drawing/2014/main" val="2476654249"/>
                  </a:ext>
                </a:extLst>
              </a:tr>
              <a:tr h="411451">
                <a:tc>
                  <a:txBody>
                    <a:bodyPr/>
                    <a:lstStyle/>
                    <a:p>
                      <a:pPr algn="ctr"/>
                      <a:r>
                        <a:rPr lang="en-US" sz="2400" b="1" dirty="0"/>
                        <a:t>4</a:t>
                      </a:r>
                    </a:p>
                  </a:txBody>
                  <a:tcPr anchor="ctr"/>
                </a:tc>
                <a:tc>
                  <a:txBody>
                    <a:bodyPr/>
                    <a:lstStyle/>
                    <a:p>
                      <a:pPr algn="l"/>
                      <a:r>
                        <a:rPr lang="en-US" sz="2400" b="1" dirty="0"/>
                        <a:t>Project Integration Management</a:t>
                      </a:r>
                    </a:p>
                  </a:txBody>
                  <a:tcPr anchor="ctr"/>
                </a:tc>
                <a:extLst>
                  <a:ext uri="{0D108BD9-81ED-4DB2-BD59-A6C34878D82A}">
                    <a16:rowId xmlns:a16="http://schemas.microsoft.com/office/drawing/2014/main" val="1344499883"/>
                  </a:ext>
                </a:extLst>
              </a:tr>
              <a:tr h="411451">
                <a:tc>
                  <a:txBody>
                    <a:bodyPr/>
                    <a:lstStyle/>
                    <a:p>
                      <a:pPr algn="ctr"/>
                      <a:r>
                        <a:rPr lang="en-US" sz="2400" b="1" dirty="0"/>
                        <a:t>5</a:t>
                      </a:r>
                    </a:p>
                  </a:txBody>
                  <a:tcPr anchor="ctr"/>
                </a:tc>
                <a:tc>
                  <a:txBody>
                    <a:bodyPr/>
                    <a:lstStyle/>
                    <a:p>
                      <a:pPr algn="l"/>
                      <a:r>
                        <a:rPr lang="en-US" sz="2400" b="1" dirty="0"/>
                        <a:t>Project Scope Management</a:t>
                      </a:r>
                    </a:p>
                  </a:txBody>
                  <a:tcPr anchor="ctr"/>
                </a:tc>
                <a:extLst>
                  <a:ext uri="{0D108BD9-81ED-4DB2-BD59-A6C34878D82A}">
                    <a16:rowId xmlns:a16="http://schemas.microsoft.com/office/drawing/2014/main" val="3558044295"/>
                  </a:ext>
                </a:extLst>
              </a:tr>
              <a:tr h="411451">
                <a:tc>
                  <a:txBody>
                    <a:bodyPr/>
                    <a:lstStyle/>
                    <a:p>
                      <a:pPr algn="ctr"/>
                      <a:r>
                        <a:rPr lang="en-US" sz="2400" b="1" dirty="0"/>
                        <a:t>6</a:t>
                      </a:r>
                    </a:p>
                  </a:txBody>
                  <a:tcPr anchor="ctr"/>
                </a:tc>
                <a:tc>
                  <a:txBody>
                    <a:bodyPr/>
                    <a:lstStyle/>
                    <a:p>
                      <a:pPr algn="l"/>
                      <a:r>
                        <a:rPr lang="en-US" sz="2400" b="1" dirty="0"/>
                        <a:t>Project Time Management</a:t>
                      </a:r>
                    </a:p>
                  </a:txBody>
                  <a:tcPr anchor="ctr"/>
                </a:tc>
                <a:extLst>
                  <a:ext uri="{0D108BD9-81ED-4DB2-BD59-A6C34878D82A}">
                    <a16:rowId xmlns:a16="http://schemas.microsoft.com/office/drawing/2014/main" val="3771622401"/>
                  </a:ext>
                </a:extLst>
              </a:tr>
              <a:tr h="411451">
                <a:tc>
                  <a:txBody>
                    <a:bodyPr/>
                    <a:lstStyle/>
                    <a:p>
                      <a:pPr algn="ctr"/>
                      <a:r>
                        <a:rPr lang="en-US" sz="2400" b="1" dirty="0"/>
                        <a:t>7</a:t>
                      </a:r>
                    </a:p>
                  </a:txBody>
                  <a:tcPr anchor="ctr"/>
                </a:tc>
                <a:tc>
                  <a:txBody>
                    <a:bodyPr/>
                    <a:lstStyle/>
                    <a:p>
                      <a:pPr algn="l"/>
                      <a:r>
                        <a:rPr lang="en-US" sz="2400" b="1" dirty="0"/>
                        <a:t>Project Cost</a:t>
                      </a:r>
                    </a:p>
                  </a:txBody>
                  <a:tcPr anchor="ctr"/>
                </a:tc>
                <a:extLst>
                  <a:ext uri="{0D108BD9-81ED-4DB2-BD59-A6C34878D82A}">
                    <a16:rowId xmlns:a16="http://schemas.microsoft.com/office/drawing/2014/main" val="623969419"/>
                  </a:ext>
                </a:extLst>
              </a:tr>
              <a:tr h="411451">
                <a:tc>
                  <a:txBody>
                    <a:bodyPr/>
                    <a:lstStyle/>
                    <a:p>
                      <a:pPr algn="ctr"/>
                      <a:r>
                        <a:rPr lang="en-US" sz="2400" b="1" dirty="0"/>
                        <a:t>8</a:t>
                      </a:r>
                    </a:p>
                  </a:txBody>
                  <a:tcPr anchor="ctr"/>
                </a:tc>
                <a:tc>
                  <a:txBody>
                    <a:bodyPr/>
                    <a:lstStyle/>
                    <a:p>
                      <a:pPr algn="l"/>
                      <a:r>
                        <a:rPr lang="en-US" sz="2400" b="1" dirty="0"/>
                        <a:t>Project Quality</a:t>
                      </a:r>
                    </a:p>
                  </a:txBody>
                  <a:tcPr anchor="ctr"/>
                </a:tc>
                <a:extLst>
                  <a:ext uri="{0D108BD9-81ED-4DB2-BD59-A6C34878D82A}">
                    <a16:rowId xmlns:a16="http://schemas.microsoft.com/office/drawing/2014/main" val="4129019101"/>
                  </a:ext>
                </a:extLst>
              </a:tr>
              <a:tr h="411451">
                <a:tc>
                  <a:txBody>
                    <a:bodyPr/>
                    <a:lstStyle/>
                    <a:p>
                      <a:pPr algn="ctr"/>
                      <a:r>
                        <a:rPr lang="en-US" sz="2400" b="1" dirty="0"/>
                        <a:t>9</a:t>
                      </a:r>
                    </a:p>
                  </a:txBody>
                  <a:tcPr anchor="ctr"/>
                </a:tc>
                <a:tc>
                  <a:txBody>
                    <a:bodyPr/>
                    <a:lstStyle/>
                    <a:p>
                      <a:pPr algn="l"/>
                      <a:r>
                        <a:rPr lang="en-US" sz="2400" b="1" dirty="0"/>
                        <a:t>Project Stakeholder Management</a:t>
                      </a:r>
                    </a:p>
                  </a:txBody>
                  <a:tcPr anchor="ctr"/>
                </a:tc>
                <a:extLst>
                  <a:ext uri="{0D108BD9-81ED-4DB2-BD59-A6C34878D82A}">
                    <a16:rowId xmlns:a16="http://schemas.microsoft.com/office/drawing/2014/main" val="2283945406"/>
                  </a:ext>
                </a:extLst>
              </a:tr>
              <a:tr h="411451">
                <a:tc>
                  <a:txBody>
                    <a:bodyPr/>
                    <a:lstStyle/>
                    <a:p>
                      <a:pPr algn="ctr"/>
                      <a:r>
                        <a:rPr lang="en-US" sz="2400" b="1" dirty="0"/>
                        <a:t>11</a:t>
                      </a:r>
                    </a:p>
                  </a:txBody>
                  <a:tcPr anchor="ctr"/>
                </a:tc>
                <a:tc>
                  <a:txBody>
                    <a:bodyPr/>
                    <a:lstStyle/>
                    <a:p>
                      <a:pPr algn="l"/>
                      <a:r>
                        <a:rPr lang="en-US" sz="2400" b="1" dirty="0"/>
                        <a:t>Project Risk Management</a:t>
                      </a:r>
                    </a:p>
                  </a:txBody>
                  <a:tcPr anchor="ctr"/>
                </a:tc>
                <a:extLst>
                  <a:ext uri="{0D108BD9-81ED-4DB2-BD59-A6C34878D82A}">
                    <a16:rowId xmlns:a16="http://schemas.microsoft.com/office/drawing/2014/main" val="3767752871"/>
                  </a:ext>
                </a:extLst>
              </a:tr>
            </a:tbl>
          </a:graphicData>
        </a:graphic>
      </p:graphicFrame>
      <p:sp>
        <p:nvSpPr>
          <p:cNvPr id="3" name="Title 2">
            <a:extLst>
              <a:ext uri="{FF2B5EF4-FFF2-40B4-BE49-F238E27FC236}">
                <a16:creationId xmlns:a16="http://schemas.microsoft.com/office/drawing/2014/main" id="{05B90543-2E4A-21CC-F44D-EF788B517FC5}"/>
              </a:ext>
            </a:extLst>
          </p:cNvPr>
          <p:cNvSpPr>
            <a:spLocks noGrp="1"/>
          </p:cNvSpPr>
          <p:nvPr>
            <p:ph type="title"/>
          </p:nvPr>
        </p:nvSpPr>
        <p:spPr/>
        <p:txBody>
          <a:bodyPr/>
          <a:lstStyle/>
          <a:p>
            <a:pPr algn="ctr"/>
            <a:r>
              <a:rPr lang="en-US" dirty="0"/>
              <a:t>Contents</a:t>
            </a:r>
          </a:p>
        </p:txBody>
      </p:sp>
      <p:sp>
        <p:nvSpPr>
          <p:cNvPr id="4" name="Footer Placeholder 3">
            <a:extLst>
              <a:ext uri="{FF2B5EF4-FFF2-40B4-BE49-F238E27FC236}">
                <a16:creationId xmlns:a16="http://schemas.microsoft.com/office/drawing/2014/main" id="{C859308A-AFD0-EEB7-526B-204576D540B1}"/>
              </a:ext>
            </a:extLst>
          </p:cNvPr>
          <p:cNvSpPr>
            <a:spLocks noGrp="1"/>
          </p:cNvSpPr>
          <p:nvPr>
            <p:ph type="ftr" sz="quarter" idx="10"/>
          </p:nvPr>
        </p:nvSpPr>
        <p:spPr/>
        <p:txBody>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37907867-8C15-B16E-C5E0-A78C8AAB3336}"/>
              </a:ext>
            </a:extLst>
          </p:cNvPr>
          <p:cNvSpPr>
            <a:spLocks noGrp="1"/>
          </p:cNvSpPr>
          <p:nvPr>
            <p:ph type="sldNum" sz="quarter" idx="11"/>
          </p:nvPr>
        </p:nvSpPr>
        <p:spPr/>
        <p:txBody>
          <a:bodyPr/>
          <a:lstStyle/>
          <a:p>
            <a:fld id="{B54328F3-6691-48BC-BB5C-46AA4F307979}" type="slidenum">
              <a:rPr lang="en-US" altLang="en-US" smtClean="0"/>
              <a:pPr/>
              <a:t>3</a:t>
            </a:fld>
            <a:endParaRPr lang="en-US" altLang="en-US"/>
          </a:p>
        </p:txBody>
      </p:sp>
    </p:spTree>
    <p:extLst>
      <p:ext uri="{BB962C8B-B14F-4D97-AF65-F5344CB8AC3E}">
        <p14:creationId xmlns:p14="http://schemas.microsoft.com/office/powerpoint/2010/main" val="2169176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3440647C-9A45-F68B-B941-744EF2682EA3}"/>
              </a:ext>
            </a:extLst>
          </p:cNvPr>
          <p:cNvSpPr>
            <a:spLocks noGrp="1" noChangeArrowheads="1"/>
          </p:cNvSpPr>
          <p:nvPr>
            <p:ph idx="1"/>
          </p:nvPr>
        </p:nvSpPr>
        <p:spPr>
          <a:xfrm>
            <a:off x="762000" y="1447800"/>
            <a:ext cx="10439400" cy="4648200"/>
          </a:xfrm>
        </p:spPr>
        <p:txBody>
          <a:bodyPr/>
          <a:lstStyle/>
          <a:p>
            <a:pPr algn="just">
              <a:lnSpc>
                <a:spcPct val="150000"/>
              </a:lnSpc>
              <a:spcBef>
                <a:spcPct val="50000"/>
              </a:spcBef>
            </a:pPr>
            <a:r>
              <a:rPr lang="en-US" altLang="en-US" dirty="0"/>
              <a:t>Many organizations today have a new or renewed interest in project management</a:t>
            </a:r>
          </a:p>
          <a:p>
            <a:pPr algn="just">
              <a:lnSpc>
                <a:spcPct val="150000"/>
              </a:lnSpc>
              <a:spcBef>
                <a:spcPct val="50000"/>
              </a:spcBef>
            </a:pPr>
            <a:r>
              <a:rPr lang="en-US" altLang="en-US" dirty="0"/>
              <a:t>The complexity and importance of IT projects, which involve using hardware, software, and networks to create a product, service, or result, have evolved dramatically.</a:t>
            </a:r>
          </a:p>
        </p:txBody>
      </p:sp>
      <p:sp>
        <p:nvSpPr>
          <p:cNvPr id="11266" name="Rectangle 2">
            <a:extLst>
              <a:ext uri="{FF2B5EF4-FFF2-40B4-BE49-F238E27FC236}">
                <a16:creationId xmlns:a16="http://schemas.microsoft.com/office/drawing/2014/main" id="{263ACE45-A9C5-0BCE-3198-D205847697CB}"/>
              </a:ext>
            </a:extLst>
          </p:cNvPr>
          <p:cNvSpPr>
            <a:spLocks noGrp="1" noChangeArrowheads="1"/>
          </p:cNvSpPr>
          <p:nvPr>
            <p:ph type="title"/>
          </p:nvPr>
        </p:nvSpPr>
        <p:spPr/>
        <p:txBody>
          <a:bodyPr/>
          <a:lstStyle/>
          <a:p>
            <a:pPr>
              <a:defRPr/>
            </a:pPr>
            <a:r>
              <a:rPr lang="en-US" dirty="0"/>
              <a:t>Introduction</a:t>
            </a:r>
          </a:p>
        </p:txBody>
      </p:sp>
      <p:sp>
        <p:nvSpPr>
          <p:cNvPr id="11268" name="Footer Placeholder 4">
            <a:extLst>
              <a:ext uri="{FF2B5EF4-FFF2-40B4-BE49-F238E27FC236}">
                <a16:creationId xmlns:a16="http://schemas.microsoft.com/office/drawing/2014/main" id="{D9F6A09A-912F-6A58-1251-22D3E65F5E99}"/>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C6EE4B45-40D8-796B-BC6C-1333918AC62E}"/>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8DC5DFE4-876E-4616-BE53-0CBA935F577D}" type="slidenum">
              <a:rPr lang="en-US" altLang="en-US" sz="1200">
                <a:latin typeface="Arial" panose="020B0604020202020204" pitchFamily="34" charset="0"/>
              </a:rPr>
              <a:pPr algn="r" eaLnBrk="1" hangingPunct="1"/>
              <a:t>4</a:t>
            </a:fld>
            <a:endParaRPr lang="en-US" altLang="en-US" sz="120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E7555BEF-CF49-2006-BE33-D750DBA870E0}"/>
              </a:ext>
            </a:extLst>
          </p:cNvPr>
          <p:cNvSpPr>
            <a:spLocks noGrp="1" noChangeArrowheads="1"/>
          </p:cNvSpPr>
          <p:nvPr>
            <p:ph idx="1"/>
          </p:nvPr>
        </p:nvSpPr>
        <p:spPr>
          <a:xfrm>
            <a:off x="457200" y="1371600"/>
            <a:ext cx="11125200" cy="4572000"/>
          </a:xfrm>
        </p:spPr>
        <p:txBody>
          <a:bodyPr/>
          <a:lstStyle/>
          <a:p>
            <a:pPr algn="just">
              <a:spcBef>
                <a:spcPct val="100000"/>
              </a:spcBef>
            </a:pPr>
            <a:r>
              <a:rPr lang="en-US" altLang="en-US" dirty="0"/>
              <a:t>Some people argue that building the </a:t>
            </a:r>
            <a:r>
              <a:rPr lang="en-US" altLang="en-US" dirty="0">
                <a:solidFill>
                  <a:srgbClr val="5B53FF"/>
                </a:solidFill>
              </a:rPr>
              <a:t>Egyptian pyramids</a:t>
            </a:r>
            <a:r>
              <a:rPr lang="en-US" altLang="en-US" dirty="0"/>
              <a:t> was a project, as was building the </a:t>
            </a:r>
            <a:r>
              <a:rPr lang="en-US" altLang="en-US" dirty="0">
                <a:solidFill>
                  <a:srgbClr val="5B53FF"/>
                </a:solidFill>
              </a:rPr>
              <a:t>Great Wall of China</a:t>
            </a:r>
          </a:p>
          <a:p>
            <a:pPr algn="just">
              <a:spcBef>
                <a:spcPct val="100000"/>
              </a:spcBef>
            </a:pPr>
            <a:r>
              <a:rPr lang="en-US" altLang="en-US" dirty="0"/>
              <a:t>Most people consider the </a:t>
            </a:r>
            <a:r>
              <a:rPr lang="en-US" altLang="en-US" b="1" i="1" dirty="0">
                <a:solidFill>
                  <a:srgbClr val="5B53FF"/>
                </a:solidFill>
              </a:rPr>
              <a:t>Manhattan Project</a:t>
            </a:r>
            <a:r>
              <a:rPr lang="en-US" altLang="en-US" i="1" dirty="0">
                <a:solidFill>
                  <a:srgbClr val="5B53FF"/>
                </a:solidFill>
              </a:rPr>
              <a:t> </a:t>
            </a:r>
            <a:r>
              <a:rPr lang="en-US" altLang="en-US" dirty="0"/>
              <a:t>to be the first project to use “modern” project management</a:t>
            </a:r>
          </a:p>
        </p:txBody>
      </p:sp>
      <p:sp>
        <p:nvSpPr>
          <p:cNvPr id="49154" name="Rectangle 2">
            <a:extLst>
              <a:ext uri="{FF2B5EF4-FFF2-40B4-BE49-F238E27FC236}">
                <a16:creationId xmlns:a16="http://schemas.microsoft.com/office/drawing/2014/main" id="{0D28D843-44EC-3549-D82A-3AC35FD12129}"/>
              </a:ext>
            </a:extLst>
          </p:cNvPr>
          <p:cNvSpPr>
            <a:spLocks noGrp="1" noChangeArrowheads="1"/>
          </p:cNvSpPr>
          <p:nvPr>
            <p:ph type="title"/>
          </p:nvPr>
        </p:nvSpPr>
        <p:spPr/>
        <p:txBody>
          <a:bodyPr/>
          <a:lstStyle/>
          <a:p>
            <a:pPr>
              <a:defRPr/>
            </a:pPr>
            <a:r>
              <a:rPr lang="en-US" dirty="0"/>
              <a:t>History of Project Management</a:t>
            </a:r>
          </a:p>
        </p:txBody>
      </p:sp>
      <p:sp>
        <p:nvSpPr>
          <p:cNvPr id="49156" name="Footer Placeholder 5">
            <a:extLst>
              <a:ext uri="{FF2B5EF4-FFF2-40B4-BE49-F238E27FC236}">
                <a16:creationId xmlns:a16="http://schemas.microsoft.com/office/drawing/2014/main" id="{0CA82D4D-E8F0-CE36-4B07-B71E5E35DD65}"/>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A7C9049F-1632-D7F6-C708-6E63B670567D}"/>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D7FAA725-9450-41F3-9A8F-9430B783AFF3}" type="slidenum">
              <a:rPr lang="en-US" altLang="en-US" sz="1200">
                <a:latin typeface="Arial" panose="020B0604020202020204" pitchFamily="34" charset="0"/>
              </a:rPr>
              <a:pPr algn="r" eaLnBrk="1" hangingPunct="1"/>
              <a:t>5</a:t>
            </a:fld>
            <a:endParaRPr lang="en-US" altLang="en-US" sz="1200">
              <a:latin typeface="Arial" panose="020B0604020202020204" pitchFamily="34" charset="0"/>
            </a:endParaRPr>
          </a:p>
        </p:txBody>
      </p:sp>
      <p:pic>
        <p:nvPicPr>
          <p:cNvPr id="3" name="Picture 2">
            <a:extLst>
              <a:ext uri="{FF2B5EF4-FFF2-40B4-BE49-F238E27FC236}">
                <a16:creationId xmlns:a16="http://schemas.microsoft.com/office/drawing/2014/main" id="{BCF8AF40-4660-79D8-7DFF-253B530BEC8A}"/>
              </a:ext>
            </a:extLst>
          </p:cNvPr>
          <p:cNvPicPr>
            <a:picLocks noChangeAspect="1"/>
          </p:cNvPicPr>
          <p:nvPr/>
        </p:nvPicPr>
        <p:blipFill>
          <a:blip r:embed="rId2"/>
          <a:stretch>
            <a:fillRect/>
          </a:stretch>
        </p:blipFill>
        <p:spPr>
          <a:xfrm>
            <a:off x="1295400" y="4562473"/>
            <a:ext cx="2596515" cy="1343025"/>
          </a:xfrm>
          <a:prstGeom prst="rect">
            <a:avLst/>
          </a:prstGeom>
        </p:spPr>
      </p:pic>
      <p:pic>
        <p:nvPicPr>
          <p:cNvPr id="6" name="Picture 5">
            <a:extLst>
              <a:ext uri="{FF2B5EF4-FFF2-40B4-BE49-F238E27FC236}">
                <a16:creationId xmlns:a16="http://schemas.microsoft.com/office/drawing/2014/main" id="{0159870B-33CD-E4A7-A475-7DB9E1547196}"/>
              </a:ext>
            </a:extLst>
          </p:cNvPr>
          <p:cNvPicPr>
            <a:picLocks noChangeAspect="1"/>
          </p:cNvPicPr>
          <p:nvPr/>
        </p:nvPicPr>
        <p:blipFill>
          <a:blip r:embed="rId3"/>
          <a:stretch>
            <a:fillRect/>
          </a:stretch>
        </p:blipFill>
        <p:spPr>
          <a:xfrm>
            <a:off x="5232082" y="4467223"/>
            <a:ext cx="2190750" cy="1438275"/>
          </a:xfrm>
          <a:prstGeom prst="rect">
            <a:avLst/>
          </a:prstGeom>
        </p:spPr>
      </p:pic>
      <p:pic>
        <p:nvPicPr>
          <p:cNvPr id="8" name="Picture 7">
            <a:extLst>
              <a:ext uri="{FF2B5EF4-FFF2-40B4-BE49-F238E27FC236}">
                <a16:creationId xmlns:a16="http://schemas.microsoft.com/office/drawing/2014/main" id="{B6945CD4-3AD7-3700-8274-1DF5C277C1E4}"/>
              </a:ext>
            </a:extLst>
          </p:cNvPr>
          <p:cNvPicPr>
            <a:picLocks noChangeAspect="1"/>
          </p:cNvPicPr>
          <p:nvPr/>
        </p:nvPicPr>
        <p:blipFill>
          <a:blip r:embed="rId4"/>
          <a:stretch>
            <a:fillRect/>
          </a:stretch>
        </p:blipFill>
        <p:spPr>
          <a:xfrm>
            <a:off x="8763000" y="4524375"/>
            <a:ext cx="2286000" cy="1419225"/>
          </a:xfrm>
          <a:prstGeom prst="rect">
            <a:avLst/>
          </a:prstGeom>
        </p:spPr>
      </p:pic>
    </p:spTree>
    <p:extLst>
      <p:ext uri="{BB962C8B-B14F-4D97-AF65-F5344CB8AC3E}">
        <p14:creationId xmlns:p14="http://schemas.microsoft.com/office/powerpoint/2010/main" val="2375781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B5CE8D97-5259-CF02-52E9-09C31E756075}"/>
              </a:ext>
            </a:extLst>
          </p:cNvPr>
          <p:cNvSpPr>
            <a:spLocks noGrp="1" noChangeArrowheads="1"/>
          </p:cNvSpPr>
          <p:nvPr>
            <p:ph idx="1"/>
          </p:nvPr>
        </p:nvSpPr>
        <p:spPr>
          <a:xfrm>
            <a:off x="838199" y="1676400"/>
            <a:ext cx="10612969" cy="4495800"/>
          </a:xfrm>
        </p:spPr>
        <p:txBody>
          <a:bodyPr/>
          <a:lstStyle/>
          <a:p>
            <a:pPr algn="just">
              <a:spcBef>
                <a:spcPct val="70000"/>
              </a:spcBef>
            </a:pPr>
            <a:r>
              <a:rPr lang="en-US" altLang="en-US" sz="3200" dirty="0"/>
              <a:t>A </a:t>
            </a:r>
            <a:r>
              <a:rPr lang="en-US" altLang="en-US" sz="3200" b="1" dirty="0"/>
              <a:t>project</a:t>
            </a:r>
            <a:r>
              <a:rPr lang="en-US" altLang="en-US" sz="3200" dirty="0"/>
              <a:t> is “a </a:t>
            </a:r>
            <a:r>
              <a:rPr lang="en-US" altLang="en-US" sz="3200" b="1" dirty="0">
                <a:solidFill>
                  <a:srgbClr val="C00000"/>
                </a:solidFill>
              </a:rPr>
              <a:t>temporary</a:t>
            </a:r>
            <a:r>
              <a:rPr lang="en-US" altLang="en-US" sz="3200" dirty="0"/>
              <a:t> endeavor undertaken to create a </a:t>
            </a:r>
            <a:r>
              <a:rPr lang="en-US" altLang="en-US" sz="3200" b="1" dirty="0">
                <a:solidFill>
                  <a:srgbClr val="C00000"/>
                </a:solidFill>
              </a:rPr>
              <a:t>unique</a:t>
            </a:r>
            <a:r>
              <a:rPr lang="en-US" altLang="en-US" sz="3200" dirty="0"/>
              <a:t> product, service, or result” </a:t>
            </a:r>
          </a:p>
          <a:p>
            <a:pPr algn="just">
              <a:spcBef>
                <a:spcPct val="70000"/>
              </a:spcBef>
            </a:pPr>
            <a:r>
              <a:rPr lang="en-US" altLang="en-US" sz="3200" dirty="0"/>
              <a:t>Projects end when their objectives have been </a:t>
            </a:r>
            <a:r>
              <a:rPr lang="en-US" altLang="en-US" sz="3200" dirty="0">
                <a:solidFill>
                  <a:srgbClr val="5B53FF"/>
                </a:solidFill>
              </a:rPr>
              <a:t>reached</a:t>
            </a:r>
            <a:r>
              <a:rPr lang="en-US" altLang="en-US" sz="3200" dirty="0"/>
              <a:t> or the project has been </a:t>
            </a:r>
            <a:r>
              <a:rPr lang="en-US" altLang="en-US" sz="3200" dirty="0">
                <a:solidFill>
                  <a:srgbClr val="5B53FF"/>
                </a:solidFill>
              </a:rPr>
              <a:t>terminated</a:t>
            </a:r>
          </a:p>
          <a:p>
            <a:pPr algn="just">
              <a:spcBef>
                <a:spcPct val="70000"/>
              </a:spcBef>
            </a:pPr>
            <a:r>
              <a:rPr lang="en-US" altLang="en-US" sz="3200" dirty="0"/>
              <a:t>Projects can be large or small and take a short or long time to complete</a:t>
            </a:r>
          </a:p>
        </p:txBody>
      </p:sp>
      <p:sp>
        <p:nvSpPr>
          <p:cNvPr id="15362" name="Rectangle 2">
            <a:extLst>
              <a:ext uri="{FF2B5EF4-FFF2-40B4-BE49-F238E27FC236}">
                <a16:creationId xmlns:a16="http://schemas.microsoft.com/office/drawing/2014/main" id="{31E29927-33FC-4D38-9710-54D3C0B00BDC}"/>
              </a:ext>
            </a:extLst>
          </p:cNvPr>
          <p:cNvSpPr>
            <a:spLocks noGrp="1" noChangeArrowheads="1"/>
          </p:cNvSpPr>
          <p:nvPr>
            <p:ph type="title"/>
          </p:nvPr>
        </p:nvSpPr>
        <p:spPr/>
        <p:txBody>
          <a:bodyPr/>
          <a:lstStyle/>
          <a:p>
            <a:pPr>
              <a:defRPr/>
            </a:pPr>
            <a:r>
              <a:rPr lang="en-US" dirty="0"/>
              <a:t>What Is a Project?</a:t>
            </a:r>
          </a:p>
        </p:txBody>
      </p:sp>
      <p:sp>
        <p:nvSpPr>
          <p:cNvPr id="15364" name="Footer Placeholder 5">
            <a:extLst>
              <a:ext uri="{FF2B5EF4-FFF2-40B4-BE49-F238E27FC236}">
                <a16:creationId xmlns:a16="http://schemas.microsoft.com/office/drawing/2014/main" id="{A14A483E-B0ED-F054-3847-C7D0D97E91C9}"/>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9DF83199-9F11-C568-F984-4929BB907961}"/>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97EA061D-C030-45E6-917D-CD2F4EC2E544}" type="slidenum">
              <a:rPr lang="en-US" altLang="en-US" sz="1200">
                <a:latin typeface="Arial" panose="020B0604020202020204" pitchFamily="34" charset="0"/>
              </a:rPr>
              <a:pPr algn="r" eaLnBrk="1" hangingPunct="1"/>
              <a:t>6</a:t>
            </a:fld>
            <a:endParaRPr lang="en-US" altLang="en-US" sz="120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81949-5BD5-7513-22C1-40C836945625}"/>
            </a:ext>
          </a:extLst>
        </p:cNvPr>
        <p:cNvGrpSpPr/>
        <p:nvPr/>
      </p:nvGrpSpPr>
      <p:grpSpPr>
        <a:xfrm>
          <a:off x="0" y="0"/>
          <a:ext cx="0" cy="0"/>
          <a:chOff x="0" y="0"/>
          <a:chExt cx="0" cy="0"/>
        </a:xfrm>
      </p:grpSpPr>
      <p:sp>
        <p:nvSpPr>
          <p:cNvPr id="22530" name="Rectangle 3">
            <a:extLst>
              <a:ext uri="{FF2B5EF4-FFF2-40B4-BE49-F238E27FC236}">
                <a16:creationId xmlns:a16="http://schemas.microsoft.com/office/drawing/2014/main" id="{E21DA706-757A-DD9F-5327-2BD5B5CA9B8F}"/>
              </a:ext>
            </a:extLst>
          </p:cNvPr>
          <p:cNvSpPr>
            <a:spLocks noGrp="1" noChangeArrowheads="1"/>
          </p:cNvSpPr>
          <p:nvPr>
            <p:ph idx="1"/>
          </p:nvPr>
        </p:nvSpPr>
        <p:spPr/>
        <p:txBody>
          <a:bodyPr/>
          <a:lstStyle/>
          <a:p>
            <a:pPr algn="just"/>
            <a:r>
              <a:rPr lang="en-US" altLang="en-US" sz="3200" dirty="0"/>
              <a:t>A project </a:t>
            </a:r>
          </a:p>
          <a:p>
            <a:pPr lvl="1" algn="just"/>
            <a:r>
              <a:rPr lang="en-US" altLang="en-US" sz="2800" dirty="0"/>
              <a:t>has a </a:t>
            </a:r>
            <a:r>
              <a:rPr lang="en-US" altLang="en-US" sz="2800" b="1" dirty="0">
                <a:solidFill>
                  <a:srgbClr val="C00000"/>
                </a:solidFill>
              </a:rPr>
              <a:t>unique</a:t>
            </a:r>
            <a:r>
              <a:rPr lang="en-US" altLang="en-US" sz="2800" dirty="0"/>
              <a:t> purpose</a:t>
            </a:r>
          </a:p>
          <a:p>
            <a:pPr lvl="1" algn="just"/>
            <a:r>
              <a:rPr lang="en-US" altLang="en-US" sz="2800" dirty="0"/>
              <a:t>is </a:t>
            </a:r>
            <a:r>
              <a:rPr lang="en-US" altLang="en-US" sz="2800" b="1" dirty="0">
                <a:solidFill>
                  <a:srgbClr val="C00000"/>
                </a:solidFill>
              </a:rPr>
              <a:t>temporary</a:t>
            </a:r>
          </a:p>
          <a:p>
            <a:pPr lvl="1" algn="just"/>
            <a:r>
              <a:rPr lang="en-US" altLang="en-US" sz="2800" dirty="0"/>
              <a:t>requires </a:t>
            </a:r>
            <a:r>
              <a:rPr lang="en-US" altLang="en-US" sz="2800" dirty="0">
                <a:solidFill>
                  <a:srgbClr val="C00000"/>
                </a:solidFill>
              </a:rPr>
              <a:t>resources</a:t>
            </a:r>
            <a:r>
              <a:rPr lang="en-US" altLang="en-US" sz="2800" dirty="0"/>
              <a:t>, often from various areas</a:t>
            </a:r>
          </a:p>
          <a:p>
            <a:pPr lvl="1" algn="just"/>
            <a:r>
              <a:rPr lang="en-US" altLang="en-US" sz="2800" dirty="0"/>
              <a:t>should have a primary </a:t>
            </a:r>
            <a:r>
              <a:rPr lang="en-US" altLang="en-US" sz="2800" dirty="0">
                <a:solidFill>
                  <a:srgbClr val="C00000"/>
                </a:solidFill>
              </a:rPr>
              <a:t>customer</a:t>
            </a:r>
            <a:r>
              <a:rPr lang="en-US" altLang="en-US" sz="2800" dirty="0"/>
              <a:t> or </a:t>
            </a:r>
            <a:r>
              <a:rPr lang="en-US" altLang="en-US" sz="2800" dirty="0">
                <a:solidFill>
                  <a:srgbClr val="C00000"/>
                </a:solidFill>
              </a:rPr>
              <a:t>sponsor</a:t>
            </a:r>
          </a:p>
          <a:p>
            <a:pPr lvl="2" algn="just"/>
            <a:r>
              <a:rPr lang="en-US" altLang="en-US" sz="2800" dirty="0"/>
              <a:t>The </a:t>
            </a:r>
            <a:r>
              <a:rPr lang="en-US" altLang="en-US" sz="2800" b="1" dirty="0"/>
              <a:t>project sponsor</a:t>
            </a:r>
            <a:r>
              <a:rPr lang="en-US" altLang="en-US" sz="2800" dirty="0"/>
              <a:t> usually provides the direction and funding for the project</a:t>
            </a:r>
          </a:p>
        </p:txBody>
      </p:sp>
      <p:sp>
        <p:nvSpPr>
          <p:cNvPr id="19458" name="Rectangle 2">
            <a:extLst>
              <a:ext uri="{FF2B5EF4-FFF2-40B4-BE49-F238E27FC236}">
                <a16:creationId xmlns:a16="http://schemas.microsoft.com/office/drawing/2014/main" id="{B8719985-6557-8458-45A4-B544E76A83FB}"/>
              </a:ext>
            </a:extLst>
          </p:cNvPr>
          <p:cNvSpPr>
            <a:spLocks noGrp="1" noChangeArrowheads="1"/>
          </p:cNvSpPr>
          <p:nvPr>
            <p:ph type="title"/>
          </p:nvPr>
        </p:nvSpPr>
        <p:spPr/>
        <p:txBody>
          <a:bodyPr/>
          <a:lstStyle/>
          <a:p>
            <a:pPr>
              <a:defRPr/>
            </a:pPr>
            <a:r>
              <a:rPr lang="en-US" dirty="0"/>
              <a:t>Project Attributes</a:t>
            </a:r>
          </a:p>
        </p:txBody>
      </p:sp>
      <p:sp>
        <p:nvSpPr>
          <p:cNvPr id="19460" name="Footer Placeholder 5">
            <a:extLst>
              <a:ext uri="{FF2B5EF4-FFF2-40B4-BE49-F238E27FC236}">
                <a16:creationId xmlns:a16="http://schemas.microsoft.com/office/drawing/2014/main" id="{BEA3FF2C-E9CB-5318-CC55-5FB309383A35}"/>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477D4C4A-1C58-08AB-67D8-0B0FA633BE8B}"/>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BB14F90C-C2DD-45F3-864B-6A95681A3529}" type="slidenum">
              <a:rPr lang="en-US" altLang="en-US" sz="1200">
                <a:latin typeface="Arial" panose="020B0604020202020204" pitchFamily="34" charset="0"/>
              </a:rPr>
              <a:pPr algn="r" eaLnBrk="1" hangingPunct="1"/>
              <a:t>7</a:t>
            </a:fld>
            <a:endParaRPr lang="en-US" altLang="en-US" sz="1200">
              <a:latin typeface="Arial" panose="020B0604020202020204" pitchFamily="34" charset="0"/>
            </a:endParaRPr>
          </a:p>
        </p:txBody>
      </p:sp>
    </p:spTree>
    <p:extLst>
      <p:ext uri="{BB962C8B-B14F-4D97-AF65-F5344CB8AC3E}">
        <p14:creationId xmlns:p14="http://schemas.microsoft.com/office/powerpoint/2010/main" val="2119364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l" rtl="0"/>
            <a:r>
              <a:rPr lang="en-US" dirty="0"/>
              <a:t>manufacturing cell phone cases: </a:t>
            </a:r>
          </a:p>
          <a:p>
            <a:pPr lvl="1" algn="just" rtl="0">
              <a:lnSpc>
                <a:spcPct val="150000"/>
              </a:lnSpc>
            </a:pPr>
            <a:r>
              <a:rPr lang="en-US" sz="2000" dirty="0"/>
              <a:t>A cell phone company is interested in manufacturing a special cell phone case for their newest model. This cell phone case is part of a promotion to sell the phone. They begin four months from today. Only 1200 of these special cases will be manufactured for distribution during the promotion. After the promotion, no further cases will be manufactured or distributed. </a:t>
            </a:r>
          </a:p>
          <a:p>
            <a:pPr lvl="2" algn="l" rtl="0"/>
            <a:r>
              <a:rPr lang="en-US" dirty="0"/>
              <a:t>is it temporary? </a:t>
            </a:r>
            <a:r>
              <a:rPr lang="en-US" sz="2800" dirty="0">
                <a:solidFill>
                  <a:srgbClr val="FF0000"/>
                </a:solidFill>
                <a:sym typeface="Wingdings"/>
              </a:rPr>
              <a:t></a:t>
            </a:r>
            <a:endParaRPr lang="en-US" dirty="0">
              <a:solidFill>
                <a:srgbClr val="FF0000"/>
              </a:solidFill>
            </a:endParaRPr>
          </a:p>
          <a:p>
            <a:pPr lvl="2" algn="l" rtl="0"/>
            <a:r>
              <a:rPr lang="en-US" dirty="0"/>
              <a:t>is it unique? </a:t>
            </a:r>
            <a:r>
              <a:rPr lang="en-US" sz="3200" dirty="0">
                <a:solidFill>
                  <a:srgbClr val="FF0000"/>
                </a:solidFill>
                <a:sym typeface="Wingdings"/>
              </a:rPr>
              <a:t></a:t>
            </a:r>
            <a:endParaRPr lang="en-US" dirty="0"/>
          </a:p>
          <a:p>
            <a:pPr lvl="2" algn="l" rtl="0"/>
            <a:r>
              <a:rPr lang="en-US" dirty="0"/>
              <a:t>will the end of the project reach the project objectives? </a:t>
            </a:r>
            <a:r>
              <a:rPr lang="en-US" sz="2400" dirty="0">
                <a:solidFill>
                  <a:srgbClr val="FF0000"/>
                </a:solidFill>
                <a:sym typeface="Wingdings"/>
              </a:rPr>
              <a:t></a:t>
            </a:r>
            <a:endParaRPr lang="en-US" dirty="0"/>
          </a:p>
        </p:txBody>
      </p:sp>
      <p:sp>
        <p:nvSpPr>
          <p:cNvPr id="3" name="Title 2"/>
          <p:cNvSpPr>
            <a:spLocks noGrp="1"/>
          </p:cNvSpPr>
          <p:nvPr>
            <p:ph type="title"/>
          </p:nvPr>
        </p:nvSpPr>
        <p:spPr/>
        <p:txBody>
          <a:bodyPr/>
          <a:lstStyle/>
          <a:p>
            <a:r>
              <a:rPr lang="en-US" dirty="0"/>
              <a:t>Project Example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l" rtl="0"/>
            <a:r>
              <a:rPr lang="en-US" dirty="0"/>
              <a:t>manufacturing cell phone cases: </a:t>
            </a:r>
          </a:p>
          <a:p>
            <a:pPr lvl="1" algn="just" rtl="0">
              <a:lnSpc>
                <a:spcPct val="150000"/>
              </a:lnSpc>
            </a:pPr>
            <a:r>
              <a:rPr lang="en-US" sz="1800" dirty="0"/>
              <a:t>The cell phone company has so much success with their promotional cell phone cases that customer demand has convinced them to integrate this case as part of their regular product offering. It will now be manufactured along with the other five cases that are currently offered. The cases will be manufactured until the customer demands for the phone drops.</a:t>
            </a:r>
          </a:p>
          <a:p>
            <a:pPr lvl="2" algn="l" rtl="0"/>
            <a:r>
              <a:rPr lang="en-US" dirty="0"/>
              <a:t>is it temporary? </a:t>
            </a:r>
            <a:r>
              <a:rPr lang="en-US" sz="2800" dirty="0">
                <a:solidFill>
                  <a:srgbClr val="FF0000"/>
                </a:solidFill>
                <a:sym typeface="Wingdings"/>
              </a:rPr>
              <a:t></a:t>
            </a:r>
            <a:endParaRPr lang="en-US" dirty="0">
              <a:solidFill>
                <a:srgbClr val="FF0000"/>
              </a:solidFill>
            </a:endParaRPr>
          </a:p>
          <a:p>
            <a:pPr lvl="2" algn="l" rtl="0"/>
            <a:r>
              <a:rPr lang="en-US" dirty="0"/>
              <a:t>is it unique? </a:t>
            </a:r>
            <a:r>
              <a:rPr lang="en-US" sz="3200" dirty="0">
                <a:solidFill>
                  <a:srgbClr val="FF0000"/>
                </a:solidFill>
                <a:sym typeface="Wingdings"/>
              </a:rPr>
              <a:t></a:t>
            </a:r>
            <a:endParaRPr lang="en-US" dirty="0"/>
          </a:p>
          <a:p>
            <a:pPr lvl="2" algn="l" rtl="0"/>
            <a:r>
              <a:rPr lang="en-US" dirty="0"/>
              <a:t>will the end of the project reach the project objectives? </a:t>
            </a:r>
            <a:r>
              <a:rPr lang="en-US" sz="2400" dirty="0">
                <a:solidFill>
                  <a:srgbClr val="FF0000"/>
                </a:solidFill>
                <a:sym typeface="Wingdings"/>
              </a:rPr>
              <a:t></a:t>
            </a:r>
            <a:endParaRPr lang="en-US" dirty="0"/>
          </a:p>
          <a:p>
            <a:pPr lvl="1" algn="just" rtl="0">
              <a:lnSpc>
                <a:spcPct val="150000"/>
              </a:lnSpc>
            </a:pPr>
            <a:r>
              <a:rPr lang="en-US" sz="1800" dirty="0"/>
              <a:t>It is not a project; it is an operation work.</a:t>
            </a:r>
          </a:p>
        </p:txBody>
      </p:sp>
      <p:sp>
        <p:nvSpPr>
          <p:cNvPr id="4" name="Footer Placeholder 3"/>
          <p:cNvSpPr>
            <a:spLocks noGrp="1"/>
          </p:cNvSpPr>
          <p:nvPr>
            <p:ph type="ftr" sz="quarter" idx="11"/>
          </p:nvPr>
        </p:nvSpPr>
        <p:spPr>
          <a:xfrm>
            <a:off x="1295402" y="6407947"/>
            <a:ext cx="2350681" cy="365125"/>
          </a:xfrm>
        </p:spPr>
        <p:txBody>
          <a:bodyPr/>
          <a:lstStyle/>
          <a:p>
            <a:pPr>
              <a:defRPr/>
            </a:pPr>
            <a:r>
              <a:rPr lang="en-US" dirty="0"/>
              <a:t>Information Technology Project Management, Sixth Edition</a:t>
            </a:r>
          </a:p>
        </p:txBody>
      </p:sp>
      <p:sp>
        <p:nvSpPr>
          <p:cNvPr id="3" name="Title 2"/>
          <p:cNvSpPr>
            <a:spLocks noGrp="1"/>
          </p:cNvSpPr>
          <p:nvPr>
            <p:ph type="title"/>
          </p:nvPr>
        </p:nvSpPr>
        <p:spPr/>
        <p:txBody>
          <a:bodyPr/>
          <a:lstStyle/>
          <a:p>
            <a:r>
              <a:rPr lang="en-US" dirty="0"/>
              <a:t>Project Example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FCF8C705-74C7-21B2-003D-E8EF49945981}"/>
              </a:ext>
            </a:extLst>
          </p:cNvPr>
          <p:cNvSpPr>
            <a:spLocks noGrp="1" noChangeArrowheads="1"/>
          </p:cNvSpPr>
          <p:nvPr>
            <p:ph idx="1"/>
          </p:nvPr>
        </p:nvSpPr>
        <p:spPr>
          <a:xfrm>
            <a:off x="761999" y="1371600"/>
            <a:ext cx="10689169" cy="4648200"/>
          </a:xfrm>
        </p:spPr>
        <p:txBody>
          <a:bodyPr/>
          <a:lstStyle/>
          <a:p>
            <a:pPr algn="just"/>
            <a:r>
              <a:rPr lang="en-US" altLang="en-US" sz="3200" dirty="0"/>
              <a:t>A team of students creates a smartphone application and sells it online</a:t>
            </a:r>
          </a:p>
          <a:p>
            <a:pPr algn="just"/>
            <a:r>
              <a:rPr lang="en-US" altLang="en-US" sz="3200" dirty="0"/>
              <a:t>A small software development team adds a new feature to an internal software application for the finance department</a:t>
            </a:r>
          </a:p>
          <a:p>
            <a:pPr algn="just"/>
            <a:r>
              <a:rPr lang="en-US" altLang="en-US" sz="3200" dirty="0"/>
              <a:t>A college upgrades its technology infrastructure to provide wireless Internet access across the whole campus</a:t>
            </a:r>
          </a:p>
        </p:txBody>
      </p:sp>
      <p:sp>
        <p:nvSpPr>
          <p:cNvPr id="16386" name="Rectangle 2">
            <a:extLst>
              <a:ext uri="{FF2B5EF4-FFF2-40B4-BE49-F238E27FC236}">
                <a16:creationId xmlns:a16="http://schemas.microsoft.com/office/drawing/2014/main" id="{74F605BD-5AD5-AB07-E02C-2ABAAADA4CA7}"/>
              </a:ext>
            </a:extLst>
          </p:cNvPr>
          <p:cNvSpPr>
            <a:spLocks noGrp="1" noChangeArrowheads="1"/>
          </p:cNvSpPr>
          <p:nvPr>
            <p:ph type="title"/>
          </p:nvPr>
        </p:nvSpPr>
        <p:spPr/>
        <p:txBody>
          <a:bodyPr/>
          <a:lstStyle/>
          <a:p>
            <a:pPr>
              <a:defRPr/>
            </a:pPr>
            <a:r>
              <a:rPr lang="en-US" dirty="0"/>
              <a:t>Examples of IT Projects</a:t>
            </a:r>
          </a:p>
        </p:txBody>
      </p:sp>
      <p:sp>
        <p:nvSpPr>
          <p:cNvPr id="16388" name="Footer Placeholder 5">
            <a:extLst>
              <a:ext uri="{FF2B5EF4-FFF2-40B4-BE49-F238E27FC236}">
                <a16:creationId xmlns:a16="http://schemas.microsoft.com/office/drawing/2014/main" id="{739FFD0E-7847-F7C9-1A29-DBF74F6A3DF2}"/>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17926E69-9C1B-5A12-6B7A-44FF303D9F6F}"/>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25B86154-907F-4F37-A7C3-965319EE3A29}" type="slidenum">
              <a:rPr lang="en-US" altLang="en-US" sz="1200">
                <a:latin typeface="Arial" panose="020B0604020202020204" pitchFamily="34" charset="0"/>
              </a:rPr>
              <a:pPr algn="r" eaLnBrk="1" hangingPunct="1"/>
              <a:t>10</a:t>
            </a:fld>
            <a:endParaRPr lang="en-US" altLang="en-US" sz="120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2057400" y="304800"/>
            <a:ext cx="8305800" cy="838200"/>
          </a:xfrm>
        </p:spPr>
        <p:txBody>
          <a:bodyPr/>
          <a:lstStyle/>
          <a:p>
            <a:pPr eaLnBrk="1" hangingPunct="1"/>
            <a:r>
              <a:rPr lang="en-US" dirty="0"/>
              <a:t>The Triple Constraint</a:t>
            </a:r>
          </a:p>
        </p:txBody>
      </p:sp>
      <p:graphicFrame>
        <p:nvGraphicFramePr>
          <p:cNvPr id="4" name="Content Placeholder 3">
            <a:extLst>
              <a:ext uri="{FF2B5EF4-FFF2-40B4-BE49-F238E27FC236}">
                <a16:creationId xmlns:a16="http://schemas.microsoft.com/office/drawing/2014/main" id="{48EBEABB-95D3-7400-BFD1-5D675081BE9F}"/>
              </a:ext>
            </a:extLst>
          </p:cNvPr>
          <p:cNvGraphicFramePr>
            <a:graphicFrameLocks noGrp="1"/>
          </p:cNvGraphicFramePr>
          <p:nvPr>
            <p:ph idx="1"/>
            <p:extLst>
              <p:ext uri="{D42A27DB-BD31-4B8C-83A1-F6EECF244321}">
                <p14:modId xmlns:p14="http://schemas.microsoft.com/office/powerpoint/2010/main" val="737380209"/>
              </p:ext>
            </p:extLst>
          </p:nvPr>
        </p:nvGraphicFramePr>
        <p:xfrm>
          <a:off x="1066800" y="1295400"/>
          <a:ext cx="10363200" cy="4711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E5C6E56-6C70-4A5D-AB1B-660007C58F3B}"/>
              </a:ext>
            </a:extLst>
          </p:cNvPr>
          <p:cNvSpPr>
            <a:spLocks noGrp="1" noChangeArrowheads="1"/>
          </p:cNvSpPr>
          <p:nvPr>
            <p:ph type="title"/>
          </p:nvPr>
        </p:nvSpPr>
        <p:spPr>
          <a:xfrm>
            <a:off x="1981200" y="274638"/>
            <a:ext cx="8229600" cy="742890"/>
          </a:xfrm>
        </p:spPr>
        <p:txBody>
          <a:bodyPr>
            <a:normAutofit/>
          </a:bodyPr>
          <a:lstStyle/>
          <a:p>
            <a:pPr>
              <a:defRPr/>
            </a:pPr>
            <a:r>
              <a:rPr lang="en-US" dirty="0"/>
              <a:t>Figure 1-1 Project Constraints</a:t>
            </a:r>
          </a:p>
        </p:txBody>
      </p:sp>
      <p:sp>
        <p:nvSpPr>
          <p:cNvPr id="21510" name="Footer Placeholder 7">
            <a:extLst>
              <a:ext uri="{FF2B5EF4-FFF2-40B4-BE49-F238E27FC236}">
                <a16:creationId xmlns:a16="http://schemas.microsoft.com/office/drawing/2014/main" id="{A475CC22-F64E-4B8E-A38A-55D22F67FCA5}"/>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7" name="Slide Number Placeholder 6">
            <a:extLst>
              <a:ext uri="{FF2B5EF4-FFF2-40B4-BE49-F238E27FC236}">
                <a16:creationId xmlns:a16="http://schemas.microsoft.com/office/drawing/2014/main" id="{0CD3391E-7FF2-61D2-E617-4E9B869A698E}"/>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9E7D72D1-72E3-4EC6-A5F0-7AF4DC2CAB34}" type="slidenum">
              <a:rPr lang="en-US" altLang="en-US" sz="1200">
                <a:latin typeface="Arial" panose="020B0604020202020204" pitchFamily="34" charset="0"/>
              </a:rPr>
              <a:pPr algn="r" eaLnBrk="1" hangingPunct="1"/>
              <a:t>12</a:t>
            </a:fld>
            <a:endParaRPr lang="en-US" altLang="en-US" sz="1200">
              <a:latin typeface="Arial" panose="020B0604020202020204" pitchFamily="34" charset="0"/>
            </a:endParaRPr>
          </a:p>
        </p:txBody>
      </p:sp>
      <p:sp>
        <p:nvSpPr>
          <p:cNvPr id="24581" name="Rectangle 6">
            <a:extLst>
              <a:ext uri="{FF2B5EF4-FFF2-40B4-BE49-F238E27FC236}">
                <a16:creationId xmlns:a16="http://schemas.microsoft.com/office/drawing/2014/main" id="{6A2CCF6D-F8ED-D35C-F3E9-C0EC3CF6E9C2}"/>
              </a:ext>
            </a:extLst>
          </p:cNvPr>
          <p:cNvSpPr>
            <a:spLocks noChangeArrowheads="1"/>
          </p:cNvSpPr>
          <p:nvPr/>
        </p:nvSpPr>
        <p:spPr bwMode="auto">
          <a:xfrm>
            <a:off x="4800600" y="1600200"/>
            <a:ext cx="2209800" cy="1143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lnSpc>
                <a:spcPct val="90000"/>
              </a:lnSpc>
              <a:spcBef>
                <a:spcPct val="20000"/>
              </a:spcBef>
              <a:buFontTx/>
              <a:buChar char="•"/>
            </a:pPr>
            <a:endParaRPr lang="en-US" altLang="en-US"/>
          </a:p>
        </p:txBody>
      </p:sp>
      <p:sp>
        <p:nvSpPr>
          <p:cNvPr id="3" name="TextBox 2">
            <a:extLst>
              <a:ext uri="{FF2B5EF4-FFF2-40B4-BE49-F238E27FC236}">
                <a16:creationId xmlns:a16="http://schemas.microsoft.com/office/drawing/2014/main" id="{4612DAB6-D837-AD97-6954-6C30EB2B0518}"/>
              </a:ext>
            </a:extLst>
          </p:cNvPr>
          <p:cNvSpPr txBox="1"/>
          <p:nvPr/>
        </p:nvSpPr>
        <p:spPr>
          <a:xfrm>
            <a:off x="5029200" y="6055926"/>
            <a:ext cx="4576272" cy="523220"/>
          </a:xfrm>
          <a:prstGeom prst="rect">
            <a:avLst/>
          </a:prstGeom>
          <a:noFill/>
        </p:spPr>
        <p:txBody>
          <a:bodyPr wrap="square">
            <a:spAutoFit/>
          </a:bodyPr>
          <a:lstStyle/>
          <a:p>
            <a:r>
              <a:rPr lang="en-US" sz="2800" b="1" dirty="0">
                <a:solidFill>
                  <a:srgbClr val="FF0000"/>
                </a:solidFill>
              </a:rPr>
              <a:t>Quality</a:t>
            </a:r>
            <a:endParaRPr lang="en-US" sz="2800" dirty="0"/>
          </a:p>
        </p:txBody>
      </p:sp>
      <p:pic>
        <p:nvPicPr>
          <p:cNvPr id="4" name="Picture 3">
            <a:extLst>
              <a:ext uri="{FF2B5EF4-FFF2-40B4-BE49-F238E27FC236}">
                <a16:creationId xmlns:a16="http://schemas.microsoft.com/office/drawing/2014/main" id="{E177FB33-20B4-2A4E-6CDA-D56E049AD939}"/>
              </a:ext>
            </a:extLst>
          </p:cNvPr>
          <p:cNvPicPr>
            <a:picLocks noChangeAspect="1"/>
          </p:cNvPicPr>
          <p:nvPr/>
        </p:nvPicPr>
        <p:blipFill>
          <a:blip r:embed="rId2"/>
          <a:stretch>
            <a:fillRect/>
          </a:stretch>
        </p:blipFill>
        <p:spPr>
          <a:xfrm>
            <a:off x="2966288" y="1143000"/>
            <a:ext cx="5720513" cy="50482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8E80A9D7-E5B3-596C-F7B3-C44C9A79B472}"/>
              </a:ext>
            </a:extLst>
          </p:cNvPr>
          <p:cNvSpPr>
            <a:spLocks noGrp="1" noChangeArrowheads="1"/>
          </p:cNvSpPr>
          <p:nvPr>
            <p:ph idx="1"/>
          </p:nvPr>
        </p:nvSpPr>
        <p:spPr>
          <a:xfrm>
            <a:off x="761999" y="1371600"/>
            <a:ext cx="10689169" cy="4572000"/>
          </a:xfrm>
        </p:spPr>
        <p:txBody>
          <a:bodyPr/>
          <a:lstStyle/>
          <a:p>
            <a:pPr algn="just">
              <a:lnSpc>
                <a:spcPct val="150000"/>
              </a:lnSpc>
              <a:spcBef>
                <a:spcPct val="100000"/>
              </a:spcBef>
            </a:pPr>
            <a:r>
              <a:rPr lang="en-US" altLang="en-US" sz="2800" b="1" dirty="0"/>
              <a:t>Project management </a:t>
            </a:r>
            <a:r>
              <a:rPr lang="en-US" altLang="en-US" sz="2800" dirty="0"/>
              <a:t>is</a:t>
            </a:r>
            <a:r>
              <a:rPr lang="en-US" altLang="en-US" sz="2800" b="1" dirty="0"/>
              <a:t> </a:t>
            </a:r>
            <a:r>
              <a:rPr lang="en-US" altLang="en-US" sz="2800" dirty="0"/>
              <a:t>“the application of knowledge, skills, tools and techniques to project activities to meet project requirements”</a:t>
            </a:r>
          </a:p>
          <a:p>
            <a:pPr algn="just">
              <a:lnSpc>
                <a:spcPct val="150000"/>
              </a:lnSpc>
              <a:spcBef>
                <a:spcPct val="100000"/>
              </a:spcBef>
            </a:pPr>
            <a:r>
              <a:rPr lang="en-GB" altLang="tr-TR" sz="2800" dirty="0"/>
              <a:t>The art of organizing, leading, reporting and completing a project through people </a:t>
            </a:r>
          </a:p>
        </p:txBody>
      </p:sp>
      <p:sp>
        <p:nvSpPr>
          <p:cNvPr id="22530" name="Rectangle 2">
            <a:extLst>
              <a:ext uri="{FF2B5EF4-FFF2-40B4-BE49-F238E27FC236}">
                <a16:creationId xmlns:a16="http://schemas.microsoft.com/office/drawing/2014/main" id="{92A0F65E-9E4D-ECA2-15AC-B13729B747CE}"/>
              </a:ext>
            </a:extLst>
          </p:cNvPr>
          <p:cNvSpPr>
            <a:spLocks noGrp="1" noChangeArrowheads="1"/>
          </p:cNvSpPr>
          <p:nvPr>
            <p:ph type="title"/>
          </p:nvPr>
        </p:nvSpPr>
        <p:spPr/>
        <p:txBody>
          <a:bodyPr/>
          <a:lstStyle/>
          <a:p>
            <a:pPr>
              <a:defRPr/>
            </a:pPr>
            <a:r>
              <a:rPr lang="en-US" dirty="0"/>
              <a:t>What is Project Management?</a:t>
            </a:r>
          </a:p>
        </p:txBody>
      </p:sp>
      <p:sp>
        <p:nvSpPr>
          <p:cNvPr id="22532" name="Footer Placeholder 5">
            <a:extLst>
              <a:ext uri="{FF2B5EF4-FFF2-40B4-BE49-F238E27FC236}">
                <a16:creationId xmlns:a16="http://schemas.microsoft.com/office/drawing/2014/main" id="{A32F8BAB-8FF9-9C3E-2FE7-B2661F6E53A6}"/>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8E1C8DFC-986B-FD09-684C-AFC3D9E49576}"/>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99E31C98-4973-40AE-8789-21A552BB9E5D}" type="slidenum">
              <a:rPr lang="en-US" altLang="en-US" sz="1200">
                <a:latin typeface="Arial" panose="020B0604020202020204" pitchFamily="34" charset="0"/>
              </a:rPr>
              <a:pPr algn="r" eaLnBrk="1" hangingPunct="1"/>
              <a:t>13</a:t>
            </a:fld>
            <a:endParaRPr lang="en-US" altLang="en-US" sz="120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F934-A1F1-9D00-C226-BDF9FA43D3FC}"/>
            </a:ext>
          </a:extLst>
        </p:cNvPr>
        <p:cNvGrpSpPr/>
        <p:nvPr/>
      </p:nvGrpSpPr>
      <p:grpSpPr>
        <a:xfrm>
          <a:off x="0" y="0"/>
          <a:ext cx="0" cy="0"/>
          <a:chOff x="0" y="0"/>
          <a:chExt cx="0" cy="0"/>
        </a:xfrm>
      </p:grpSpPr>
      <p:sp>
        <p:nvSpPr>
          <p:cNvPr id="44034" name="Content Placeholder 3">
            <a:extLst>
              <a:ext uri="{FF2B5EF4-FFF2-40B4-BE49-F238E27FC236}">
                <a16:creationId xmlns:a16="http://schemas.microsoft.com/office/drawing/2014/main" id="{38B35879-EF2F-3EE0-9FD6-8BC027AF54C9}"/>
              </a:ext>
            </a:extLst>
          </p:cNvPr>
          <p:cNvSpPr>
            <a:spLocks noGrp="1"/>
          </p:cNvSpPr>
          <p:nvPr>
            <p:ph idx="1"/>
          </p:nvPr>
        </p:nvSpPr>
        <p:spPr>
          <a:xfrm>
            <a:off x="838200" y="1481138"/>
            <a:ext cx="10439400" cy="4525962"/>
          </a:xfrm>
        </p:spPr>
        <p:txBody>
          <a:bodyPr/>
          <a:lstStyle/>
          <a:p>
            <a:pPr algn="just">
              <a:spcBef>
                <a:spcPct val="100000"/>
              </a:spcBef>
            </a:pPr>
            <a:r>
              <a:rPr lang="en-US" altLang="en-US" sz="2800" dirty="0"/>
              <a:t>Project managers strive to meet the </a:t>
            </a:r>
            <a:r>
              <a:rPr lang="en-US" altLang="en-US" sz="2800" b="1" dirty="0"/>
              <a:t>triple constraint </a:t>
            </a:r>
            <a:r>
              <a:rPr lang="en-US" altLang="en-US" sz="2800" dirty="0"/>
              <a:t>(project scope, time, and cost goals) and facilitate the entire process to meet the needs and expectations of project stakeholders</a:t>
            </a:r>
          </a:p>
          <a:p>
            <a:pPr algn="just">
              <a:spcBef>
                <a:spcPct val="100000"/>
              </a:spcBef>
            </a:pPr>
            <a:r>
              <a:rPr lang="en-US" altLang="en-US" dirty="0"/>
              <a:t>Job descriptions vary, but most include responsibilities like </a:t>
            </a:r>
            <a:r>
              <a:rPr lang="en-US" altLang="en-US" dirty="0">
                <a:solidFill>
                  <a:srgbClr val="5B53FF"/>
                </a:solidFill>
              </a:rPr>
              <a:t>planning</a:t>
            </a:r>
            <a:r>
              <a:rPr lang="en-US" altLang="en-US" dirty="0"/>
              <a:t>, </a:t>
            </a:r>
            <a:r>
              <a:rPr lang="en-US" altLang="en-US" dirty="0">
                <a:solidFill>
                  <a:srgbClr val="0070C0"/>
                </a:solidFill>
              </a:rPr>
              <a:t>scheduling</a:t>
            </a:r>
            <a:r>
              <a:rPr lang="en-US" altLang="en-US" dirty="0"/>
              <a:t>, </a:t>
            </a:r>
            <a:r>
              <a:rPr lang="en-US" altLang="en-US" dirty="0">
                <a:solidFill>
                  <a:srgbClr val="FF0000"/>
                </a:solidFill>
              </a:rPr>
              <a:t>coordinating</a:t>
            </a:r>
            <a:r>
              <a:rPr lang="en-US" altLang="en-US" dirty="0"/>
              <a:t>, and </a:t>
            </a:r>
            <a:r>
              <a:rPr lang="en-US" altLang="en-US" dirty="0">
                <a:solidFill>
                  <a:schemeClr val="accent2">
                    <a:lumMod val="75000"/>
                  </a:schemeClr>
                </a:solidFill>
              </a:rPr>
              <a:t>working with people </a:t>
            </a:r>
            <a:r>
              <a:rPr lang="en-US" altLang="en-US" dirty="0"/>
              <a:t>to achieve project goals</a:t>
            </a:r>
          </a:p>
        </p:txBody>
      </p:sp>
      <p:sp>
        <p:nvSpPr>
          <p:cNvPr id="40962" name="Title 1">
            <a:extLst>
              <a:ext uri="{FF2B5EF4-FFF2-40B4-BE49-F238E27FC236}">
                <a16:creationId xmlns:a16="http://schemas.microsoft.com/office/drawing/2014/main" id="{9D0F1953-AA74-D85F-0F95-6A87E156C4A4}"/>
              </a:ext>
            </a:extLst>
          </p:cNvPr>
          <p:cNvSpPr>
            <a:spLocks noGrp="1"/>
          </p:cNvSpPr>
          <p:nvPr>
            <p:ph type="title"/>
          </p:nvPr>
        </p:nvSpPr>
        <p:spPr/>
        <p:txBody>
          <a:bodyPr/>
          <a:lstStyle/>
          <a:p>
            <a:pPr>
              <a:defRPr/>
            </a:pPr>
            <a:r>
              <a:rPr lang="en-US" dirty="0"/>
              <a:t>The Role of the Project Manager</a:t>
            </a:r>
          </a:p>
        </p:txBody>
      </p:sp>
      <p:sp>
        <p:nvSpPr>
          <p:cNvPr id="40963" name="Footer Placeholder 2">
            <a:extLst>
              <a:ext uri="{FF2B5EF4-FFF2-40B4-BE49-F238E27FC236}">
                <a16:creationId xmlns:a16="http://schemas.microsoft.com/office/drawing/2014/main" id="{8DAF841C-D0E0-F41B-D47D-5CBEBC38686B}"/>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535F7311-1267-ED13-DFC1-B141AF05AC13}"/>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8066B973-E9E5-4F39-B85B-0835BE8E0A1D}" type="slidenum">
              <a:rPr lang="en-US" altLang="en-US" sz="1200">
                <a:latin typeface="Arial" panose="020B0604020202020204" pitchFamily="34" charset="0"/>
              </a:rPr>
              <a:pPr algn="r" eaLnBrk="1" hangingPunct="1"/>
              <a:t>14</a:t>
            </a:fld>
            <a:endParaRPr lang="en-US" altLang="en-US" sz="1200">
              <a:latin typeface="Arial" panose="020B0604020202020204" pitchFamily="34" charset="0"/>
            </a:endParaRPr>
          </a:p>
        </p:txBody>
      </p:sp>
    </p:spTree>
    <p:extLst>
      <p:ext uri="{BB962C8B-B14F-4D97-AF65-F5344CB8AC3E}">
        <p14:creationId xmlns:p14="http://schemas.microsoft.com/office/powerpoint/2010/main" val="177964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1739E6C5-3B68-D3C6-1327-6DAC06DE9481}"/>
              </a:ext>
            </a:extLst>
          </p:cNvPr>
          <p:cNvSpPr>
            <a:spLocks noGrp="1" noChangeArrowheads="1"/>
          </p:cNvSpPr>
          <p:nvPr>
            <p:ph idx="1"/>
          </p:nvPr>
        </p:nvSpPr>
        <p:spPr>
          <a:xfrm>
            <a:off x="990599" y="1417641"/>
            <a:ext cx="10460569" cy="4897437"/>
          </a:xfrm>
        </p:spPr>
        <p:txBody>
          <a:bodyPr/>
          <a:lstStyle/>
          <a:p>
            <a:pPr>
              <a:lnSpc>
                <a:spcPct val="90000"/>
              </a:lnSpc>
            </a:pPr>
            <a:r>
              <a:rPr lang="en-US" altLang="en-US" sz="3200" b="1" dirty="0"/>
              <a:t>Stakeholders </a:t>
            </a:r>
            <a:r>
              <a:rPr lang="en-US" altLang="en-US" sz="3200" dirty="0"/>
              <a:t>are the people involved in or affected by project activities</a:t>
            </a:r>
          </a:p>
          <a:p>
            <a:pPr>
              <a:lnSpc>
                <a:spcPct val="90000"/>
              </a:lnSpc>
            </a:pPr>
            <a:r>
              <a:rPr lang="en-US" altLang="en-US" sz="3200" dirty="0"/>
              <a:t>Stakeholders include</a:t>
            </a:r>
          </a:p>
          <a:p>
            <a:pPr lvl="1">
              <a:lnSpc>
                <a:spcPct val="90000"/>
              </a:lnSpc>
            </a:pPr>
            <a:r>
              <a:rPr lang="en-US" altLang="en-US" sz="2800" dirty="0"/>
              <a:t>the project sponsor</a:t>
            </a:r>
          </a:p>
          <a:p>
            <a:pPr lvl="1">
              <a:lnSpc>
                <a:spcPct val="90000"/>
              </a:lnSpc>
            </a:pPr>
            <a:r>
              <a:rPr lang="en-US" altLang="en-US" sz="2800" dirty="0"/>
              <a:t>the project manager</a:t>
            </a:r>
          </a:p>
          <a:p>
            <a:pPr lvl="1">
              <a:lnSpc>
                <a:spcPct val="90000"/>
              </a:lnSpc>
            </a:pPr>
            <a:r>
              <a:rPr lang="en-US" altLang="en-US" sz="2800" dirty="0"/>
              <a:t>the project team</a:t>
            </a:r>
          </a:p>
          <a:p>
            <a:pPr lvl="1">
              <a:lnSpc>
                <a:spcPct val="90000"/>
              </a:lnSpc>
            </a:pPr>
            <a:r>
              <a:rPr lang="en-US" altLang="en-US" sz="2800" dirty="0"/>
              <a:t>support staff</a:t>
            </a:r>
          </a:p>
          <a:p>
            <a:pPr lvl="1">
              <a:lnSpc>
                <a:spcPct val="90000"/>
              </a:lnSpc>
            </a:pPr>
            <a:r>
              <a:rPr lang="en-US" altLang="en-US" sz="2800" dirty="0"/>
              <a:t>customers</a:t>
            </a:r>
          </a:p>
          <a:p>
            <a:pPr lvl="1">
              <a:lnSpc>
                <a:spcPct val="90000"/>
              </a:lnSpc>
            </a:pPr>
            <a:r>
              <a:rPr lang="en-US" altLang="en-US" sz="2800" dirty="0"/>
              <a:t>users</a:t>
            </a:r>
          </a:p>
          <a:p>
            <a:pPr lvl="1">
              <a:lnSpc>
                <a:spcPct val="90000"/>
              </a:lnSpc>
            </a:pPr>
            <a:r>
              <a:rPr lang="en-US" altLang="en-US" sz="2800" dirty="0"/>
              <a:t>suppliers</a:t>
            </a:r>
          </a:p>
          <a:p>
            <a:pPr lvl="1">
              <a:lnSpc>
                <a:spcPct val="90000"/>
              </a:lnSpc>
            </a:pPr>
            <a:r>
              <a:rPr lang="en-US" altLang="en-US" sz="2800" b="1" dirty="0">
                <a:solidFill>
                  <a:srgbClr val="FF0000"/>
                </a:solidFill>
              </a:rPr>
              <a:t>opponents</a:t>
            </a:r>
            <a:r>
              <a:rPr lang="en-US" altLang="en-US" sz="2800" dirty="0"/>
              <a:t> of the project</a:t>
            </a:r>
          </a:p>
        </p:txBody>
      </p:sp>
      <p:sp>
        <p:nvSpPr>
          <p:cNvPr id="24578" name="Rectangle 2">
            <a:extLst>
              <a:ext uri="{FF2B5EF4-FFF2-40B4-BE49-F238E27FC236}">
                <a16:creationId xmlns:a16="http://schemas.microsoft.com/office/drawing/2014/main" id="{C0E6E816-1FEE-386E-2B5C-7E65CCD0860C}"/>
              </a:ext>
            </a:extLst>
          </p:cNvPr>
          <p:cNvSpPr>
            <a:spLocks noGrp="1" noChangeArrowheads="1"/>
          </p:cNvSpPr>
          <p:nvPr>
            <p:ph type="title"/>
          </p:nvPr>
        </p:nvSpPr>
        <p:spPr/>
        <p:txBody>
          <a:bodyPr/>
          <a:lstStyle/>
          <a:p>
            <a:pPr>
              <a:defRPr/>
            </a:pPr>
            <a:r>
              <a:rPr lang="en-US" dirty="0"/>
              <a:t>Project Stakeholders</a:t>
            </a:r>
          </a:p>
        </p:txBody>
      </p:sp>
      <p:sp>
        <p:nvSpPr>
          <p:cNvPr id="24580" name="Footer Placeholder 5">
            <a:extLst>
              <a:ext uri="{FF2B5EF4-FFF2-40B4-BE49-F238E27FC236}">
                <a16:creationId xmlns:a16="http://schemas.microsoft.com/office/drawing/2014/main" id="{18645417-BF98-B8FA-3259-CB77B66C956D}"/>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D8360995-8F03-025C-AD2B-E8C66F863A22}"/>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8D99B28E-1568-43EB-B0EC-3B49569FEB88}" type="slidenum">
              <a:rPr lang="en-US" altLang="en-US" sz="1200">
                <a:latin typeface="Arial" panose="020B0604020202020204" pitchFamily="34" charset="0"/>
              </a:rPr>
              <a:pPr algn="r" eaLnBrk="1" hangingPunct="1"/>
              <a:t>15</a:t>
            </a:fld>
            <a:endParaRPr lang="en-US" altLang="en-US" sz="120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C5A845E-DC1C-6677-DE2A-A55FCC48DD82}"/>
              </a:ext>
            </a:extLst>
          </p:cNvPr>
          <p:cNvSpPr>
            <a:spLocks noGrp="1" noChangeArrowheads="1"/>
          </p:cNvSpPr>
          <p:nvPr>
            <p:ph type="title"/>
          </p:nvPr>
        </p:nvSpPr>
        <p:spPr/>
        <p:txBody>
          <a:bodyPr>
            <a:normAutofit/>
          </a:bodyPr>
          <a:lstStyle/>
          <a:p>
            <a:pPr>
              <a:defRPr/>
            </a:pPr>
            <a:r>
              <a:rPr lang="en-US" dirty="0"/>
              <a:t>Figure 1-2 Project Management Framework</a:t>
            </a:r>
          </a:p>
        </p:txBody>
      </p:sp>
      <p:sp>
        <p:nvSpPr>
          <p:cNvPr id="23555" name="Footer Placeholder 5">
            <a:extLst>
              <a:ext uri="{FF2B5EF4-FFF2-40B4-BE49-F238E27FC236}">
                <a16:creationId xmlns:a16="http://schemas.microsoft.com/office/drawing/2014/main" id="{1E6158FC-9753-C76F-8EEF-8BC6F4B8C67D}"/>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6" name="Slide Number Placeholder 5">
            <a:extLst>
              <a:ext uri="{FF2B5EF4-FFF2-40B4-BE49-F238E27FC236}">
                <a16:creationId xmlns:a16="http://schemas.microsoft.com/office/drawing/2014/main" id="{FA3DE6A4-ABE8-D054-61A7-15A967D657B2}"/>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162B730D-4B3E-4624-A92A-40D2FA0A37D0}" type="slidenum">
              <a:rPr lang="en-US" altLang="en-US" sz="1200">
                <a:latin typeface="Arial" panose="020B0604020202020204" pitchFamily="34" charset="0"/>
              </a:rPr>
              <a:pPr algn="r" eaLnBrk="1" hangingPunct="1"/>
              <a:t>16</a:t>
            </a:fld>
            <a:endParaRPr lang="en-US" altLang="en-US" sz="1200">
              <a:latin typeface="Arial" panose="020B0604020202020204" pitchFamily="34" charset="0"/>
            </a:endParaRPr>
          </a:p>
        </p:txBody>
      </p:sp>
      <p:pic>
        <p:nvPicPr>
          <p:cNvPr id="3" name="Picture 2">
            <a:extLst>
              <a:ext uri="{FF2B5EF4-FFF2-40B4-BE49-F238E27FC236}">
                <a16:creationId xmlns:a16="http://schemas.microsoft.com/office/drawing/2014/main" id="{AE0D47A0-1601-0A31-6368-37B8B1074857}"/>
              </a:ext>
            </a:extLst>
          </p:cNvPr>
          <p:cNvPicPr>
            <a:picLocks noChangeAspect="1"/>
          </p:cNvPicPr>
          <p:nvPr/>
        </p:nvPicPr>
        <p:blipFill>
          <a:blip r:embed="rId2"/>
          <a:stretch>
            <a:fillRect/>
          </a:stretch>
        </p:blipFill>
        <p:spPr>
          <a:xfrm>
            <a:off x="1020000" y="1219200"/>
            <a:ext cx="10152000" cy="4774244"/>
          </a:xfrm>
          <a:prstGeom prst="rect">
            <a:avLst/>
          </a:prstGeom>
        </p:spPr>
      </p:pic>
    </p:spTree>
    <p:extLst>
      <p:ext uri="{BB962C8B-B14F-4D97-AF65-F5344CB8AC3E}">
        <p14:creationId xmlns:p14="http://schemas.microsoft.com/office/powerpoint/2010/main" val="426237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ADB4F585-DD4E-DC9B-0830-E88EE2154F0F}"/>
              </a:ext>
            </a:extLst>
          </p:cNvPr>
          <p:cNvSpPr>
            <a:spLocks noGrp="1" noChangeArrowheads="1"/>
          </p:cNvSpPr>
          <p:nvPr>
            <p:ph idx="1"/>
          </p:nvPr>
        </p:nvSpPr>
        <p:spPr>
          <a:xfrm>
            <a:off x="609600" y="1371600"/>
            <a:ext cx="11201400" cy="4876800"/>
          </a:xfrm>
        </p:spPr>
        <p:txBody>
          <a:bodyPr/>
          <a:lstStyle/>
          <a:p>
            <a:pPr algn="just">
              <a:lnSpc>
                <a:spcPct val="150000"/>
              </a:lnSpc>
            </a:pPr>
            <a:r>
              <a:rPr lang="en-US" altLang="en-US" sz="3200" b="1" dirty="0"/>
              <a:t>Knowledge areas </a:t>
            </a:r>
            <a:r>
              <a:rPr lang="en-US" altLang="en-US" sz="3200" dirty="0"/>
              <a:t>describe the key competencies that project managers must develop</a:t>
            </a:r>
          </a:p>
          <a:p>
            <a:pPr algn="just">
              <a:lnSpc>
                <a:spcPct val="150000"/>
              </a:lnSpc>
            </a:pPr>
            <a:r>
              <a:rPr lang="en-US" altLang="en-US" sz="3200" dirty="0"/>
              <a:t>Project managers must have knowledge and skills in all 10 knowledge areas (</a:t>
            </a:r>
            <a:r>
              <a:rPr lang="en-US" altLang="en-US" sz="3200" dirty="0">
                <a:solidFill>
                  <a:srgbClr val="FF0000"/>
                </a:solidFill>
              </a:rPr>
              <a:t>project integration</a:t>
            </a:r>
            <a:r>
              <a:rPr lang="en-US" altLang="en-US" sz="3200" dirty="0"/>
              <a:t>, </a:t>
            </a:r>
            <a:r>
              <a:rPr lang="en-US" altLang="en-US" sz="3200" dirty="0">
                <a:solidFill>
                  <a:srgbClr val="5B53FF"/>
                </a:solidFill>
              </a:rPr>
              <a:t>scope</a:t>
            </a:r>
            <a:r>
              <a:rPr lang="en-US" altLang="en-US" sz="3200" dirty="0"/>
              <a:t>, </a:t>
            </a:r>
            <a:r>
              <a:rPr lang="en-US" altLang="en-US" sz="3200" dirty="0">
                <a:solidFill>
                  <a:schemeClr val="accent4">
                    <a:lumMod val="75000"/>
                  </a:schemeClr>
                </a:solidFill>
              </a:rPr>
              <a:t>time</a:t>
            </a:r>
            <a:r>
              <a:rPr lang="en-US" altLang="en-US" sz="3200" dirty="0"/>
              <a:t>, </a:t>
            </a:r>
            <a:r>
              <a:rPr lang="en-US" altLang="en-US" sz="3200" dirty="0">
                <a:solidFill>
                  <a:schemeClr val="accent3">
                    <a:lumMod val="75000"/>
                  </a:schemeClr>
                </a:solidFill>
              </a:rPr>
              <a:t>cost</a:t>
            </a:r>
            <a:r>
              <a:rPr lang="en-US" altLang="en-US" sz="3200" dirty="0"/>
              <a:t>, </a:t>
            </a:r>
            <a:r>
              <a:rPr lang="en-US" altLang="en-US" sz="3200" dirty="0">
                <a:solidFill>
                  <a:srgbClr val="FF0000"/>
                </a:solidFill>
              </a:rPr>
              <a:t>quality</a:t>
            </a:r>
            <a:r>
              <a:rPr lang="en-US" altLang="en-US" sz="3200" dirty="0"/>
              <a:t>, </a:t>
            </a:r>
            <a:r>
              <a:rPr lang="en-US" altLang="en-US" sz="3200" dirty="0">
                <a:solidFill>
                  <a:srgbClr val="5B53FF"/>
                </a:solidFill>
              </a:rPr>
              <a:t>human resource</a:t>
            </a:r>
            <a:r>
              <a:rPr lang="en-US" altLang="en-US" sz="3200" dirty="0"/>
              <a:t>, </a:t>
            </a:r>
            <a:r>
              <a:rPr lang="en-US" altLang="en-US" sz="3200" dirty="0">
                <a:solidFill>
                  <a:schemeClr val="accent4"/>
                </a:solidFill>
              </a:rPr>
              <a:t>communications</a:t>
            </a:r>
            <a:r>
              <a:rPr lang="en-US" altLang="en-US" sz="3200" dirty="0"/>
              <a:t>, </a:t>
            </a:r>
            <a:r>
              <a:rPr lang="en-US" altLang="en-US" sz="3200" dirty="0">
                <a:solidFill>
                  <a:srgbClr val="FF0000"/>
                </a:solidFill>
              </a:rPr>
              <a:t>risk</a:t>
            </a:r>
            <a:r>
              <a:rPr lang="en-US" altLang="en-US" sz="3200" dirty="0"/>
              <a:t>, </a:t>
            </a:r>
            <a:r>
              <a:rPr lang="en-US" altLang="en-US" sz="3200" dirty="0">
                <a:solidFill>
                  <a:srgbClr val="5B53FF"/>
                </a:solidFill>
              </a:rPr>
              <a:t>procurement</a:t>
            </a:r>
            <a:r>
              <a:rPr lang="en-US" altLang="en-US" sz="3200" dirty="0"/>
              <a:t>, and </a:t>
            </a:r>
            <a:r>
              <a:rPr lang="en-US" altLang="en-US" sz="3200" dirty="0">
                <a:solidFill>
                  <a:srgbClr val="00B050"/>
                </a:solidFill>
              </a:rPr>
              <a:t>stakeholder management</a:t>
            </a:r>
            <a:r>
              <a:rPr lang="en-US" altLang="en-US" sz="3200" dirty="0"/>
              <a:t>)</a:t>
            </a:r>
          </a:p>
        </p:txBody>
      </p:sp>
      <p:sp>
        <p:nvSpPr>
          <p:cNvPr id="25602" name="Rectangle 2">
            <a:extLst>
              <a:ext uri="{FF2B5EF4-FFF2-40B4-BE49-F238E27FC236}">
                <a16:creationId xmlns:a16="http://schemas.microsoft.com/office/drawing/2014/main" id="{D5462545-CDF0-7296-55BD-AE060B94EBBF}"/>
              </a:ext>
            </a:extLst>
          </p:cNvPr>
          <p:cNvSpPr>
            <a:spLocks noGrp="1" noChangeArrowheads="1"/>
          </p:cNvSpPr>
          <p:nvPr>
            <p:ph type="title"/>
          </p:nvPr>
        </p:nvSpPr>
        <p:spPr>
          <a:xfrm>
            <a:off x="1905000" y="381000"/>
            <a:ext cx="8534400" cy="1143000"/>
          </a:xfrm>
        </p:spPr>
        <p:txBody>
          <a:bodyPr>
            <a:noAutofit/>
          </a:bodyPr>
          <a:lstStyle/>
          <a:p>
            <a:pPr>
              <a:defRPr/>
            </a:pPr>
            <a:r>
              <a:rPr lang="en-US" sz="3200" dirty="0">
                <a:solidFill>
                  <a:srgbClr val="0070C0"/>
                </a:solidFill>
                <a:effectLst/>
              </a:rPr>
              <a:t>10 Project Management Knowledge Areas</a:t>
            </a:r>
          </a:p>
        </p:txBody>
      </p:sp>
      <p:sp>
        <p:nvSpPr>
          <p:cNvPr id="25604" name="Footer Placeholder 5">
            <a:extLst>
              <a:ext uri="{FF2B5EF4-FFF2-40B4-BE49-F238E27FC236}">
                <a16:creationId xmlns:a16="http://schemas.microsoft.com/office/drawing/2014/main" id="{B9F0A673-B69D-2F3A-B77B-0CA572FC2049}"/>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4D1A2B19-4A14-E294-000A-46258291ED98}"/>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7BF0D5C0-4CF9-49FF-90E3-BC9F1CFE199F}" type="slidenum">
              <a:rPr lang="en-US" altLang="en-US" sz="1200">
                <a:latin typeface="Arial" panose="020B0604020202020204" pitchFamily="34" charset="0"/>
              </a:rPr>
              <a:pPr algn="r" eaLnBrk="1" hangingPunct="1"/>
              <a:t>17</a:t>
            </a:fld>
            <a:endParaRPr lang="en-US" altLang="en-US" sz="120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3">
            <a:extLst>
              <a:ext uri="{FF2B5EF4-FFF2-40B4-BE49-F238E27FC236}">
                <a16:creationId xmlns:a16="http://schemas.microsoft.com/office/drawing/2014/main" id="{7CCC4B22-0745-841F-EA2C-CF20CC853136}"/>
              </a:ext>
            </a:extLst>
          </p:cNvPr>
          <p:cNvSpPr>
            <a:spLocks noGrp="1"/>
          </p:cNvSpPr>
          <p:nvPr>
            <p:ph idx="1"/>
          </p:nvPr>
        </p:nvSpPr>
        <p:spPr/>
        <p:txBody>
          <a:bodyPr/>
          <a:lstStyle/>
          <a:p>
            <a:pPr>
              <a:lnSpc>
                <a:spcPct val="150000"/>
              </a:lnSpc>
            </a:pPr>
            <a:r>
              <a:rPr lang="en-US" altLang="en-US" sz="3200" dirty="0"/>
              <a:t>There are several ways to define project success:</a:t>
            </a:r>
          </a:p>
          <a:p>
            <a:pPr lvl="1">
              <a:lnSpc>
                <a:spcPct val="150000"/>
              </a:lnSpc>
            </a:pPr>
            <a:r>
              <a:rPr lang="en-US" altLang="en-US" sz="2800" dirty="0"/>
              <a:t>The project met scope, time, and cost goals</a:t>
            </a:r>
          </a:p>
          <a:p>
            <a:pPr lvl="1">
              <a:lnSpc>
                <a:spcPct val="150000"/>
              </a:lnSpc>
            </a:pPr>
            <a:r>
              <a:rPr lang="en-US" altLang="en-US" sz="2800" dirty="0"/>
              <a:t>The project satisfied the customer/sponsor</a:t>
            </a:r>
          </a:p>
          <a:p>
            <a:pPr lvl="1">
              <a:lnSpc>
                <a:spcPct val="150000"/>
              </a:lnSpc>
            </a:pPr>
            <a:r>
              <a:rPr lang="en-US" altLang="en-US" sz="2800" dirty="0"/>
              <a:t>The results of the project met its main objective, such as making or saving a certain amount of money, providing a good return on investment, or simply making the sponsors happy</a:t>
            </a:r>
          </a:p>
        </p:txBody>
      </p:sp>
      <p:sp>
        <p:nvSpPr>
          <p:cNvPr id="30722" name="Title 1">
            <a:extLst>
              <a:ext uri="{FF2B5EF4-FFF2-40B4-BE49-F238E27FC236}">
                <a16:creationId xmlns:a16="http://schemas.microsoft.com/office/drawing/2014/main" id="{C367190D-6907-B96B-2463-046575E9312B}"/>
              </a:ext>
            </a:extLst>
          </p:cNvPr>
          <p:cNvSpPr>
            <a:spLocks noGrp="1"/>
          </p:cNvSpPr>
          <p:nvPr>
            <p:ph type="title"/>
          </p:nvPr>
        </p:nvSpPr>
        <p:spPr/>
        <p:txBody>
          <a:bodyPr/>
          <a:lstStyle/>
          <a:p>
            <a:pPr>
              <a:defRPr/>
            </a:pPr>
            <a:r>
              <a:rPr lang="en-US" dirty="0"/>
              <a:t>Project Success</a:t>
            </a:r>
          </a:p>
        </p:txBody>
      </p:sp>
      <p:sp>
        <p:nvSpPr>
          <p:cNvPr id="30723" name="Footer Placeholder 2">
            <a:extLst>
              <a:ext uri="{FF2B5EF4-FFF2-40B4-BE49-F238E27FC236}">
                <a16:creationId xmlns:a16="http://schemas.microsoft.com/office/drawing/2014/main" id="{926DAF44-EF45-12C9-70AA-8D350CBF2341}"/>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4277801D-AB0E-6639-BE5D-1ABDD18880AD}"/>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2C97B168-10DA-4D6D-B789-0E733B1CC987}" type="slidenum">
              <a:rPr lang="en-US" altLang="en-US" sz="1200">
                <a:latin typeface="Arial" panose="020B0604020202020204" pitchFamily="34" charset="0"/>
              </a:rPr>
              <a:pPr algn="r" eaLnBrk="1" hangingPunct="1"/>
              <a:t>18</a:t>
            </a:fld>
            <a:endParaRPr lang="en-US" altLang="en-US" sz="1200">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A3B49112-9212-54BA-2A72-28152C446559}"/>
              </a:ext>
            </a:extLst>
          </p:cNvPr>
          <p:cNvSpPr>
            <a:spLocks noGrp="1" noChangeArrowheads="1"/>
          </p:cNvSpPr>
          <p:nvPr>
            <p:ph idx="1"/>
          </p:nvPr>
        </p:nvSpPr>
        <p:spPr/>
        <p:txBody>
          <a:bodyPr/>
          <a:lstStyle/>
          <a:p>
            <a:pPr algn="just">
              <a:spcBef>
                <a:spcPct val="50000"/>
              </a:spcBef>
            </a:pPr>
            <a:r>
              <a:rPr lang="en-US" altLang="en-US" sz="3200" b="1" dirty="0"/>
              <a:t>Project managers </a:t>
            </a:r>
            <a:r>
              <a:rPr lang="en-US" altLang="en-US" sz="3200" dirty="0"/>
              <a:t>work with project sponsors, project team, and other people involved in a project to meet project goals</a:t>
            </a:r>
          </a:p>
          <a:p>
            <a:pPr algn="just">
              <a:spcBef>
                <a:spcPct val="50000"/>
              </a:spcBef>
            </a:pPr>
            <a:r>
              <a:rPr lang="en-US" altLang="en-US" sz="3200" b="1" dirty="0"/>
              <a:t>Program</a:t>
            </a:r>
            <a:r>
              <a:rPr lang="en-US" altLang="en-US" sz="3200" dirty="0"/>
              <a:t>: group of related projects managed in a coordinated way to obtain benefits and control not available from managing them individually</a:t>
            </a:r>
          </a:p>
          <a:p>
            <a:pPr algn="just">
              <a:spcBef>
                <a:spcPct val="50000"/>
              </a:spcBef>
            </a:pPr>
            <a:r>
              <a:rPr lang="en-US" altLang="en-US" sz="3200" dirty="0"/>
              <a:t>Program managers oversee programs; often act as bosses for project managers</a:t>
            </a:r>
          </a:p>
        </p:txBody>
      </p:sp>
      <p:sp>
        <p:nvSpPr>
          <p:cNvPr id="20482" name="Rectangle 2">
            <a:extLst>
              <a:ext uri="{FF2B5EF4-FFF2-40B4-BE49-F238E27FC236}">
                <a16:creationId xmlns:a16="http://schemas.microsoft.com/office/drawing/2014/main" id="{A0BE4E00-E183-F8E4-6E61-86ADE48CE130}"/>
              </a:ext>
            </a:extLst>
          </p:cNvPr>
          <p:cNvSpPr>
            <a:spLocks noGrp="1" noChangeArrowheads="1"/>
          </p:cNvSpPr>
          <p:nvPr>
            <p:ph type="title"/>
          </p:nvPr>
        </p:nvSpPr>
        <p:spPr/>
        <p:txBody>
          <a:bodyPr/>
          <a:lstStyle/>
          <a:p>
            <a:pPr>
              <a:defRPr/>
            </a:pPr>
            <a:r>
              <a:rPr lang="en-US" dirty="0"/>
              <a:t>Project and Program Managers</a:t>
            </a:r>
          </a:p>
        </p:txBody>
      </p:sp>
      <p:sp>
        <p:nvSpPr>
          <p:cNvPr id="20484" name="Footer Placeholder 5">
            <a:extLst>
              <a:ext uri="{FF2B5EF4-FFF2-40B4-BE49-F238E27FC236}">
                <a16:creationId xmlns:a16="http://schemas.microsoft.com/office/drawing/2014/main" id="{7ECC744A-D392-6412-F494-C120FD28A904}"/>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6BD52AE7-16A8-4AFD-71D3-D8832EF0BA77}"/>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781E9C1F-E725-4E97-9258-FA7897034A7B}" type="slidenum">
              <a:rPr lang="en-US" altLang="en-US" sz="1200">
                <a:latin typeface="Arial" panose="020B0604020202020204" pitchFamily="34" charset="0"/>
              </a:rPr>
              <a:pPr algn="r" eaLnBrk="1" hangingPunct="1"/>
              <a:t>19</a:t>
            </a:fld>
            <a:endParaRPr lang="en-US" altLang="en-US" sz="1200">
              <a:latin typeface="Arial" panose="020B0604020202020204" pitchFamily="34" charset="0"/>
            </a:endParaRPr>
          </a:p>
        </p:txBody>
      </p:sp>
    </p:spTree>
    <p:extLst>
      <p:ext uri="{BB962C8B-B14F-4D97-AF65-F5344CB8AC3E}">
        <p14:creationId xmlns:p14="http://schemas.microsoft.com/office/powerpoint/2010/main" val="3727323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127A8-9CBD-C595-6025-DBF4B2C5471E}"/>
              </a:ext>
            </a:extLst>
          </p:cNvPr>
          <p:cNvSpPr>
            <a:spLocks noGrp="1"/>
          </p:cNvSpPr>
          <p:nvPr>
            <p:ph type="title"/>
          </p:nvPr>
        </p:nvSpPr>
        <p:spPr/>
        <p:txBody>
          <a:bodyPr>
            <a:normAutofit/>
          </a:bodyPr>
          <a:lstStyle/>
          <a:p>
            <a:pPr algn="ctr"/>
            <a:r>
              <a:rPr lang="en-US" dirty="0">
                <a:solidFill>
                  <a:schemeClr val="tx1"/>
                </a:solidFill>
                <a:effectLst/>
              </a:rPr>
              <a:t>Project, Program, and Portfolio</a:t>
            </a:r>
          </a:p>
        </p:txBody>
      </p:sp>
      <p:sp>
        <p:nvSpPr>
          <p:cNvPr id="4" name="Footer Placeholder 3">
            <a:extLst>
              <a:ext uri="{FF2B5EF4-FFF2-40B4-BE49-F238E27FC236}">
                <a16:creationId xmlns:a16="http://schemas.microsoft.com/office/drawing/2014/main" id="{A199C221-FD88-47D0-975C-414D409F9610}"/>
              </a:ext>
            </a:extLst>
          </p:cNvPr>
          <p:cNvSpPr>
            <a:spLocks noGrp="1"/>
          </p:cNvSpPr>
          <p:nvPr>
            <p:ph type="ftr" sz="quarter" idx="10"/>
          </p:nvPr>
        </p:nvSpPr>
        <p:spPr/>
        <p:txBody>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88DCEB51-9E5E-506C-AB77-1EC1A8F09097}"/>
              </a:ext>
            </a:extLst>
          </p:cNvPr>
          <p:cNvSpPr>
            <a:spLocks noGrp="1"/>
          </p:cNvSpPr>
          <p:nvPr>
            <p:ph type="sldNum" sz="quarter" idx="11"/>
          </p:nvPr>
        </p:nvSpPr>
        <p:spPr/>
        <p:txBody>
          <a:bodyPr/>
          <a:lstStyle/>
          <a:p>
            <a:fld id="{B54328F3-6691-48BC-BB5C-46AA4F307979}" type="slidenum">
              <a:rPr lang="en-US" altLang="en-US" smtClean="0"/>
              <a:pPr/>
              <a:t>20</a:t>
            </a:fld>
            <a:endParaRPr lang="en-US" altLang="en-US"/>
          </a:p>
        </p:txBody>
      </p:sp>
      <p:pic>
        <p:nvPicPr>
          <p:cNvPr id="7" name="Picture 6">
            <a:extLst>
              <a:ext uri="{FF2B5EF4-FFF2-40B4-BE49-F238E27FC236}">
                <a16:creationId xmlns:a16="http://schemas.microsoft.com/office/drawing/2014/main" id="{1976245F-F8C9-1E31-5AB2-EB45571D9FD2}"/>
              </a:ext>
            </a:extLst>
          </p:cNvPr>
          <p:cNvPicPr>
            <a:picLocks noChangeAspect="1"/>
          </p:cNvPicPr>
          <p:nvPr/>
        </p:nvPicPr>
        <p:blipFill>
          <a:blip r:embed="rId2"/>
          <a:stretch>
            <a:fillRect/>
          </a:stretch>
        </p:blipFill>
        <p:spPr>
          <a:xfrm>
            <a:off x="990601" y="1417641"/>
            <a:ext cx="7629528" cy="3223906"/>
          </a:xfrm>
          <a:prstGeom prst="rect">
            <a:avLst/>
          </a:prstGeom>
        </p:spPr>
      </p:pic>
      <p:pic>
        <p:nvPicPr>
          <p:cNvPr id="6" name="Picture 5">
            <a:extLst>
              <a:ext uri="{FF2B5EF4-FFF2-40B4-BE49-F238E27FC236}">
                <a16:creationId xmlns:a16="http://schemas.microsoft.com/office/drawing/2014/main" id="{D9A29EE2-89ED-EAAD-D0ED-2692D5E121B6}"/>
              </a:ext>
            </a:extLst>
          </p:cNvPr>
          <p:cNvPicPr>
            <a:picLocks noChangeAspect="1"/>
          </p:cNvPicPr>
          <p:nvPr/>
        </p:nvPicPr>
        <p:blipFill>
          <a:blip r:embed="rId3"/>
          <a:stretch>
            <a:fillRect/>
          </a:stretch>
        </p:blipFill>
        <p:spPr>
          <a:xfrm>
            <a:off x="8860369" y="3733800"/>
            <a:ext cx="2590800" cy="2590800"/>
          </a:xfrm>
          <a:prstGeom prst="rect">
            <a:avLst/>
          </a:prstGeom>
        </p:spPr>
      </p:pic>
      <p:sp>
        <p:nvSpPr>
          <p:cNvPr id="9" name="TextBox 8">
            <a:extLst>
              <a:ext uri="{FF2B5EF4-FFF2-40B4-BE49-F238E27FC236}">
                <a16:creationId xmlns:a16="http://schemas.microsoft.com/office/drawing/2014/main" id="{5A5D4F3A-BB14-E70A-8E27-AC7D0B191AE4}"/>
              </a:ext>
            </a:extLst>
          </p:cNvPr>
          <p:cNvSpPr txBox="1"/>
          <p:nvPr/>
        </p:nvSpPr>
        <p:spPr>
          <a:xfrm>
            <a:off x="927469" y="4882525"/>
            <a:ext cx="7692659" cy="769441"/>
          </a:xfrm>
          <a:prstGeom prst="rect">
            <a:avLst/>
          </a:prstGeom>
          <a:noFill/>
        </p:spPr>
        <p:txBody>
          <a:bodyPr wrap="square">
            <a:spAutoFit/>
          </a:bodyPr>
          <a:lstStyle/>
          <a:p>
            <a:pPr algn="ctr"/>
            <a:r>
              <a:rPr lang="en-US" b="1" dirty="0">
                <a:cs typeface="Times New Roman" pitchFamily="18" charset="0"/>
              </a:rPr>
              <a:t>A portfolio </a:t>
            </a:r>
            <a:r>
              <a:rPr lang="en-US" dirty="0">
                <a:cs typeface="Times New Roman" pitchFamily="18" charset="0"/>
              </a:rPr>
              <a:t>refers to projects, programs, sub-portfolios, and operations managed as a group to achieve strategic objectives. </a:t>
            </a:r>
          </a:p>
        </p:txBody>
      </p:sp>
    </p:spTree>
    <p:extLst>
      <p:ext uri="{BB962C8B-B14F-4D97-AF65-F5344CB8AC3E}">
        <p14:creationId xmlns:p14="http://schemas.microsoft.com/office/powerpoint/2010/main" val="293586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3">
            <a:extLst>
              <a:ext uri="{FF2B5EF4-FFF2-40B4-BE49-F238E27FC236}">
                <a16:creationId xmlns:a16="http://schemas.microsoft.com/office/drawing/2014/main" id="{A8E76C74-2904-29C8-EF61-8195F194F3FA}"/>
              </a:ext>
            </a:extLst>
          </p:cNvPr>
          <p:cNvSpPr>
            <a:spLocks noGrp="1"/>
          </p:cNvSpPr>
          <p:nvPr>
            <p:ph idx="1"/>
          </p:nvPr>
        </p:nvSpPr>
        <p:spPr/>
        <p:txBody>
          <a:bodyPr/>
          <a:lstStyle/>
          <a:p>
            <a:pPr algn="just"/>
            <a:r>
              <a:rPr lang="en-US" altLang="en-US" sz="3200" dirty="0">
                <a:latin typeface="Times New Roman" panose="02020603050405020304" pitchFamily="18" charset="0"/>
                <a:cs typeface="Times New Roman" panose="02020603050405020304" pitchFamily="18" charset="0"/>
              </a:rPr>
              <a:t>Project portfolio management (PPM) is the centralized management of an organization's projects. While these projects may or may not be related, they are ﻿managed under one umbrella (called a portfolio) to oversee and manage any competing resources. </a:t>
            </a:r>
          </a:p>
          <a:p>
            <a:pPr marL="109537" indent="0" algn="just">
              <a:buNone/>
            </a:pPr>
            <a:endParaRPr lang="en-US" altLang="en-US" sz="1200" dirty="0">
              <a:latin typeface="Times New Roman" panose="02020603050405020304" pitchFamily="18" charset="0"/>
              <a:cs typeface="Times New Roman" panose="02020603050405020304" pitchFamily="18" charset="0"/>
            </a:endParaRPr>
          </a:p>
          <a:p>
            <a:pPr algn="just"/>
            <a:r>
              <a:rPr lang="en-US" altLang="en-US" sz="3200" dirty="0">
                <a:latin typeface="Times New Roman" panose="02020603050405020304" pitchFamily="18" charset="0"/>
                <a:cs typeface="Times New Roman" panose="02020603050405020304" pitchFamily="18" charset="0"/>
              </a:rPr>
              <a:t>Portfolio managers help their organizations make wise investment decisions by helping to select and analyze projects from a strategic perspective</a:t>
            </a:r>
          </a:p>
          <a:p>
            <a:pPr algn="just"/>
            <a:endParaRPr lang="en-US" altLang="en-US" sz="3200" dirty="0">
              <a:latin typeface="Times New Roman" panose="02020603050405020304" pitchFamily="18" charset="0"/>
              <a:cs typeface="Times New Roman" panose="02020603050405020304" pitchFamily="18" charset="0"/>
            </a:endParaRPr>
          </a:p>
          <a:p>
            <a:pPr algn="just"/>
            <a:endParaRPr lang="en-US" altLang="en-US" sz="3200" dirty="0">
              <a:latin typeface="Times New Roman" panose="02020603050405020304" pitchFamily="18" charset="0"/>
              <a:cs typeface="Times New Roman" panose="02020603050405020304" pitchFamily="18" charset="0"/>
            </a:endParaRPr>
          </a:p>
        </p:txBody>
      </p:sp>
      <p:sp>
        <p:nvSpPr>
          <p:cNvPr id="34818" name="Title 1">
            <a:extLst>
              <a:ext uri="{FF2B5EF4-FFF2-40B4-BE49-F238E27FC236}">
                <a16:creationId xmlns:a16="http://schemas.microsoft.com/office/drawing/2014/main" id="{F710E55C-646F-9879-C829-6D0941B82C58}"/>
              </a:ext>
            </a:extLst>
          </p:cNvPr>
          <p:cNvSpPr>
            <a:spLocks noGrp="1"/>
          </p:cNvSpPr>
          <p:nvPr>
            <p:ph type="title"/>
          </p:nvPr>
        </p:nvSpPr>
        <p:spPr/>
        <p:txBody>
          <a:bodyPr/>
          <a:lstStyle/>
          <a:p>
            <a:pPr>
              <a:defRPr/>
            </a:pPr>
            <a:r>
              <a:rPr lang="en-US" dirty="0"/>
              <a:t>Project Portfolio Management</a:t>
            </a:r>
          </a:p>
        </p:txBody>
      </p:sp>
      <p:sp>
        <p:nvSpPr>
          <p:cNvPr id="34819" name="Footer Placeholder 2">
            <a:extLst>
              <a:ext uri="{FF2B5EF4-FFF2-40B4-BE49-F238E27FC236}">
                <a16:creationId xmlns:a16="http://schemas.microsoft.com/office/drawing/2014/main" id="{6C0DF4DB-0B7B-0844-7CD8-8EBE3DBD6D22}"/>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4E5B2659-739E-E602-472A-78AF6F1E6B60}"/>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EB168939-044C-4D99-844B-9741905F9F7A}" type="slidenum">
              <a:rPr lang="en-US" altLang="en-US" sz="1200">
                <a:latin typeface="Arial" panose="020B0604020202020204" pitchFamily="34" charset="0"/>
              </a:rPr>
              <a:pPr algn="r" eaLnBrk="1" hangingPunct="1"/>
              <a:t>21</a:t>
            </a:fld>
            <a:endParaRPr lang="en-US" altLang="en-US" sz="120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extLst>
              <a:ext uri="{FF2B5EF4-FFF2-40B4-BE49-F238E27FC236}">
                <a16:creationId xmlns:a16="http://schemas.microsoft.com/office/drawing/2014/main" id="{F9F893AB-6F68-6F65-A90A-8659731BE887}"/>
              </a:ext>
            </a:extLst>
          </p:cNvPr>
          <p:cNvSpPr>
            <a:spLocks noGrp="1" noChangeArrowheads="1"/>
          </p:cNvSpPr>
          <p:nvPr>
            <p:ph idx="1"/>
          </p:nvPr>
        </p:nvSpPr>
        <p:spPr>
          <a:xfrm>
            <a:off x="685800" y="1447803"/>
            <a:ext cx="10591800" cy="4410075"/>
          </a:xfrm>
        </p:spPr>
        <p:txBody>
          <a:bodyPr/>
          <a:lstStyle/>
          <a:p>
            <a:pPr algn="just" rtl="0" eaLnBrk="1" hangingPunct="1"/>
            <a:r>
              <a:rPr lang="en-US" sz="3200" dirty="0"/>
              <a:t>Project managers need a wide variety of skills</a:t>
            </a:r>
          </a:p>
          <a:p>
            <a:pPr algn="just" rtl="0" eaLnBrk="1" hangingPunct="1">
              <a:buFontTx/>
              <a:buNone/>
            </a:pPr>
            <a:endParaRPr lang="en-US" sz="3200" dirty="0"/>
          </a:p>
          <a:p>
            <a:pPr algn="just" rtl="0" eaLnBrk="1" hangingPunct="1"/>
            <a:r>
              <a:rPr lang="en-US" sz="3200" dirty="0"/>
              <a:t>Project managers need both “hard” and “soft” skills.  </a:t>
            </a:r>
          </a:p>
          <a:p>
            <a:pPr lvl="1" algn="just" rtl="0" eaLnBrk="1" hangingPunct="1"/>
            <a:r>
              <a:rPr lang="en-US" sz="2800" dirty="0"/>
              <a:t>Hard skills include product knowledge and knowing how to use various project management tools and techniques, and </a:t>
            </a:r>
          </a:p>
          <a:p>
            <a:pPr lvl="1" algn="just" rtl="0" eaLnBrk="1" hangingPunct="1"/>
            <a:r>
              <a:rPr lang="en-US" sz="2800" dirty="0"/>
              <a:t>soft skills include being able to work with various types of people</a:t>
            </a:r>
          </a:p>
        </p:txBody>
      </p:sp>
      <p:sp>
        <p:nvSpPr>
          <p:cNvPr id="41986" name="Rectangle 2">
            <a:extLst>
              <a:ext uri="{FF2B5EF4-FFF2-40B4-BE49-F238E27FC236}">
                <a16:creationId xmlns:a16="http://schemas.microsoft.com/office/drawing/2014/main" id="{DF9CD0EB-D6F6-10AF-F071-0603D99A7B50}"/>
              </a:ext>
            </a:extLst>
          </p:cNvPr>
          <p:cNvSpPr>
            <a:spLocks noGrp="1" noChangeArrowheads="1"/>
          </p:cNvSpPr>
          <p:nvPr>
            <p:ph type="title"/>
          </p:nvPr>
        </p:nvSpPr>
        <p:spPr>
          <a:xfrm>
            <a:off x="2057400" y="304800"/>
            <a:ext cx="8305800" cy="1143000"/>
          </a:xfrm>
        </p:spPr>
        <p:txBody>
          <a:bodyPr>
            <a:noAutofit/>
          </a:bodyPr>
          <a:lstStyle/>
          <a:p>
            <a:pPr>
              <a:defRPr/>
            </a:pPr>
            <a:r>
              <a:rPr lang="en-US" sz="3200" dirty="0">
                <a:solidFill>
                  <a:schemeClr val="tx1"/>
                </a:solidFill>
                <a:effectLst/>
              </a:rPr>
              <a:t>Suggested Skills for Project Managers</a:t>
            </a:r>
          </a:p>
        </p:txBody>
      </p:sp>
      <p:sp>
        <p:nvSpPr>
          <p:cNvPr id="41988" name="Footer Placeholder 5">
            <a:extLst>
              <a:ext uri="{FF2B5EF4-FFF2-40B4-BE49-F238E27FC236}">
                <a16:creationId xmlns:a16="http://schemas.microsoft.com/office/drawing/2014/main" id="{36D98B30-A668-4F20-59EF-3D911B35B0B6}"/>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EB529CB9-9139-C548-F4E7-6F29A6E3F63E}"/>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F8740E8C-D2A0-426F-B84C-5291EC59E34A}" type="slidenum">
              <a:rPr lang="en-US" altLang="en-US" sz="1200">
                <a:latin typeface="Arial" panose="020B0604020202020204" pitchFamily="34" charset="0"/>
              </a:rPr>
              <a:pPr algn="r" eaLnBrk="1" hangingPunct="1"/>
              <a:t>22</a:t>
            </a:fld>
            <a:endParaRPr lang="en-US" altLang="en-US" sz="120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971D3DE-A158-8EDA-AC7E-BF4DCA1DA388}"/>
              </a:ext>
            </a:extLst>
          </p:cNvPr>
          <p:cNvSpPr>
            <a:spLocks noGrp="1" noChangeArrowheads="1"/>
          </p:cNvSpPr>
          <p:nvPr>
            <p:ph type="title"/>
          </p:nvPr>
        </p:nvSpPr>
        <p:spPr/>
        <p:txBody>
          <a:bodyPr>
            <a:normAutofit fontScale="90000"/>
          </a:bodyPr>
          <a:lstStyle/>
          <a:p>
            <a:pPr>
              <a:defRPr/>
            </a:pPr>
            <a:r>
              <a:rPr lang="en-US" sz="3500" dirty="0"/>
              <a:t>Ten Most Important Skills and Competencies for Project Managers</a:t>
            </a:r>
          </a:p>
        </p:txBody>
      </p:sp>
      <p:sp>
        <p:nvSpPr>
          <p:cNvPr id="43011" name="Footer Placeholder 5">
            <a:extLst>
              <a:ext uri="{FF2B5EF4-FFF2-40B4-BE49-F238E27FC236}">
                <a16:creationId xmlns:a16="http://schemas.microsoft.com/office/drawing/2014/main" id="{13B5B301-811F-AE04-562C-1B2AA4B6C2AF}"/>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ACAA8D2B-8E22-EB60-B740-BCAB2F3CE912}"/>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3C944C87-6D0E-4FEB-B0FD-FC6A0FC0F1B4}" type="slidenum">
              <a:rPr lang="en-US" altLang="en-US" sz="1200">
                <a:latin typeface="Arial" panose="020B0604020202020204" pitchFamily="34" charset="0"/>
              </a:rPr>
              <a:pPr algn="r" eaLnBrk="1" hangingPunct="1"/>
              <a:t>23</a:t>
            </a:fld>
            <a:endParaRPr lang="en-US" altLang="en-US" sz="1200">
              <a:latin typeface="Arial" panose="020B0604020202020204" pitchFamily="34" charset="0"/>
            </a:endParaRPr>
          </a:p>
        </p:txBody>
      </p:sp>
      <p:sp>
        <p:nvSpPr>
          <p:cNvPr id="46085" name="Rectangle 7">
            <a:extLst>
              <a:ext uri="{FF2B5EF4-FFF2-40B4-BE49-F238E27FC236}">
                <a16:creationId xmlns:a16="http://schemas.microsoft.com/office/drawing/2014/main" id="{F9FB4E30-9E2E-34D0-40C0-9E1A51F5F513}"/>
              </a:ext>
            </a:extLst>
          </p:cNvPr>
          <p:cNvSpPr>
            <a:spLocks noChangeArrowheads="1"/>
          </p:cNvSpPr>
          <p:nvPr/>
        </p:nvSpPr>
        <p:spPr bwMode="auto">
          <a:xfrm>
            <a:off x="1727200" y="1577045"/>
            <a:ext cx="8077200"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lnSpc>
                <a:spcPct val="90000"/>
              </a:lnSpc>
              <a:spcBef>
                <a:spcPct val="20000"/>
              </a:spcBef>
            </a:pPr>
            <a:r>
              <a:rPr lang="en-US" altLang="en-US" sz="2800" dirty="0"/>
              <a:t>1. People skills</a:t>
            </a:r>
          </a:p>
          <a:p>
            <a:pPr eaLnBrk="1" hangingPunct="1">
              <a:lnSpc>
                <a:spcPct val="90000"/>
              </a:lnSpc>
              <a:spcBef>
                <a:spcPct val="20000"/>
              </a:spcBef>
            </a:pPr>
            <a:r>
              <a:rPr lang="en-US" altLang="en-US" sz="2800" dirty="0"/>
              <a:t>2. Leadership</a:t>
            </a:r>
          </a:p>
          <a:p>
            <a:pPr eaLnBrk="1" hangingPunct="1">
              <a:lnSpc>
                <a:spcPct val="90000"/>
              </a:lnSpc>
              <a:spcBef>
                <a:spcPct val="20000"/>
              </a:spcBef>
            </a:pPr>
            <a:r>
              <a:rPr lang="en-US" altLang="en-US" sz="2800" dirty="0"/>
              <a:t>3. Listening</a:t>
            </a:r>
          </a:p>
          <a:p>
            <a:pPr eaLnBrk="1" hangingPunct="1">
              <a:lnSpc>
                <a:spcPct val="90000"/>
              </a:lnSpc>
              <a:spcBef>
                <a:spcPct val="20000"/>
              </a:spcBef>
            </a:pPr>
            <a:r>
              <a:rPr lang="en-US" altLang="en-US" sz="2800" dirty="0"/>
              <a:t>4. Integrity, ethical behavior, consistent</a:t>
            </a:r>
          </a:p>
          <a:p>
            <a:pPr eaLnBrk="1" hangingPunct="1">
              <a:lnSpc>
                <a:spcPct val="90000"/>
              </a:lnSpc>
              <a:spcBef>
                <a:spcPct val="20000"/>
              </a:spcBef>
            </a:pPr>
            <a:r>
              <a:rPr lang="en-US" altLang="en-US" sz="2800" dirty="0"/>
              <a:t>5. Strong at building trust</a:t>
            </a:r>
          </a:p>
          <a:p>
            <a:pPr eaLnBrk="1" hangingPunct="1">
              <a:lnSpc>
                <a:spcPct val="90000"/>
              </a:lnSpc>
              <a:spcBef>
                <a:spcPct val="20000"/>
              </a:spcBef>
            </a:pPr>
            <a:r>
              <a:rPr lang="en-US" altLang="en-US" sz="2800" dirty="0"/>
              <a:t>6. Verbal communication</a:t>
            </a:r>
          </a:p>
          <a:p>
            <a:pPr eaLnBrk="1" hangingPunct="1">
              <a:lnSpc>
                <a:spcPct val="90000"/>
              </a:lnSpc>
              <a:spcBef>
                <a:spcPct val="20000"/>
              </a:spcBef>
            </a:pPr>
            <a:r>
              <a:rPr lang="en-US" altLang="en-US" sz="2800" dirty="0"/>
              <a:t>7. Strong at building teams</a:t>
            </a:r>
          </a:p>
          <a:p>
            <a:pPr eaLnBrk="1" hangingPunct="1">
              <a:lnSpc>
                <a:spcPct val="90000"/>
              </a:lnSpc>
              <a:spcBef>
                <a:spcPct val="20000"/>
              </a:spcBef>
            </a:pPr>
            <a:r>
              <a:rPr lang="en-US" altLang="en-US" sz="2800" dirty="0"/>
              <a:t>8. Conflict resolution, conflict management</a:t>
            </a:r>
          </a:p>
          <a:p>
            <a:pPr eaLnBrk="1" hangingPunct="1">
              <a:lnSpc>
                <a:spcPct val="90000"/>
              </a:lnSpc>
              <a:spcBef>
                <a:spcPct val="20000"/>
              </a:spcBef>
            </a:pPr>
            <a:r>
              <a:rPr lang="en-US" altLang="en-US" sz="2800" dirty="0"/>
              <a:t>9. Critical thinking, problem solving</a:t>
            </a:r>
          </a:p>
          <a:p>
            <a:pPr eaLnBrk="1" hangingPunct="1">
              <a:lnSpc>
                <a:spcPct val="90000"/>
              </a:lnSpc>
              <a:spcBef>
                <a:spcPct val="20000"/>
              </a:spcBef>
            </a:pPr>
            <a:r>
              <a:rPr lang="en-US" altLang="en-US" sz="2800" dirty="0"/>
              <a:t>10. </a:t>
            </a:r>
            <a:r>
              <a:rPr lang="ar-EG" altLang="en-US" sz="2800" dirty="0" err="1"/>
              <a:t>Understand</a:t>
            </a:r>
            <a:r>
              <a:rPr lang="en-US" altLang="en-US" sz="2800" dirty="0"/>
              <a:t>, </a:t>
            </a:r>
            <a:r>
              <a:rPr lang="ar-EG" altLang="en-US" sz="2800" dirty="0" err="1"/>
              <a:t>balance</a:t>
            </a:r>
            <a:r>
              <a:rPr lang="en-US" altLang="en-US" sz="2800" dirty="0"/>
              <a:t> priorities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5C2F31F0-57B0-751F-FD1F-77E1A8D0FF8C}"/>
              </a:ext>
            </a:extLst>
          </p:cNvPr>
          <p:cNvSpPr>
            <a:spLocks noGrp="1" noChangeArrowheads="1"/>
          </p:cNvSpPr>
          <p:nvPr>
            <p:ph idx="1"/>
          </p:nvPr>
        </p:nvSpPr>
        <p:spPr/>
        <p:txBody>
          <a:bodyPr/>
          <a:lstStyle/>
          <a:p>
            <a:pPr>
              <a:spcBef>
                <a:spcPct val="55000"/>
              </a:spcBef>
            </a:pPr>
            <a:r>
              <a:rPr lang="en-US" altLang="en-US"/>
              <a:t>Effective project managers provide leadership by example</a:t>
            </a:r>
          </a:p>
          <a:p>
            <a:pPr>
              <a:spcBef>
                <a:spcPct val="55000"/>
              </a:spcBef>
            </a:pPr>
            <a:r>
              <a:rPr lang="en-US" altLang="en-US"/>
              <a:t>A </a:t>
            </a:r>
            <a:r>
              <a:rPr lang="en-US" altLang="en-US" b="1"/>
              <a:t>leader</a:t>
            </a:r>
            <a:r>
              <a:rPr lang="en-US" altLang="en-US"/>
              <a:t> focuses on long-term goals and big-picture objectives while inspiring people to reach those goals</a:t>
            </a:r>
          </a:p>
          <a:p>
            <a:pPr>
              <a:spcBef>
                <a:spcPct val="55000"/>
              </a:spcBef>
            </a:pPr>
            <a:r>
              <a:rPr lang="en-US" altLang="en-US"/>
              <a:t>A </a:t>
            </a:r>
            <a:r>
              <a:rPr lang="en-US" altLang="en-US" b="1"/>
              <a:t>manager</a:t>
            </a:r>
            <a:r>
              <a:rPr lang="en-US" altLang="en-US"/>
              <a:t> deals with the day-to-day details of meeting specific goals</a:t>
            </a:r>
          </a:p>
          <a:p>
            <a:pPr>
              <a:spcBef>
                <a:spcPct val="55000"/>
              </a:spcBef>
            </a:pPr>
            <a:r>
              <a:rPr lang="en-US" altLang="en-US"/>
              <a:t>Project managers often take on the role of both leader and manager</a:t>
            </a:r>
          </a:p>
        </p:txBody>
      </p:sp>
      <p:sp>
        <p:nvSpPr>
          <p:cNvPr id="45058" name="Rectangle 2">
            <a:extLst>
              <a:ext uri="{FF2B5EF4-FFF2-40B4-BE49-F238E27FC236}">
                <a16:creationId xmlns:a16="http://schemas.microsoft.com/office/drawing/2014/main" id="{76679C69-04E8-62E0-415B-AFD923113194}"/>
              </a:ext>
            </a:extLst>
          </p:cNvPr>
          <p:cNvSpPr>
            <a:spLocks noGrp="1" noChangeArrowheads="1"/>
          </p:cNvSpPr>
          <p:nvPr>
            <p:ph type="title"/>
          </p:nvPr>
        </p:nvSpPr>
        <p:spPr/>
        <p:txBody>
          <a:bodyPr/>
          <a:lstStyle/>
          <a:p>
            <a:pPr>
              <a:defRPr/>
            </a:pPr>
            <a:r>
              <a:rPr lang="en-US" dirty="0"/>
              <a:t>Importance of Leadership Skills</a:t>
            </a:r>
          </a:p>
        </p:txBody>
      </p:sp>
      <p:sp>
        <p:nvSpPr>
          <p:cNvPr id="45060" name="Footer Placeholder 5">
            <a:extLst>
              <a:ext uri="{FF2B5EF4-FFF2-40B4-BE49-F238E27FC236}">
                <a16:creationId xmlns:a16="http://schemas.microsoft.com/office/drawing/2014/main" id="{FD295708-B926-B6E7-2BEE-8B327D89CE79}"/>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28B65464-26E1-4EB9-D54D-D44BC96E2B30}"/>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81D1EF08-EEA9-4353-AEE4-EE732A042487}" type="slidenum">
              <a:rPr lang="en-US" altLang="en-US" sz="1200">
                <a:latin typeface="Arial" panose="020B0604020202020204" pitchFamily="34" charset="0"/>
              </a:rPr>
              <a:pPr algn="r" eaLnBrk="1" hangingPunct="1"/>
              <a:t>24</a:t>
            </a:fld>
            <a:endParaRPr lang="en-US" altLang="en-US" sz="1200">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6">
            <a:extLst>
              <a:ext uri="{FF2B5EF4-FFF2-40B4-BE49-F238E27FC236}">
                <a16:creationId xmlns:a16="http://schemas.microsoft.com/office/drawing/2014/main" id="{557BFB50-F3B2-9D4E-4AE4-117626FAD74C}"/>
              </a:ext>
            </a:extLst>
          </p:cNvPr>
          <p:cNvSpPr>
            <a:spLocks noGrp="1" noChangeArrowheads="1"/>
          </p:cNvSpPr>
          <p:nvPr>
            <p:ph idx="1"/>
          </p:nvPr>
        </p:nvSpPr>
        <p:spPr>
          <a:xfrm>
            <a:off x="914399" y="1447800"/>
            <a:ext cx="10536769" cy="4800600"/>
          </a:xfrm>
        </p:spPr>
        <p:txBody>
          <a:bodyPr vert="horz" wrap="square" lIns="90488" tIns="44450" rIns="90488" bIns="44450" numCol="1" anchor="t" anchorCtr="0" compatLnSpc="1">
            <a:prstTxWarp prst="textNoShape">
              <a:avLst/>
            </a:prstTxWarp>
            <a:normAutofit/>
          </a:bodyPr>
          <a:lstStyle/>
          <a:p>
            <a:pPr marL="274320" indent="-274320" algn="just" fontAlgn="auto">
              <a:spcBef>
                <a:spcPts val="580"/>
              </a:spcBef>
              <a:spcAft>
                <a:spcPts val="0"/>
              </a:spcAft>
              <a:defRPr/>
            </a:pPr>
            <a:r>
              <a:rPr lang="en-US" dirty="0"/>
              <a:t>The Project Management Institute (PMI) is an international professional society for project managers founded in 1969</a:t>
            </a:r>
          </a:p>
          <a:p>
            <a:pPr marL="274320" indent="-274320" algn="just" fontAlgn="auto">
              <a:spcBef>
                <a:spcPts val="580"/>
              </a:spcBef>
              <a:spcAft>
                <a:spcPts val="0"/>
              </a:spcAft>
              <a:defRPr/>
            </a:pPr>
            <a:r>
              <a:rPr lang="en-US" dirty="0"/>
              <a:t>There are communities of practices in many areas, like information systems, financial services, and health care</a:t>
            </a:r>
          </a:p>
          <a:p>
            <a:pPr marL="274320" indent="-274320" algn="just" fontAlgn="auto">
              <a:spcBef>
                <a:spcPts val="580"/>
              </a:spcBef>
              <a:spcAft>
                <a:spcPts val="0"/>
              </a:spcAft>
              <a:defRPr/>
            </a:pPr>
            <a:r>
              <a:rPr lang="en-US" dirty="0"/>
              <a:t>Project management research and certification programs continue to grow</a:t>
            </a:r>
          </a:p>
          <a:p>
            <a:pPr marL="274320" indent="-274320" algn="just" fontAlgn="auto">
              <a:spcBef>
                <a:spcPts val="580"/>
              </a:spcBef>
              <a:spcAft>
                <a:spcPts val="0"/>
              </a:spcAft>
              <a:defRPr/>
            </a:pPr>
            <a:r>
              <a:rPr lang="en-US" dirty="0"/>
              <a:t>Students can join PMI at a reduced fee and earn the Certified Associate in Project Management (CAPM) certification(see </a:t>
            </a:r>
            <a:r>
              <a:rPr lang="en-US" dirty="0">
                <a:hlinkClick r:id="rId2"/>
              </a:rPr>
              <a:t>www.pmi.org</a:t>
            </a:r>
            <a:r>
              <a:rPr lang="en-US" dirty="0"/>
              <a:t> for details)</a:t>
            </a:r>
          </a:p>
        </p:txBody>
      </p:sp>
      <p:sp>
        <p:nvSpPr>
          <p:cNvPr id="52226" name="Rectangle 5">
            <a:extLst>
              <a:ext uri="{FF2B5EF4-FFF2-40B4-BE49-F238E27FC236}">
                <a16:creationId xmlns:a16="http://schemas.microsoft.com/office/drawing/2014/main" id="{1044676A-711E-C9CD-B680-565EE4C0DF34}"/>
              </a:ext>
            </a:extLst>
          </p:cNvPr>
          <p:cNvSpPr>
            <a:spLocks noGrp="1" noChangeArrowheads="1"/>
          </p:cNvSpPr>
          <p:nvPr>
            <p:ph type="title"/>
          </p:nvPr>
        </p:nvSpPr>
        <p:spPr>
          <a:xfrm>
            <a:off x="2055816" y="304800"/>
            <a:ext cx="8307387" cy="762000"/>
          </a:xfrm>
        </p:spPr>
        <p:txBody>
          <a:bodyPr vert="horz" lIns="90488" tIns="44450" rIns="90488" bIns="44450" rtlCol="0" anchor="ctr">
            <a:normAutofit fontScale="90000"/>
            <a:scene3d>
              <a:camera prst="orthographicFront"/>
              <a:lightRig rig="soft" dir="t"/>
            </a:scene3d>
            <a:sp3d prstMaterial="softEdge">
              <a:bevelT w="25400" h="25400"/>
            </a:sp3d>
          </a:bodyPr>
          <a:lstStyle/>
          <a:p>
            <a:pPr>
              <a:defRPr/>
            </a:pPr>
            <a:r>
              <a:rPr lang="en-US" dirty="0"/>
              <a:t>The Project Management Institute</a:t>
            </a:r>
          </a:p>
        </p:txBody>
      </p:sp>
      <p:sp>
        <p:nvSpPr>
          <p:cNvPr id="52231" name="Footer Placeholder 8">
            <a:extLst>
              <a:ext uri="{FF2B5EF4-FFF2-40B4-BE49-F238E27FC236}">
                <a16:creationId xmlns:a16="http://schemas.microsoft.com/office/drawing/2014/main" id="{89667A42-7307-02FF-2106-6177754CF6A3}"/>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8" name="Slide Number Placeholder 7">
            <a:extLst>
              <a:ext uri="{FF2B5EF4-FFF2-40B4-BE49-F238E27FC236}">
                <a16:creationId xmlns:a16="http://schemas.microsoft.com/office/drawing/2014/main" id="{9A0B0162-92C3-DEDD-52CA-D5A14D921934}"/>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F2741FBE-1841-478C-BF2B-989644FD1B18}" type="slidenum">
              <a:rPr lang="en-US" altLang="en-US" sz="1200">
                <a:latin typeface="Arial" panose="020B0604020202020204" pitchFamily="34" charset="0"/>
              </a:rPr>
              <a:pPr algn="r" eaLnBrk="1" hangingPunct="1"/>
              <a:t>25</a:t>
            </a:fld>
            <a:endParaRPr lang="en-US" altLang="en-US" sz="1200">
              <a:latin typeface="Arial" panose="020B0604020202020204" pitchFamily="34" charset="0"/>
            </a:endParaRPr>
          </a:p>
        </p:txBody>
      </p:sp>
      <p:sp>
        <p:nvSpPr>
          <p:cNvPr id="58374" name="Rectangle 2">
            <a:extLst>
              <a:ext uri="{FF2B5EF4-FFF2-40B4-BE49-F238E27FC236}">
                <a16:creationId xmlns:a16="http://schemas.microsoft.com/office/drawing/2014/main" id="{008673EF-F70B-E893-DFE8-2216C2E51DDA}"/>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lnSpc>
                <a:spcPct val="90000"/>
              </a:lnSpc>
              <a:spcBef>
                <a:spcPct val="20000"/>
              </a:spcBef>
              <a:buFontTx/>
              <a:buChar char="•"/>
            </a:pPr>
            <a:endParaRPr lang="en-US" altLang="en-US"/>
          </a:p>
        </p:txBody>
      </p:sp>
      <p:sp>
        <p:nvSpPr>
          <p:cNvPr id="58375" name="Rectangle 3">
            <a:extLst>
              <a:ext uri="{FF2B5EF4-FFF2-40B4-BE49-F238E27FC236}">
                <a16:creationId xmlns:a16="http://schemas.microsoft.com/office/drawing/2014/main" id="{7AE164A8-48C1-2A31-B7F1-A40CDAC5F2D3}"/>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lnSpc>
                <a:spcPct val="90000"/>
              </a:lnSpc>
              <a:spcBef>
                <a:spcPct val="20000"/>
              </a:spcBef>
              <a:buFontTx/>
              <a:buChar char="•"/>
            </a:pPr>
            <a:endParaRPr lang="en-US" altLang="en-US"/>
          </a:p>
        </p:txBody>
      </p:sp>
      <p:sp>
        <p:nvSpPr>
          <p:cNvPr id="58376" name="Rectangle 4">
            <a:extLst>
              <a:ext uri="{FF2B5EF4-FFF2-40B4-BE49-F238E27FC236}">
                <a16:creationId xmlns:a16="http://schemas.microsoft.com/office/drawing/2014/main" id="{F7276E2A-227E-0C09-F04A-DE69C440655C}"/>
              </a:ext>
            </a:extLst>
          </p:cNvPr>
          <p:cNvSpPr>
            <a:spLocks noChangeArrowheads="1"/>
          </p:cNvSpPr>
          <p:nvPr/>
        </p:nvSpPr>
        <p:spPr bwMode="auto">
          <a:xfrm>
            <a:off x="6858000" y="1981200"/>
            <a:ext cx="3810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lnSpc>
                <a:spcPct val="90000"/>
              </a:lnSpc>
              <a:spcBef>
                <a:spcPct val="20000"/>
              </a:spcBef>
              <a:buFontTx/>
              <a:buChar char="•"/>
            </a:pPr>
            <a:endParaRPr lang="en-US"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C118F4CA-84E1-36A5-997F-06691097051F}"/>
              </a:ext>
            </a:extLst>
          </p:cNvPr>
          <p:cNvSpPr>
            <a:spLocks noGrp="1" noChangeArrowheads="1"/>
          </p:cNvSpPr>
          <p:nvPr>
            <p:ph idx="1"/>
          </p:nvPr>
        </p:nvSpPr>
        <p:spPr>
          <a:xfrm>
            <a:off x="761999" y="1417638"/>
            <a:ext cx="10689169" cy="4525962"/>
          </a:xfrm>
        </p:spPr>
        <p:txBody>
          <a:bodyPr/>
          <a:lstStyle/>
          <a:p>
            <a:pPr algn="just"/>
            <a:r>
              <a:rPr lang="en-US" altLang="en-US" dirty="0"/>
              <a:t>PMI provides certification as a </a:t>
            </a:r>
            <a:r>
              <a:rPr lang="en-US" altLang="en-US" b="1" dirty="0"/>
              <a:t>Project Management Professional</a:t>
            </a:r>
            <a:r>
              <a:rPr lang="en-US" altLang="en-US" dirty="0"/>
              <a:t> (</a:t>
            </a:r>
            <a:r>
              <a:rPr lang="en-US" altLang="en-US" b="1" dirty="0"/>
              <a:t>PMP</a:t>
            </a:r>
            <a:r>
              <a:rPr lang="en-US" altLang="en-US" dirty="0"/>
              <a:t>)</a:t>
            </a:r>
          </a:p>
          <a:p>
            <a:pPr algn="just"/>
            <a:r>
              <a:rPr lang="en-US" altLang="en-US" dirty="0"/>
              <a:t>A PMP has documented sufficient project experience, agreed to follow a code of ethics, and passed the PMP exam</a:t>
            </a:r>
          </a:p>
          <a:p>
            <a:pPr algn="just">
              <a:lnSpc>
                <a:spcPct val="90000"/>
              </a:lnSpc>
            </a:pPr>
            <a:endParaRPr lang="en-US" altLang="en-US" dirty="0"/>
          </a:p>
        </p:txBody>
      </p:sp>
      <p:sp>
        <p:nvSpPr>
          <p:cNvPr id="53250" name="Rectangle 2">
            <a:extLst>
              <a:ext uri="{FF2B5EF4-FFF2-40B4-BE49-F238E27FC236}">
                <a16:creationId xmlns:a16="http://schemas.microsoft.com/office/drawing/2014/main" id="{320BF792-267C-9036-8D65-32CD9DDF4DE9}"/>
              </a:ext>
            </a:extLst>
          </p:cNvPr>
          <p:cNvSpPr>
            <a:spLocks noGrp="1" noChangeArrowheads="1"/>
          </p:cNvSpPr>
          <p:nvPr>
            <p:ph type="title"/>
          </p:nvPr>
        </p:nvSpPr>
        <p:spPr/>
        <p:txBody>
          <a:bodyPr>
            <a:normAutofit/>
          </a:bodyPr>
          <a:lstStyle/>
          <a:p>
            <a:pPr>
              <a:defRPr/>
            </a:pPr>
            <a:r>
              <a:rPr lang="en-US" dirty="0"/>
              <a:t>Project Management Certification</a:t>
            </a:r>
            <a:endParaRPr lang="en-US" sz="4800" dirty="0"/>
          </a:p>
        </p:txBody>
      </p:sp>
      <p:sp>
        <p:nvSpPr>
          <p:cNvPr id="53252" name="Footer Placeholder 5">
            <a:extLst>
              <a:ext uri="{FF2B5EF4-FFF2-40B4-BE49-F238E27FC236}">
                <a16:creationId xmlns:a16="http://schemas.microsoft.com/office/drawing/2014/main" id="{2D81C54F-EC8D-C1AE-38D1-5BC1BF6D2B7B}"/>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86D00981-01AF-527B-286E-8B861E646344}"/>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504F30F5-602C-4EF6-9816-6812A2CEB870}" type="slidenum">
              <a:rPr lang="en-US" altLang="en-US" sz="1200">
                <a:latin typeface="Arial" panose="020B0604020202020204" pitchFamily="34" charset="0"/>
              </a:rPr>
              <a:pPr algn="r" eaLnBrk="1" hangingPunct="1"/>
              <a:t>26</a:t>
            </a:fld>
            <a:endParaRPr lang="en-US" altLang="en-US" sz="120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a:extLst>
              <a:ext uri="{FF2B5EF4-FFF2-40B4-BE49-F238E27FC236}">
                <a16:creationId xmlns:a16="http://schemas.microsoft.com/office/drawing/2014/main" id="{63A4093E-9FB6-BD45-A256-D4F630AD814D}"/>
              </a:ext>
            </a:extLst>
          </p:cNvPr>
          <p:cNvSpPr>
            <a:spLocks noGrp="1" noChangeArrowheads="1"/>
          </p:cNvSpPr>
          <p:nvPr>
            <p:ph idx="1"/>
          </p:nvPr>
        </p:nvSpPr>
        <p:spPr>
          <a:xfrm>
            <a:off x="533400" y="1143000"/>
            <a:ext cx="11201399" cy="4876800"/>
          </a:xfrm>
        </p:spPr>
        <p:txBody>
          <a:bodyPr>
            <a:normAutofit lnSpcReduction="10000"/>
          </a:bodyPr>
          <a:lstStyle/>
          <a:p>
            <a:pPr marL="274320" indent="-274320" algn="just" fontAlgn="auto">
              <a:spcBef>
                <a:spcPts val="580"/>
              </a:spcBef>
              <a:spcAft>
                <a:spcPts val="0"/>
              </a:spcAft>
              <a:defRPr/>
            </a:pPr>
            <a:r>
              <a:rPr lang="en-US" dirty="0"/>
              <a:t>A project is a temporary endeavor undertaken to create a unique product, service, or result</a:t>
            </a:r>
          </a:p>
          <a:p>
            <a:pPr marL="274320" indent="-274320" algn="just" fontAlgn="auto">
              <a:spcBef>
                <a:spcPts val="580"/>
              </a:spcBef>
              <a:spcAft>
                <a:spcPts val="0"/>
              </a:spcAft>
              <a:defRPr/>
            </a:pPr>
            <a:r>
              <a:rPr lang="en-US" dirty="0"/>
              <a:t>Project management is the application of knowledge, skills, tools, and techniques to project activities to meet project requirements</a:t>
            </a:r>
          </a:p>
          <a:p>
            <a:pPr marL="274320" indent="-274320" algn="just" fontAlgn="auto">
              <a:spcBef>
                <a:spcPts val="580"/>
              </a:spcBef>
              <a:spcAft>
                <a:spcPts val="0"/>
              </a:spcAft>
              <a:defRPr/>
            </a:pPr>
            <a:r>
              <a:rPr lang="en-US" dirty="0"/>
              <a:t>A program is a group of related projects managed in a coordinated way</a:t>
            </a:r>
          </a:p>
          <a:p>
            <a:pPr marL="274320" indent="-274320" algn="just" fontAlgn="auto">
              <a:spcBef>
                <a:spcPts val="580"/>
              </a:spcBef>
              <a:spcAft>
                <a:spcPts val="0"/>
              </a:spcAft>
              <a:defRPr/>
            </a:pPr>
            <a:r>
              <a:rPr lang="en-US" dirty="0"/>
              <a:t>Project portfolio management involves organizing and managing projects and programs as a portfolio of investments</a:t>
            </a:r>
          </a:p>
          <a:p>
            <a:pPr marL="274320" indent="-274320" algn="just" fontAlgn="auto">
              <a:spcBef>
                <a:spcPts val="580"/>
              </a:spcBef>
              <a:spcAft>
                <a:spcPts val="0"/>
              </a:spcAft>
              <a:defRPr/>
            </a:pPr>
            <a:r>
              <a:rPr lang="en-US" dirty="0"/>
              <a:t>Project managers play a key role in helping projects and organizations succeed</a:t>
            </a:r>
          </a:p>
          <a:p>
            <a:pPr marL="274320" indent="-274320" algn="just" fontAlgn="auto">
              <a:spcBef>
                <a:spcPts val="580"/>
              </a:spcBef>
              <a:spcAft>
                <a:spcPts val="0"/>
              </a:spcAft>
              <a:defRPr/>
            </a:pPr>
            <a:r>
              <a:rPr lang="en-US" dirty="0"/>
              <a:t>The project management profession continues to grow and mature</a:t>
            </a:r>
          </a:p>
        </p:txBody>
      </p:sp>
      <p:sp>
        <p:nvSpPr>
          <p:cNvPr id="57346" name="Rectangle 2">
            <a:extLst>
              <a:ext uri="{FF2B5EF4-FFF2-40B4-BE49-F238E27FC236}">
                <a16:creationId xmlns:a16="http://schemas.microsoft.com/office/drawing/2014/main" id="{3F641728-5C43-8EDF-DBFC-999AF1C07915}"/>
              </a:ext>
            </a:extLst>
          </p:cNvPr>
          <p:cNvSpPr>
            <a:spLocks noGrp="1" noChangeArrowheads="1"/>
          </p:cNvSpPr>
          <p:nvPr>
            <p:ph type="title"/>
          </p:nvPr>
        </p:nvSpPr>
        <p:spPr>
          <a:xfrm>
            <a:off x="1981200" y="0"/>
            <a:ext cx="8229600" cy="1143000"/>
          </a:xfrm>
        </p:spPr>
        <p:txBody>
          <a:bodyPr/>
          <a:lstStyle/>
          <a:p>
            <a:pPr algn="ctr">
              <a:defRPr/>
            </a:pPr>
            <a:r>
              <a:rPr lang="en-US" dirty="0"/>
              <a:t>Chapter Summary</a:t>
            </a:r>
          </a:p>
        </p:txBody>
      </p:sp>
      <p:sp>
        <p:nvSpPr>
          <p:cNvPr id="57348" name="Footer Placeholder 5">
            <a:extLst>
              <a:ext uri="{FF2B5EF4-FFF2-40B4-BE49-F238E27FC236}">
                <a16:creationId xmlns:a16="http://schemas.microsoft.com/office/drawing/2014/main" id="{F1C4F608-651A-C12F-9D23-6BC3F6D5DD56}"/>
              </a:ext>
            </a:extLst>
          </p:cNvPr>
          <p:cNvSpPr>
            <a:spLocks noGrp="1"/>
          </p:cNvSpPr>
          <p:nvPr>
            <p:ph type="ftr" sz="quarter" idx="10"/>
          </p:nvPr>
        </p:nvSpPr>
        <p:spPr bwMode="auto">
          <a:ln>
            <a:miter lim="800000"/>
            <a:headEnd/>
            <a:tailEnd/>
          </a:ln>
        </p:spPr>
        <p:txBody>
          <a:bodyPr vert="horz" wrap="square" lIns="91440" tIns="45720" rIns="91440" bIns="45720" numCol="1" anchor="b" compatLnSpc="1">
            <a:prstTxWarp prst="textNoShape">
              <a:avLst/>
            </a:prstTxWarp>
          </a:bodyPr>
          <a:lstStyle/>
          <a:p>
            <a:pPr>
              <a:defRPr/>
            </a:pPr>
            <a:r>
              <a:rPr lang="en-US" dirty="0"/>
              <a:t>Information Technology Project Management, </a:t>
            </a:r>
          </a:p>
        </p:txBody>
      </p:sp>
      <p:sp>
        <p:nvSpPr>
          <p:cNvPr id="5" name="Slide Number Placeholder 4">
            <a:extLst>
              <a:ext uri="{FF2B5EF4-FFF2-40B4-BE49-F238E27FC236}">
                <a16:creationId xmlns:a16="http://schemas.microsoft.com/office/drawing/2014/main" id="{11B578A4-BC03-2ABE-0662-6AF83C75C99E}"/>
              </a:ext>
            </a:extLst>
          </p:cNvPr>
          <p:cNvSpPr>
            <a:spLocks noGrp="1"/>
          </p:cNvSpPr>
          <p:nvPr>
            <p:ph type="sldNum" sz="quarter" idx="11"/>
          </p:nvPr>
        </p:nvSpPr>
        <p:spPr/>
        <p:txBody>
          <a:bodyPr/>
          <a:lstStyle>
            <a:lvl1pPr algn="l" rtl="0" eaLnBrk="0" hangingPunct="0">
              <a:defRPr sz="2200">
                <a:solidFill>
                  <a:schemeClr val="tx1"/>
                </a:solidFill>
                <a:latin typeface="Times New Roman" panose="02020603050405020304" pitchFamily="18" charset="0"/>
              </a:defRPr>
            </a:lvl1pPr>
            <a:lvl2pPr marL="742950" indent="-285750" algn="l" rtl="0" eaLnBrk="0" hangingPunct="0">
              <a:defRPr sz="2200">
                <a:solidFill>
                  <a:schemeClr val="tx1"/>
                </a:solidFill>
                <a:latin typeface="Times New Roman" panose="02020603050405020304" pitchFamily="18" charset="0"/>
              </a:defRPr>
            </a:lvl2pPr>
            <a:lvl3pPr marL="1143000" indent="-228600" algn="l" rtl="0" eaLnBrk="0" hangingPunct="0">
              <a:defRPr sz="2200">
                <a:solidFill>
                  <a:schemeClr val="tx1"/>
                </a:solidFill>
                <a:latin typeface="Times New Roman" panose="02020603050405020304" pitchFamily="18" charset="0"/>
              </a:defRPr>
            </a:lvl3pPr>
            <a:lvl4pPr marL="1600200" indent="-228600" algn="l" rtl="0" eaLnBrk="0" hangingPunct="0">
              <a:defRPr sz="2200">
                <a:solidFill>
                  <a:schemeClr val="tx1"/>
                </a:solidFill>
                <a:latin typeface="Times New Roman" panose="02020603050405020304" pitchFamily="18" charset="0"/>
              </a:defRPr>
            </a:lvl4pPr>
            <a:lvl5pPr marL="2057400" indent="-228600" algn="l" rtl="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r" eaLnBrk="1" hangingPunct="1"/>
            <a:fld id="{942A950F-BF15-4EFE-8B58-8CB9F06E4F28}" type="slidenum">
              <a:rPr lang="en-US" altLang="en-US" sz="1200">
                <a:latin typeface="Arial" panose="020B0604020202020204" pitchFamily="34" charset="0"/>
              </a:rPr>
              <a:pPr algn="r" eaLnBrk="1" hangingPunct="1"/>
              <a:t>27</a:t>
            </a:fld>
            <a:endParaRPr lang="en-US" altLang="en-US" sz="1200">
              <a:latin typeface="Arial" panose="020B0604020202020204" pitchFamily="34" charset="0"/>
            </a:endParaRP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487BC2BF26614A9CAAAEBD57FAD89C" ma:contentTypeVersion="0" ma:contentTypeDescription="Create a new document." ma:contentTypeScope="" ma:versionID="16a91709517006e9be9a817ea865ea20">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3CD7E0-DEF5-4082-9CE1-46C382C1DE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0B3F011C-D1F4-48AB-ACC7-ADA0204013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6672</TotalTime>
  <Words>1739</Words>
  <Application>Microsoft Office PowerPoint</Application>
  <PresentationFormat>Widescreen</PresentationFormat>
  <Paragraphs>217</Paragraphs>
  <Slides>27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27</vt:i4>
      </vt:variant>
    </vt:vector>
  </HeadingPairs>
  <TitlesOfParts>
    <vt:vector size="40" baseType="lpstr">
      <vt:lpstr>Arial</vt:lpstr>
      <vt:lpstr>Arial Rounded MT Bold</vt:lpstr>
      <vt:lpstr>Calibri</vt:lpstr>
      <vt:lpstr>Caslon224Std-Book</vt:lpstr>
      <vt:lpstr>Caslon224Std-Book-Identity-H</vt:lpstr>
      <vt:lpstr>Lucida Sans Unicode</vt:lpstr>
      <vt:lpstr>Times New Roman</vt:lpstr>
      <vt:lpstr>Verdana</vt:lpstr>
      <vt:lpstr>Wingdings</vt:lpstr>
      <vt:lpstr>Wingdings 2</vt:lpstr>
      <vt:lpstr>Wingdings 3</vt:lpstr>
      <vt:lpstr>Custom Design</vt:lpstr>
      <vt:lpstr>Theme1</vt:lpstr>
      <vt:lpstr>PowerPoint Presentation</vt:lpstr>
      <vt:lpstr>Chapter 1: Introduction to Project Management</vt:lpstr>
      <vt:lpstr>Contents</vt:lpstr>
      <vt:lpstr>Introduction</vt:lpstr>
      <vt:lpstr>History of Project Management</vt:lpstr>
      <vt:lpstr>What Is a Project?</vt:lpstr>
      <vt:lpstr>Project Attributes</vt:lpstr>
      <vt:lpstr>Project Example 1</vt:lpstr>
      <vt:lpstr>Project Example 2</vt:lpstr>
      <vt:lpstr>Examples of IT Projects</vt:lpstr>
      <vt:lpstr>The Triple Constraint</vt:lpstr>
      <vt:lpstr>Figure 1-1 Project Constraints</vt:lpstr>
      <vt:lpstr>What is Project Management?</vt:lpstr>
      <vt:lpstr>The Role of the Project Manager</vt:lpstr>
      <vt:lpstr>Project Stakeholders</vt:lpstr>
      <vt:lpstr>Figure 1-2 Project Management Framework</vt:lpstr>
      <vt:lpstr>10 Project Management Knowledge Areas</vt:lpstr>
      <vt:lpstr>Project Success</vt:lpstr>
      <vt:lpstr>Project and Program Managers</vt:lpstr>
      <vt:lpstr>Project, Program, and Portfolio</vt:lpstr>
      <vt:lpstr>Project Portfolio Management</vt:lpstr>
      <vt:lpstr>Suggested Skills for Project Managers</vt:lpstr>
      <vt:lpstr>Ten Most Important Skills and Competencies for Project Managers</vt:lpstr>
      <vt:lpstr>Importance of Leadership Skills</vt:lpstr>
      <vt:lpstr>The Project Management Institute</vt:lpstr>
      <vt:lpstr>Project Management Certification</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Ahmed khedr</cp:lastModifiedBy>
  <cp:revision>221</cp:revision>
  <dcterms:created xsi:type="dcterms:W3CDTF">2001-07-05T23:10:12Z</dcterms:created>
  <dcterms:modified xsi:type="dcterms:W3CDTF">2026-09-19T03:12:29Z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0x010100DA487BC2BF26614A9CAAAEBD57FAD89C</vt:lpwstr>
  </property>
</Properties>
</file>