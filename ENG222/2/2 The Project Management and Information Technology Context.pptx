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3"/>
    <p:sldMasterId id="2147483885" r:id="rId4"/>
  </p:sldMasterIdLst>
  <p:notesMasterIdLst>
    <p:notesMasterId r:id="rId28"/>
  </p:notesMasterIdLst>
  <p:handoutMasterIdLst>
    <p:handoutMasterId r:id="rId29"/>
  </p:handoutMasterIdLst>
  <p:sldIdLst>
    <p:sldId id="379" r:id="rId5"/>
    <p:sldId id="410" r:id="rId6"/>
    <p:sldId id="353" r:id="rId7"/>
    <p:sldId id="356" r:id="rId8"/>
    <p:sldId id="359" r:id="rId9"/>
    <p:sldId id="360" r:id="rId10"/>
    <p:sldId id="361" r:id="rId11"/>
    <p:sldId id="381" r:id="rId12"/>
    <p:sldId id="382" r:id="rId13"/>
    <p:sldId id="416" r:id="rId14"/>
    <p:sldId id="368" r:id="rId15"/>
    <p:sldId id="417" r:id="rId16"/>
    <p:sldId id="369" r:id="rId17"/>
    <p:sldId id="389" r:id="rId18"/>
    <p:sldId id="399" r:id="rId19"/>
    <p:sldId id="419" r:id="rId20"/>
    <p:sldId id="383" r:id="rId21"/>
    <p:sldId id="374" r:id="rId22"/>
    <p:sldId id="421" r:id="rId23"/>
    <p:sldId id="422" r:id="rId24"/>
    <p:sldId id="420" r:id="rId25"/>
    <p:sldId id="423" r:id="rId26"/>
    <p:sldId id="424" r:id="rId27"/>
  </p:sldIdLst>
  <p:sldSz cx="12192000" cy="6858000"/>
  <p:notesSz cx="6858000" cy="9144000"/>
  <p:defaultTextStyle>
    <a:defPPr>
      <a:defRPr lang="en-US"/>
    </a:defPPr>
    <a:lvl1pPr algn="r" rtl="1" fontAlgn="base">
      <a:spcBef>
        <a:spcPct val="0"/>
      </a:spcBef>
      <a:spcAft>
        <a:spcPct val="0"/>
      </a:spcAft>
      <a:defRPr sz="2200" kern="1200">
        <a:solidFill>
          <a:schemeClr val="tx1"/>
        </a:solidFill>
        <a:latin typeface="Arial" panose="020B0604020202020204" pitchFamily="34" charset="0"/>
        <a:ea typeface="+mn-ea"/>
        <a:cs typeface="Arial" panose="020B0604020202020204" pitchFamily="34" charset="0"/>
      </a:defRPr>
    </a:lvl1pPr>
    <a:lvl2pPr marL="457200" algn="r" rtl="1" fontAlgn="base">
      <a:spcBef>
        <a:spcPct val="0"/>
      </a:spcBef>
      <a:spcAft>
        <a:spcPct val="0"/>
      </a:spcAft>
      <a:defRPr sz="2200" kern="1200">
        <a:solidFill>
          <a:schemeClr val="tx1"/>
        </a:solidFill>
        <a:latin typeface="Arial" panose="020B0604020202020204" pitchFamily="34" charset="0"/>
        <a:ea typeface="+mn-ea"/>
        <a:cs typeface="Arial" panose="020B0604020202020204" pitchFamily="34" charset="0"/>
      </a:defRPr>
    </a:lvl2pPr>
    <a:lvl3pPr marL="914400" algn="r" rtl="1" fontAlgn="base">
      <a:spcBef>
        <a:spcPct val="0"/>
      </a:spcBef>
      <a:spcAft>
        <a:spcPct val="0"/>
      </a:spcAft>
      <a:defRPr sz="2200" kern="1200">
        <a:solidFill>
          <a:schemeClr val="tx1"/>
        </a:solidFill>
        <a:latin typeface="Arial" panose="020B0604020202020204" pitchFamily="34" charset="0"/>
        <a:ea typeface="+mn-ea"/>
        <a:cs typeface="Arial" panose="020B0604020202020204" pitchFamily="34" charset="0"/>
      </a:defRPr>
    </a:lvl3pPr>
    <a:lvl4pPr marL="1371600" algn="r" rtl="1" fontAlgn="base">
      <a:spcBef>
        <a:spcPct val="0"/>
      </a:spcBef>
      <a:spcAft>
        <a:spcPct val="0"/>
      </a:spcAft>
      <a:defRPr sz="2200" kern="1200">
        <a:solidFill>
          <a:schemeClr val="tx1"/>
        </a:solidFill>
        <a:latin typeface="Arial" panose="020B0604020202020204" pitchFamily="34" charset="0"/>
        <a:ea typeface="+mn-ea"/>
        <a:cs typeface="Arial" panose="020B0604020202020204" pitchFamily="34" charset="0"/>
      </a:defRPr>
    </a:lvl4pPr>
    <a:lvl5pPr marL="1828800" algn="r" rtl="1" fontAlgn="base">
      <a:spcBef>
        <a:spcPct val="0"/>
      </a:spcBef>
      <a:spcAft>
        <a:spcPct val="0"/>
      </a:spcAft>
      <a:defRPr sz="2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22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22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22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2200"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B53FF"/>
    <a:srgbClr val="FF0000"/>
    <a:srgbClr val="6666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0952" autoAdjust="0"/>
  </p:normalViewPr>
  <p:slideViewPr>
    <p:cSldViewPr>
      <p:cViewPr varScale="1">
        <p:scale>
          <a:sx n="54" d="100"/>
          <a:sy n="54" d="100"/>
        </p:scale>
        <p:origin x="1040" y="5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1.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2.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AF2B49-E940-498A-8581-CE09767009FE}" type="doc">
      <dgm:prSet loTypeId="urn:microsoft.com/office/officeart/2005/8/layout/vList5" loCatId="list" qsTypeId="urn:microsoft.com/office/officeart/2005/8/quickstyle/3d2" qsCatId="3D" csTypeId="urn:microsoft.com/office/officeart/2005/8/colors/accent1_2" csCatId="accent1" phldr="1"/>
      <dgm:spPr/>
      <dgm:t>
        <a:bodyPr/>
        <a:lstStyle/>
        <a:p>
          <a:endParaRPr lang="en-US"/>
        </a:p>
      </dgm:t>
    </dgm:pt>
    <dgm:pt modelId="{8C3F0476-9C6A-4BF8-83E2-FBC4F0F2E652}">
      <dgm:prSet custT="1"/>
      <dgm:spPr/>
      <dgm:t>
        <a:bodyPr/>
        <a:lstStyle/>
        <a:p>
          <a:r>
            <a:rPr lang="en-US" sz="2800" b="1" dirty="0"/>
            <a:t>Functional</a:t>
          </a:r>
          <a:r>
            <a:rPr lang="en-US" sz="2800" dirty="0"/>
            <a:t> </a:t>
          </a:r>
        </a:p>
      </dgm:t>
    </dgm:pt>
    <dgm:pt modelId="{09CE7335-6A4B-42CC-9343-CD7DA75A6486}" type="parTrans" cxnId="{6CD76654-5407-4F89-B9FE-ED1C8E06575B}">
      <dgm:prSet/>
      <dgm:spPr/>
      <dgm:t>
        <a:bodyPr/>
        <a:lstStyle/>
        <a:p>
          <a:endParaRPr lang="en-US" sz="2000"/>
        </a:p>
      </dgm:t>
    </dgm:pt>
    <dgm:pt modelId="{FE500AAD-97DD-4000-8E63-D50487EB64F9}" type="sibTrans" cxnId="{6CD76654-5407-4F89-B9FE-ED1C8E06575B}">
      <dgm:prSet/>
      <dgm:spPr/>
      <dgm:t>
        <a:bodyPr/>
        <a:lstStyle/>
        <a:p>
          <a:endParaRPr lang="en-US" sz="2000"/>
        </a:p>
      </dgm:t>
    </dgm:pt>
    <dgm:pt modelId="{370BF6D5-0A60-4E6F-BE29-E8124A7B9C9D}">
      <dgm:prSet custT="1"/>
      <dgm:spPr/>
      <dgm:t>
        <a:bodyPr/>
        <a:lstStyle/>
        <a:p>
          <a:pPr>
            <a:buNone/>
          </a:pPr>
          <a:r>
            <a:rPr lang="en-US" sz="2800" dirty="0"/>
            <a:t>functional managers report to the chief executive officer (CEO)</a:t>
          </a:r>
        </a:p>
      </dgm:t>
    </dgm:pt>
    <dgm:pt modelId="{941540A7-91D4-48FA-AB83-2043D98B0186}" type="parTrans" cxnId="{335AC902-1C20-4E9B-B8D6-B8672529604E}">
      <dgm:prSet/>
      <dgm:spPr/>
      <dgm:t>
        <a:bodyPr/>
        <a:lstStyle/>
        <a:p>
          <a:endParaRPr lang="en-US" sz="2000"/>
        </a:p>
      </dgm:t>
    </dgm:pt>
    <dgm:pt modelId="{F2AC679D-64A7-4948-BB97-E722714AF9F5}" type="sibTrans" cxnId="{335AC902-1C20-4E9B-B8D6-B8672529604E}">
      <dgm:prSet/>
      <dgm:spPr/>
      <dgm:t>
        <a:bodyPr/>
        <a:lstStyle/>
        <a:p>
          <a:endParaRPr lang="en-US" sz="2000"/>
        </a:p>
      </dgm:t>
    </dgm:pt>
    <dgm:pt modelId="{B7139099-8932-4676-B2A8-3E31609247D8}">
      <dgm:prSet custT="1"/>
      <dgm:spPr/>
      <dgm:t>
        <a:bodyPr/>
        <a:lstStyle/>
        <a:p>
          <a:r>
            <a:rPr lang="en-US" sz="2800" b="1"/>
            <a:t>Project</a:t>
          </a:r>
          <a:endParaRPr lang="en-US" sz="2800"/>
        </a:p>
      </dgm:t>
    </dgm:pt>
    <dgm:pt modelId="{B42C0E76-E9E4-494A-A6C6-6D226E8E8E1C}" type="parTrans" cxnId="{EAEA5EC5-F833-4E47-8445-D85DFF3F7AA6}">
      <dgm:prSet/>
      <dgm:spPr/>
      <dgm:t>
        <a:bodyPr/>
        <a:lstStyle/>
        <a:p>
          <a:endParaRPr lang="en-US" sz="2000"/>
        </a:p>
      </dgm:t>
    </dgm:pt>
    <dgm:pt modelId="{845A21D7-10FE-4BC9-AD0A-953078CEB92A}" type="sibTrans" cxnId="{EAEA5EC5-F833-4E47-8445-D85DFF3F7AA6}">
      <dgm:prSet/>
      <dgm:spPr/>
      <dgm:t>
        <a:bodyPr/>
        <a:lstStyle/>
        <a:p>
          <a:endParaRPr lang="en-US" sz="2000"/>
        </a:p>
      </dgm:t>
    </dgm:pt>
    <dgm:pt modelId="{E4CEA87B-3E13-47E2-9610-A4D94D8E1C67}">
      <dgm:prSet custT="1"/>
      <dgm:spPr/>
      <dgm:t>
        <a:bodyPr/>
        <a:lstStyle/>
        <a:p>
          <a:pPr>
            <a:buNone/>
          </a:pPr>
          <a:r>
            <a:rPr lang="en-US" sz="2800" dirty="0"/>
            <a:t>program managers report to the CEO</a:t>
          </a:r>
        </a:p>
      </dgm:t>
    </dgm:pt>
    <dgm:pt modelId="{43CA3850-5493-4DE4-B983-88D99F855EE3}" type="parTrans" cxnId="{F31A5BB6-B2C8-47A6-A9E9-374A46E611CE}">
      <dgm:prSet/>
      <dgm:spPr/>
      <dgm:t>
        <a:bodyPr/>
        <a:lstStyle/>
        <a:p>
          <a:endParaRPr lang="en-US" sz="2000"/>
        </a:p>
      </dgm:t>
    </dgm:pt>
    <dgm:pt modelId="{8ABFB63B-BD57-40A9-8B09-57CEA4044DC8}" type="sibTrans" cxnId="{F31A5BB6-B2C8-47A6-A9E9-374A46E611CE}">
      <dgm:prSet/>
      <dgm:spPr/>
      <dgm:t>
        <a:bodyPr/>
        <a:lstStyle/>
        <a:p>
          <a:endParaRPr lang="en-US" sz="2000"/>
        </a:p>
      </dgm:t>
    </dgm:pt>
    <dgm:pt modelId="{11E112EE-B5C8-4D06-AC96-F5054805E359}">
      <dgm:prSet custT="1"/>
      <dgm:spPr/>
      <dgm:t>
        <a:bodyPr/>
        <a:lstStyle/>
        <a:p>
          <a:r>
            <a:rPr lang="en-US" sz="2800" b="1"/>
            <a:t>Matrix</a:t>
          </a:r>
          <a:endParaRPr lang="en-US" sz="2800"/>
        </a:p>
      </dgm:t>
    </dgm:pt>
    <dgm:pt modelId="{EB55DD7E-78E2-4733-B187-222C31E52ADD}" type="parTrans" cxnId="{14159D6A-CCB2-4C5C-ABD2-A090D40FBB96}">
      <dgm:prSet/>
      <dgm:spPr/>
      <dgm:t>
        <a:bodyPr/>
        <a:lstStyle/>
        <a:p>
          <a:endParaRPr lang="en-US" sz="2000"/>
        </a:p>
      </dgm:t>
    </dgm:pt>
    <dgm:pt modelId="{BB884DCE-FD43-4384-83BB-C708A8E378C8}" type="sibTrans" cxnId="{14159D6A-CCB2-4C5C-ABD2-A090D40FBB96}">
      <dgm:prSet/>
      <dgm:spPr/>
      <dgm:t>
        <a:bodyPr/>
        <a:lstStyle/>
        <a:p>
          <a:endParaRPr lang="en-US" sz="2000"/>
        </a:p>
      </dgm:t>
    </dgm:pt>
    <dgm:pt modelId="{124DD476-F190-4E5D-9176-899A26EF4AA1}">
      <dgm:prSet custT="1"/>
      <dgm:spPr/>
      <dgm:t>
        <a:bodyPr/>
        <a:lstStyle/>
        <a:p>
          <a:pPr algn="justLow">
            <a:buNone/>
          </a:pPr>
          <a:r>
            <a:rPr lang="en-US" sz="2800" dirty="0"/>
            <a:t>personnel often report to two or more bosses; structure can be weak, balanced, or strong matrix</a:t>
          </a:r>
        </a:p>
      </dgm:t>
    </dgm:pt>
    <dgm:pt modelId="{FFBB3ADE-8879-4145-8D07-4BCF7B7305E6}" type="parTrans" cxnId="{91B3588A-AA31-4079-A1DD-7CE044C0F7F0}">
      <dgm:prSet/>
      <dgm:spPr/>
      <dgm:t>
        <a:bodyPr/>
        <a:lstStyle/>
        <a:p>
          <a:endParaRPr lang="en-US" sz="2000"/>
        </a:p>
      </dgm:t>
    </dgm:pt>
    <dgm:pt modelId="{3E65C81C-E4F2-4CD4-9ED5-7A5FA547482D}" type="sibTrans" cxnId="{91B3588A-AA31-4079-A1DD-7CE044C0F7F0}">
      <dgm:prSet/>
      <dgm:spPr/>
      <dgm:t>
        <a:bodyPr/>
        <a:lstStyle/>
        <a:p>
          <a:endParaRPr lang="en-US" sz="2000"/>
        </a:p>
      </dgm:t>
    </dgm:pt>
    <dgm:pt modelId="{911D98BB-C8BA-479B-84F0-255DBF402440}" type="pres">
      <dgm:prSet presAssocID="{92AF2B49-E940-498A-8581-CE09767009FE}" presName="Name0" presStyleCnt="0">
        <dgm:presLayoutVars>
          <dgm:dir/>
          <dgm:animLvl val="lvl"/>
          <dgm:resizeHandles val="exact"/>
        </dgm:presLayoutVars>
      </dgm:prSet>
      <dgm:spPr/>
    </dgm:pt>
    <dgm:pt modelId="{6DA075E3-2C45-4154-A5FC-C520B23DAEDB}" type="pres">
      <dgm:prSet presAssocID="{8C3F0476-9C6A-4BF8-83E2-FBC4F0F2E652}" presName="linNode" presStyleCnt="0"/>
      <dgm:spPr/>
    </dgm:pt>
    <dgm:pt modelId="{044E1DA5-C492-4918-8178-888D19B9A7C9}" type="pres">
      <dgm:prSet presAssocID="{8C3F0476-9C6A-4BF8-83E2-FBC4F0F2E652}" presName="parentText" presStyleLbl="node1" presStyleIdx="0" presStyleCnt="3" custScaleX="63099">
        <dgm:presLayoutVars>
          <dgm:chMax val="1"/>
          <dgm:bulletEnabled val="1"/>
        </dgm:presLayoutVars>
      </dgm:prSet>
      <dgm:spPr/>
    </dgm:pt>
    <dgm:pt modelId="{E24E43CC-4685-4D48-B2F6-99D128768EE5}" type="pres">
      <dgm:prSet presAssocID="{8C3F0476-9C6A-4BF8-83E2-FBC4F0F2E652}" presName="descendantText" presStyleLbl="alignAccFollowNode1" presStyleIdx="0" presStyleCnt="3" custScaleX="112156">
        <dgm:presLayoutVars>
          <dgm:bulletEnabled val="1"/>
        </dgm:presLayoutVars>
      </dgm:prSet>
      <dgm:spPr/>
    </dgm:pt>
    <dgm:pt modelId="{BA5FED75-732E-4DC0-A2D0-71CF4633329B}" type="pres">
      <dgm:prSet presAssocID="{FE500AAD-97DD-4000-8E63-D50487EB64F9}" presName="sp" presStyleCnt="0"/>
      <dgm:spPr/>
    </dgm:pt>
    <dgm:pt modelId="{F90A6B6D-EB3C-419A-99B1-46E5B67372D3}" type="pres">
      <dgm:prSet presAssocID="{B7139099-8932-4676-B2A8-3E31609247D8}" presName="linNode" presStyleCnt="0"/>
      <dgm:spPr/>
    </dgm:pt>
    <dgm:pt modelId="{55CE3F7F-8EDC-4BC6-90BE-8141E802FB7C}" type="pres">
      <dgm:prSet presAssocID="{B7139099-8932-4676-B2A8-3E31609247D8}" presName="parentText" presStyleLbl="node1" presStyleIdx="1" presStyleCnt="3" custScaleX="63099">
        <dgm:presLayoutVars>
          <dgm:chMax val="1"/>
          <dgm:bulletEnabled val="1"/>
        </dgm:presLayoutVars>
      </dgm:prSet>
      <dgm:spPr/>
    </dgm:pt>
    <dgm:pt modelId="{B3F6D186-D918-41B8-82DE-38F68B735624}" type="pres">
      <dgm:prSet presAssocID="{B7139099-8932-4676-B2A8-3E31609247D8}" presName="descendantText" presStyleLbl="alignAccFollowNode1" presStyleIdx="1" presStyleCnt="3" custScaleX="112156">
        <dgm:presLayoutVars>
          <dgm:bulletEnabled val="1"/>
        </dgm:presLayoutVars>
      </dgm:prSet>
      <dgm:spPr/>
    </dgm:pt>
    <dgm:pt modelId="{CD378B54-F512-4E8B-BEA8-34285ADBD716}" type="pres">
      <dgm:prSet presAssocID="{845A21D7-10FE-4BC9-AD0A-953078CEB92A}" presName="sp" presStyleCnt="0"/>
      <dgm:spPr/>
    </dgm:pt>
    <dgm:pt modelId="{CA9F1FB1-712A-442D-A6FA-B96172EB1A67}" type="pres">
      <dgm:prSet presAssocID="{11E112EE-B5C8-4D06-AC96-F5054805E359}" presName="linNode" presStyleCnt="0"/>
      <dgm:spPr/>
    </dgm:pt>
    <dgm:pt modelId="{58EFEE3B-381E-4367-BC4F-F083866DA202}" type="pres">
      <dgm:prSet presAssocID="{11E112EE-B5C8-4D06-AC96-F5054805E359}" presName="parentText" presStyleLbl="node1" presStyleIdx="2" presStyleCnt="3" custScaleX="63099">
        <dgm:presLayoutVars>
          <dgm:chMax val="1"/>
          <dgm:bulletEnabled val="1"/>
        </dgm:presLayoutVars>
      </dgm:prSet>
      <dgm:spPr/>
    </dgm:pt>
    <dgm:pt modelId="{390F5590-765E-479D-8ADF-B49135E3C51D}" type="pres">
      <dgm:prSet presAssocID="{11E112EE-B5C8-4D06-AC96-F5054805E359}" presName="descendantText" presStyleLbl="alignAccFollowNode1" presStyleIdx="2" presStyleCnt="3" custScaleX="112156">
        <dgm:presLayoutVars>
          <dgm:bulletEnabled val="1"/>
        </dgm:presLayoutVars>
      </dgm:prSet>
      <dgm:spPr/>
    </dgm:pt>
  </dgm:ptLst>
  <dgm:cxnLst>
    <dgm:cxn modelId="{335AC902-1C20-4E9B-B8D6-B8672529604E}" srcId="{8C3F0476-9C6A-4BF8-83E2-FBC4F0F2E652}" destId="{370BF6D5-0A60-4E6F-BE29-E8124A7B9C9D}" srcOrd="0" destOrd="0" parTransId="{941540A7-91D4-48FA-AB83-2043D98B0186}" sibTransId="{F2AC679D-64A7-4948-BB97-E722714AF9F5}"/>
    <dgm:cxn modelId="{242EAC05-94CC-4230-8CEC-00439DAB8160}" type="presOf" srcId="{92AF2B49-E940-498A-8581-CE09767009FE}" destId="{911D98BB-C8BA-479B-84F0-255DBF402440}" srcOrd="0" destOrd="0" presId="urn:microsoft.com/office/officeart/2005/8/layout/vList5"/>
    <dgm:cxn modelId="{BCB71A38-7164-4C5E-BCD6-6E09A0F95855}" type="presOf" srcId="{11E112EE-B5C8-4D06-AC96-F5054805E359}" destId="{58EFEE3B-381E-4367-BC4F-F083866DA202}" srcOrd="0" destOrd="0" presId="urn:microsoft.com/office/officeart/2005/8/layout/vList5"/>
    <dgm:cxn modelId="{98C4A73F-B30D-4AD4-84F0-2E41B33D829A}" type="presOf" srcId="{E4CEA87B-3E13-47E2-9610-A4D94D8E1C67}" destId="{B3F6D186-D918-41B8-82DE-38F68B735624}" srcOrd="0" destOrd="0" presId="urn:microsoft.com/office/officeart/2005/8/layout/vList5"/>
    <dgm:cxn modelId="{14159D6A-CCB2-4C5C-ABD2-A090D40FBB96}" srcId="{92AF2B49-E940-498A-8581-CE09767009FE}" destId="{11E112EE-B5C8-4D06-AC96-F5054805E359}" srcOrd="2" destOrd="0" parTransId="{EB55DD7E-78E2-4733-B187-222C31E52ADD}" sibTransId="{BB884DCE-FD43-4384-83BB-C708A8E378C8}"/>
    <dgm:cxn modelId="{6CD76654-5407-4F89-B9FE-ED1C8E06575B}" srcId="{92AF2B49-E940-498A-8581-CE09767009FE}" destId="{8C3F0476-9C6A-4BF8-83E2-FBC4F0F2E652}" srcOrd="0" destOrd="0" parTransId="{09CE7335-6A4B-42CC-9343-CD7DA75A6486}" sibTransId="{FE500AAD-97DD-4000-8E63-D50487EB64F9}"/>
    <dgm:cxn modelId="{2CB41E5A-6319-4411-AC48-500FE5187773}" type="presOf" srcId="{B7139099-8932-4676-B2A8-3E31609247D8}" destId="{55CE3F7F-8EDC-4BC6-90BE-8141E802FB7C}" srcOrd="0" destOrd="0" presId="urn:microsoft.com/office/officeart/2005/8/layout/vList5"/>
    <dgm:cxn modelId="{3F123F7C-3536-4B76-BE2A-3496C0B719FC}" type="presOf" srcId="{8C3F0476-9C6A-4BF8-83E2-FBC4F0F2E652}" destId="{044E1DA5-C492-4918-8178-888D19B9A7C9}" srcOrd="0" destOrd="0" presId="urn:microsoft.com/office/officeart/2005/8/layout/vList5"/>
    <dgm:cxn modelId="{91B3588A-AA31-4079-A1DD-7CE044C0F7F0}" srcId="{11E112EE-B5C8-4D06-AC96-F5054805E359}" destId="{124DD476-F190-4E5D-9176-899A26EF4AA1}" srcOrd="0" destOrd="0" parTransId="{FFBB3ADE-8879-4145-8D07-4BCF7B7305E6}" sibTransId="{3E65C81C-E4F2-4CD4-9ED5-7A5FA547482D}"/>
    <dgm:cxn modelId="{F31A5BB6-B2C8-47A6-A9E9-374A46E611CE}" srcId="{B7139099-8932-4676-B2A8-3E31609247D8}" destId="{E4CEA87B-3E13-47E2-9610-A4D94D8E1C67}" srcOrd="0" destOrd="0" parTransId="{43CA3850-5493-4DE4-B983-88D99F855EE3}" sibTransId="{8ABFB63B-BD57-40A9-8B09-57CEA4044DC8}"/>
    <dgm:cxn modelId="{CD810EC1-F2D8-4904-BC8D-7583FD8301A4}" type="presOf" srcId="{124DD476-F190-4E5D-9176-899A26EF4AA1}" destId="{390F5590-765E-479D-8ADF-B49135E3C51D}" srcOrd="0" destOrd="0" presId="urn:microsoft.com/office/officeart/2005/8/layout/vList5"/>
    <dgm:cxn modelId="{EAEA5EC5-F833-4E47-8445-D85DFF3F7AA6}" srcId="{92AF2B49-E940-498A-8581-CE09767009FE}" destId="{B7139099-8932-4676-B2A8-3E31609247D8}" srcOrd="1" destOrd="0" parTransId="{B42C0E76-E9E4-494A-A6C6-6D226E8E8E1C}" sibTransId="{845A21D7-10FE-4BC9-AD0A-953078CEB92A}"/>
    <dgm:cxn modelId="{999AFDCB-1AC9-4107-BA75-64BF88C2C395}" type="presOf" srcId="{370BF6D5-0A60-4E6F-BE29-E8124A7B9C9D}" destId="{E24E43CC-4685-4D48-B2F6-99D128768EE5}" srcOrd="0" destOrd="0" presId="urn:microsoft.com/office/officeart/2005/8/layout/vList5"/>
    <dgm:cxn modelId="{721D70C3-EE5E-4BAD-BEF0-9BA5136E549F}" type="presParOf" srcId="{911D98BB-C8BA-479B-84F0-255DBF402440}" destId="{6DA075E3-2C45-4154-A5FC-C520B23DAEDB}" srcOrd="0" destOrd="0" presId="urn:microsoft.com/office/officeart/2005/8/layout/vList5"/>
    <dgm:cxn modelId="{18D4E145-5015-4801-979C-96930FE25A50}" type="presParOf" srcId="{6DA075E3-2C45-4154-A5FC-C520B23DAEDB}" destId="{044E1DA5-C492-4918-8178-888D19B9A7C9}" srcOrd="0" destOrd="0" presId="urn:microsoft.com/office/officeart/2005/8/layout/vList5"/>
    <dgm:cxn modelId="{72AC701F-4622-43BB-AFF0-A3DBF057124A}" type="presParOf" srcId="{6DA075E3-2C45-4154-A5FC-C520B23DAEDB}" destId="{E24E43CC-4685-4D48-B2F6-99D128768EE5}" srcOrd="1" destOrd="0" presId="urn:microsoft.com/office/officeart/2005/8/layout/vList5"/>
    <dgm:cxn modelId="{3C9FCAAC-9347-4A9B-9CCB-87ACB2A13E41}" type="presParOf" srcId="{911D98BB-C8BA-479B-84F0-255DBF402440}" destId="{BA5FED75-732E-4DC0-A2D0-71CF4633329B}" srcOrd="1" destOrd="0" presId="urn:microsoft.com/office/officeart/2005/8/layout/vList5"/>
    <dgm:cxn modelId="{7D0C3404-62D8-4131-B404-B3DBB09E2FA7}" type="presParOf" srcId="{911D98BB-C8BA-479B-84F0-255DBF402440}" destId="{F90A6B6D-EB3C-419A-99B1-46E5B67372D3}" srcOrd="2" destOrd="0" presId="urn:microsoft.com/office/officeart/2005/8/layout/vList5"/>
    <dgm:cxn modelId="{BCBA1507-BAF8-4E88-8205-BB03F0C1CDF0}" type="presParOf" srcId="{F90A6B6D-EB3C-419A-99B1-46E5B67372D3}" destId="{55CE3F7F-8EDC-4BC6-90BE-8141E802FB7C}" srcOrd="0" destOrd="0" presId="urn:microsoft.com/office/officeart/2005/8/layout/vList5"/>
    <dgm:cxn modelId="{93F23E61-141A-4EA7-ADB2-5836CB3271C5}" type="presParOf" srcId="{F90A6B6D-EB3C-419A-99B1-46E5B67372D3}" destId="{B3F6D186-D918-41B8-82DE-38F68B735624}" srcOrd="1" destOrd="0" presId="urn:microsoft.com/office/officeart/2005/8/layout/vList5"/>
    <dgm:cxn modelId="{6549D625-66E4-4AF4-9847-D46B92634E76}" type="presParOf" srcId="{911D98BB-C8BA-479B-84F0-255DBF402440}" destId="{CD378B54-F512-4E8B-BEA8-34285ADBD716}" srcOrd="3" destOrd="0" presId="urn:microsoft.com/office/officeart/2005/8/layout/vList5"/>
    <dgm:cxn modelId="{01D670FB-7BDE-4309-851F-0A85B01CCACC}" type="presParOf" srcId="{911D98BB-C8BA-479B-84F0-255DBF402440}" destId="{CA9F1FB1-712A-442D-A6FA-B96172EB1A67}" srcOrd="4" destOrd="0" presId="urn:microsoft.com/office/officeart/2005/8/layout/vList5"/>
    <dgm:cxn modelId="{5F5E7E9E-1E54-4676-A3C1-DE6DB6C33512}" type="presParOf" srcId="{CA9F1FB1-712A-442D-A6FA-B96172EB1A67}" destId="{58EFEE3B-381E-4367-BC4F-F083866DA202}" srcOrd="0" destOrd="0" presId="urn:microsoft.com/office/officeart/2005/8/layout/vList5"/>
    <dgm:cxn modelId="{16FCD2BF-C407-4F95-9AE9-8FA01EEAB71F}" type="presParOf" srcId="{CA9F1FB1-712A-442D-A6FA-B96172EB1A67}" destId="{390F5590-765E-479D-8ADF-B49135E3C51D}"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DE89B6-02C8-4013-99F4-BE5524F572DD}"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US"/>
        </a:p>
      </dgm:t>
    </dgm:pt>
    <dgm:pt modelId="{035DF349-070F-4A48-8E69-E586064B6178}">
      <dgm:prSet/>
      <dgm:spPr/>
      <dgm:t>
        <a:bodyPr/>
        <a:lstStyle/>
        <a:p>
          <a:r>
            <a:rPr lang="en-US"/>
            <a:t>Providing adequate resources</a:t>
          </a:r>
        </a:p>
      </dgm:t>
    </dgm:pt>
    <dgm:pt modelId="{0AF86828-3542-4236-B9CE-20A815BE0324}" type="parTrans" cxnId="{C4D433E2-4401-4CBD-9A0E-C754AE27A0B8}">
      <dgm:prSet/>
      <dgm:spPr/>
      <dgm:t>
        <a:bodyPr/>
        <a:lstStyle/>
        <a:p>
          <a:endParaRPr lang="en-US"/>
        </a:p>
      </dgm:t>
    </dgm:pt>
    <dgm:pt modelId="{AAACBE51-9237-4CB4-9DDB-91DDB2777156}" type="sibTrans" cxnId="{C4D433E2-4401-4CBD-9A0E-C754AE27A0B8}">
      <dgm:prSet/>
      <dgm:spPr/>
      <dgm:t>
        <a:bodyPr/>
        <a:lstStyle/>
        <a:p>
          <a:endParaRPr lang="en-US"/>
        </a:p>
      </dgm:t>
    </dgm:pt>
    <dgm:pt modelId="{3C1A7F63-515B-487B-B998-D36CEA79909A}">
      <dgm:prSet/>
      <dgm:spPr/>
      <dgm:t>
        <a:bodyPr/>
        <a:lstStyle/>
        <a:p>
          <a:r>
            <a:rPr lang="en-US"/>
            <a:t>Approving unique project needs in a timely manner</a:t>
          </a:r>
        </a:p>
      </dgm:t>
    </dgm:pt>
    <dgm:pt modelId="{24E95AAB-1C9B-4383-B9B8-37E4154235F3}" type="parTrans" cxnId="{2322F4DC-29DD-414E-81AB-A7BD2070C37A}">
      <dgm:prSet/>
      <dgm:spPr/>
      <dgm:t>
        <a:bodyPr/>
        <a:lstStyle/>
        <a:p>
          <a:endParaRPr lang="en-US"/>
        </a:p>
      </dgm:t>
    </dgm:pt>
    <dgm:pt modelId="{45112D11-AB4C-48C8-B634-ACC36C5DD2EA}" type="sibTrans" cxnId="{2322F4DC-29DD-414E-81AB-A7BD2070C37A}">
      <dgm:prSet/>
      <dgm:spPr/>
      <dgm:t>
        <a:bodyPr/>
        <a:lstStyle/>
        <a:p>
          <a:endParaRPr lang="en-US"/>
        </a:p>
      </dgm:t>
    </dgm:pt>
    <dgm:pt modelId="{EC908356-1D15-4BD8-9BE7-D2234A7927A9}">
      <dgm:prSet/>
      <dgm:spPr/>
      <dgm:t>
        <a:bodyPr/>
        <a:lstStyle/>
        <a:p>
          <a:r>
            <a:rPr lang="en-US"/>
            <a:t>Getting cooperation from other parts of the organization</a:t>
          </a:r>
        </a:p>
      </dgm:t>
    </dgm:pt>
    <dgm:pt modelId="{6DAB9D14-DD16-4BD9-8ED4-630D5A303A6B}" type="parTrans" cxnId="{03593516-906D-42CC-BD23-402661727280}">
      <dgm:prSet/>
      <dgm:spPr/>
      <dgm:t>
        <a:bodyPr/>
        <a:lstStyle/>
        <a:p>
          <a:endParaRPr lang="en-US"/>
        </a:p>
      </dgm:t>
    </dgm:pt>
    <dgm:pt modelId="{86EF476F-077F-4D9C-A871-6110496A6C3B}" type="sibTrans" cxnId="{03593516-906D-42CC-BD23-402661727280}">
      <dgm:prSet/>
      <dgm:spPr/>
      <dgm:t>
        <a:bodyPr/>
        <a:lstStyle/>
        <a:p>
          <a:endParaRPr lang="en-US"/>
        </a:p>
      </dgm:t>
    </dgm:pt>
    <dgm:pt modelId="{0F1C6BD5-BC74-410C-A53C-A40D5C49FBBE}">
      <dgm:prSet/>
      <dgm:spPr/>
      <dgm:t>
        <a:bodyPr/>
        <a:lstStyle/>
        <a:p>
          <a:r>
            <a:rPr lang="en-US"/>
            <a:t>Mentoring and coaching on leadership issues</a:t>
          </a:r>
        </a:p>
      </dgm:t>
    </dgm:pt>
    <dgm:pt modelId="{14B1FE26-CC30-4D1E-9559-3EBD99A9E022}" type="parTrans" cxnId="{48F96059-3578-40E7-967E-7125029F506F}">
      <dgm:prSet/>
      <dgm:spPr/>
      <dgm:t>
        <a:bodyPr/>
        <a:lstStyle/>
        <a:p>
          <a:endParaRPr lang="en-US"/>
        </a:p>
      </dgm:t>
    </dgm:pt>
    <dgm:pt modelId="{4FDDE002-2EA3-406A-8D13-6C48F578AE8D}" type="sibTrans" cxnId="{48F96059-3578-40E7-967E-7125029F506F}">
      <dgm:prSet/>
      <dgm:spPr/>
      <dgm:t>
        <a:bodyPr/>
        <a:lstStyle/>
        <a:p>
          <a:endParaRPr lang="en-US"/>
        </a:p>
      </dgm:t>
    </dgm:pt>
    <dgm:pt modelId="{2B5404D6-DAFF-41A1-AD46-8EC60B745D07}" type="pres">
      <dgm:prSet presAssocID="{EADE89B6-02C8-4013-99F4-BE5524F572DD}" presName="linear" presStyleCnt="0">
        <dgm:presLayoutVars>
          <dgm:animLvl val="lvl"/>
          <dgm:resizeHandles val="exact"/>
        </dgm:presLayoutVars>
      </dgm:prSet>
      <dgm:spPr/>
    </dgm:pt>
    <dgm:pt modelId="{356BBD7F-2120-4DBC-BFCB-E43170C90C77}" type="pres">
      <dgm:prSet presAssocID="{035DF349-070F-4A48-8E69-E586064B6178}" presName="parentText" presStyleLbl="node1" presStyleIdx="0" presStyleCnt="4">
        <dgm:presLayoutVars>
          <dgm:chMax val="0"/>
          <dgm:bulletEnabled val="1"/>
        </dgm:presLayoutVars>
      </dgm:prSet>
      <dgm:spPr/>
    </dgm:pt>
    <dgm:pt modelId="{502A0585-0070-464A-BA10-26B6D1C6782F}" type="pres">
      <dgm:prSet presAssocID="{AAACBE51-9237-4CB4-9DDB-91DDB2777156}" presName="spacer" presStyleCnt="0"/>
      <dgm:spPr/>
    </dgm:pt>
    <dgm:pt modelId="{E632CF08-3710-49B4-96FE-BA9FD5F44298}" type="pres">
      <dgm:prSet presAssocID="{3C1A7F63-515B-487B-B998-D36CEA79909A}" presName="parentText" presStyleLbl="node1" presStyleIdx="1" presStyleCnt="4">
        <dgm:presLayoutVars>
          <dgm:chMax val="0"/>
          <dgm:bulletEnabled val="1"/>
        </dgm:presLayoutVars>
      </dgm:prSet>
      <dgm:spPr/>
    </dgm:pt>
    <dgm:pt modelId="{3BEB36A0-F3DB-4896-808D-991997951E40}" type="pres">
      <dgm:prSet presAssocID="{45112D11-AB4C-48C8-B634-ACC36C5DD2EA}" presName="spacer" presStyleCnt="0"/>
      <dgm:spPr/>
    </dgm:pt>
    <dgm:pt modelId="{D13049F1-01E6-4534-B673-DE1576071B00}" type="pres">
      <dgm:prSet presAssocID="{EC908356-1D15-4BD8-9BE7-D2234A7927A9}" presName="parentText" presStyleLbl="node1" presStyleIdx="2" presStyleCnt="4">
        <dgm:presLayoutVars>
          <dgm:chMax val="0"/>
          <dgm:bulletEnabled val="1"/>
        </dgm:presLayoutVars>
      </dgm:prSet>
      <dgm:spPr/>
    </dgm:pt>
    <dgm:pt modelId="{839DB8F9-68F8-4A7E-9A50-FC3A4E94C7A0}" type="pres">
      <dgm:prSet presAssocID="{86EF476F-077F-4D9C-A871-6110496A6C3B}" presName="spacer" presStyleCnt="0"/>
      <dgm:spPr/>
    </dgm:pt>
    <dgm:pt modelId="{CEAA18B1-2548-4B99-B3E3-368CEF4C7CE3}" type="pres">
      <dgm:prSet presAssocID="{0F1C6BD5-BC74-410C-A53C-A40D5C49FBBE}" presName="parentText" presStyleLbl="node1" presStyleIdx="3" presStyleCnt="4">
        <dgm:presLayoutVars>
          <dgm:chMax val="0"/>
          <dgm:bulletEnabled val="1"/>
        </dgm:presLayoutVars>
      </dgm:prSet>
      <dgm:spPr/>
    </dgm:pt>
  </dgm:ptLst>
  <dgm:cxnLst>
    <dgm:cxn modelId="{03593516-906D-42CC-BD23-402661727280}" srcId="{EADE89B6-02C8-4013-99F4-BE5524F572DD}" destId="{EC908356-1D15-4BD8-9BE7-D2234A7927A9}" srcOrd="2" destOrd="0" parTransId="{6DAB9D14-DD16-4BD9-8ED4-630D5A303A6B}" sibTransId="{86EF476F-077F-4D9C-A871-6110496A6C3B}"/>
    <dgm:cxn modelId="{48F96059-3578-40E7-967E-7125029F506F}" srcId="{EADE89B6-02C8-4013-99F4-BE5524F572DD}" destId="{0F1C6BD5-BC74-410C-A53C-A40D5C49FBBE}" srcOrd="3" destOrd="0" parTransId="{14B1FE26-CC30-4D1E-9559-3EBD99A9E022}" sibTransId="{4FDDE002-2EA3-406A-8D13-6C48F578AE8D}"/>
    <dgm:cxn modelId="{7350DE86-E8D8-43D5-8FB8-4BE6DC2DD74B}" type="presOf" srcId="{035DF349-070F-4A48-8E69-E586064B6178}" destId="{356BBD7F-2120-4DBC-BFCB-E43170C90C77}" srcOrd="0" destOrd="0" presId="urn:microsoft.com/office/officeart/2005/8/layout/vList2"/>
    <dgm:cxn modelId="{4FE5FF89-7AA2-4765-B493-245212277084}" type="presOf" srcId="{0F1C6BD5-BC74-410C-A53C-A40D5C49FBBE}" destId="{CEAA18B1-2548-4B99-B3E3-368CEF4C7CE3}" srcOrd="0" destOrd="0" presId="urn:microsoft.com/office/officeart/2005/8/layout/vList2"/>
    <dgm:cxn modelId="{8D5046AE-5EB6-4815-9C20-7E922470B557}" type="presOf" srcId="{EC908356-1D15-4BD8-9BE7-D2234A7927A9}" destId="{D13049F1-01E6-4534-B673-DE1576071B00}" srcOrd="0" destOrd="0" presId="urn:microsoft.com/office/officeart/2005/8/layout/vList2"/>
    <dgm:cxn modelId="{5C2CE1BD-4253-4F02-86A4-F7B442916CB2}" type="presOf" srcId="{EADE89B6-02C8-4013-99F4-BE5524F572DD}" destId="{2B5404D6-DAFF-41A1-AD46-8EC60B745D07}" srcOrd="0" destOrd="0" presId="urn:microsoft.com/office/officeart/2005/8/layout/vList2"/>
    <dgm:cxn modelId="{5B1590D4-1879-49CD-9024-A0072DA69BB8}" type="presOf" srcId="{3C1A7F63-515B-487B-B998-D36CEA79909A}" destId="{E632CF08-3710-49B4-96FE-BA9FD5F44298}" srcOrd="0" destOrd="0" presId="urn:microsoft.com/office/officeart/2005/8/layout/vList2"/>
    <dgm:cxn modelId="{2322F4DC-29DD-414E-81AB-A7BD2070C37A}" srcId="{EADE89B6-02C8-4013-99F4-BE5524F572DD}" destId="{3C1A7F63-515B-487B-B998-D36CEA79909A}" srcOrd="1" destOrd="0" parTransId="{24E95AAB-1C9B-4383-B9B8-37E4154235F3}" sibTransId="{45112D11-AB4C-48C8-B634-ACC36C5DD2EA}"/>
    <dgm:cxn modelId="{C4D433E2-4401-4CBD-9A0E-C754AE27A0B8}" srcId="{EADE89B6-02C8-4013-99F4-BE5524F572DD}" destId="{035DF349-070F-4A48-8E69-E586064B6178}" srcOrd="0" destOrd="0" parTransId="{0AF86828-3542-4236-B9CE-20A815BE0324}" sibTransId="{AAACBE51-9237-4CB4-9DDB-91DDB2777156}"/>
    <dgm:cxn modelId="{9442F952-B0F1-450D-8119-E75F8ADC68FB}" type="presParOf" srcId="{2B5404D6-DAFF-41A1-AD46-8EC60B745D07}" destId="{356BBD7F-2120-4DBC-BFCB-E43170C90C77}" srcOrd="0" destOrd="0" presId="urn:microsoft.com/office/officeart/2005/8/layout/vList2"/>
    <dgm:cxn modelId="{34966BA0-2AA0-4079-B826-7C3F7A772462}" type="presParOf" srcId="{2B5404D6-DAFF-41A1-AD46-8EC60B745D07}" destId="{502A0585-0070-464A-BA10-26B6D1C6782F}" srcOrd="1" destOrd="0" presId="urn:microsoft.com/office/officeart/2005/8/layout/vList2"/>
    <dgm:cxn modelId="{800BA278-F2B5-42C5-804F-A1C1551AD263}" type="presParOf" srcId="{2B5404D6-DAFF-41A1-AD46-8EC60B745D07}" destId="{E632CF08-3710-49B4-96FE-BA9FD5F44298}" srcOrd="2" destOrd="0" presId="urn:microsoft.com/office/officeart/2005/8/layout/vList2"/>
    <dgm:cxn modelId="{F2902D48-92D7-4DB5-85B2-BDF758330268}" type="presParOf" srcId="{2B5404D6-DAFF-41A1-AD46-8EC60B745D07}" destId="{3BEB36A0-F3DB-4896-808D-991997951E40}" srcOrd="3" destOrd="0" presId="urn:microsoft.com/office/officeart/2005/8/layout/vList2"/>
    <dgm:cxn modelId="{BD96042E-9F38-4890-8F86-DDA3C4B401BA}" type="presParOf" srcId="{2B5404D6-DAFF-41A1-AD46-8EC60B745D07}" destId="{D13049F1-01E6-4534-B673-DE1576071B00}" srcOrd="4" destOrd="0" presId="urn:microsoft.com/office/officeart/2005/8/layout/vList2"/>
    <dgm:cxn modelId="{44454180-C552-4385-BB24-0E85800ACAB0}" type="presParOf" srcId="{2B5404D6-DAFF-41A1-AD46-8EC60B745D07}" destId="{839DB8F9-68F8-4A7E-9A50-FC3A4E94C7A0}" srcOrd="5" destOrd="0" presId="urn:microsoft.com/office/officeart/2005/8/layout/vList2"/>
    <dgm:cxn modelId="{631ACFC8-2706-4341-959F-A7EB7E421ED1}" type="presParOf" srcId="{2B5404D6-DAFF-41A1-AD46-8EC60B745D07}" destId="{CEAA18B1-2548-4B99-B3E3-368CEF4C7CE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E2A42F4-506F-40AE-9FB6-7EB3BD9C737A}"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81139CB3-9519-4AB6-8B52-9BE8BE52FF3E}">
      <dgm:prSet phldrT="[Text]"/>
      <dgm:spPr/>
      <dgm:t>
        <a:bodyPr/>
        <a:lstStyle/>
        <a:p>
          <a:r>
            <a:rPr lang="en-US" dirty="0"/>
            <a:t>Initiate work</a:t>
          </a:r>
        </a:p>
      </dgm:t>
    </dgm:pt>
    <dgm:pt modelId="{A0427194-559F-4F0B-B50C-8FB0C26EDC11}" type="parTrans" cxnId="{B50BB02A-F05F-4DB4-B6A1-EFEF95D5F519}">
      <dgm:prSet/>
      <dgm:spPr/>
      <dgm:t>
        <a:bodyPr/>
        <a:lstStyle/>
        <a:p>
          <a:endParaRPr lang="en-US"/>
        </a:p>
      </dgm:t>
    </dgm:pt>
    <dgm:pt modelId="{79A5C708-ADA1-47CC-97E6-B0264CF97FA6}" type="sibTrans" cxnId="{B50BB02A-F05F-4DB4-B6A1-EFEF95D5F519}">
      <dgm:prSet/>
      <dgm:spPr/>
      <dgm:t>
        <a:bodyPr/>
        <a:lstStyle/>
        <a:p>
          <a:endParaRPr lang="en-US"/>
        </a:p>
      </dgm:t>
    </dgm:pt>
    <dgm:pt modelId="{EED49F4A-615E-43FF-801F-61FD006B6483}">
      <dgm:prSet phldrT="[Text]"/>
      <dgm:spPr/>
      <dgm:t>
        <a:bodyPr/>
        <a:lstStyle/>
        <a:p>
          <a:r>
            <a:rPr lang="en-US" dirty="0"/>
            <a:t>What</a:t>
          </a:r>
        </a:p>
        <a:p>
          <a:r>
            <a:rPr lang="en-US" dirty="0"/>
            <a:t>Who</a:t>
          </a:r>
        </a:p>
      </dgm:t>
    </dgm:pt>
    <dgm:pt modelId="{868D42F2-65AE-4412-BC18-B08F9895BE99}" type="parTrans" cxnId="{CBCEBF43-53D7-4157-9D13-2B68B8E662C7}">
      <dgm:prSet/>
      <dgm:spPr/>
      <dgm:t>
        <a:bodyPr/>
        <a:lstStyle/>
        <a:p>
          <a:endParaRPr lang="en-US"/>
        </a:p>
      </dgm:t>
    </dgm:pt>
    <dgm:pt modelId="{F1AF28FC-31C3-4199-A715-A36208F4BADD}" type="sibTrans" cxnId="{CBCEBF43-53D7-4157-9D13-2B68B8E662C7}">
      <dgm:prSet/>
      <dgm:spPr/>
      <dgm:t>
        <a:bodyPr/>
        <a:lstStyle/>
        <a:p>
          <a:endParaRPr lang="en-US"/>
        </a:p>
      </dgm:t>
    </dgm:pt>
    <dgm:pt modelId="{EFC18B8F-54F1-4D94-A557-B3056CD6B915}">
      <dgm:prSet phldrT="[Text]"/>
      <dgm:spPr/>
      <dgm:t>
        <a:bodyPr/>
        <a:lstStyle/>
        <a:p>
          <a:r>
            <a:rPr lang="en-US" dirty="0"/>
            <a:t>Management</a:t>
          </a:r>
        </a:p>
      </dgm:t>
    </dgm:pt>
    <dgm:pt modelId="{533019CA-341D-4865-B8EE-A0A00B02709E}" type="parTrans" cxnId="{2ED89506-90E4-45E4-A794-215703990BFA}">
      <dgm:prSet/>
      <dgm:spPr/>
      <dgm:t>
        <a:bodyPr/>
        <a:lstStyle/>
        <a:p>
          <a:endParaRPr lang="en-US"/>
        </a:p>
      </dgm:t>
    </dgm:pt>
    <dgm:pt modelId="{43218202-AAC4-4446-8600-6875CA9EA88C}" type="sibTrans" cxnId="{2ED89506-90E4-45E4-A794-215703990BFA}">
      <dgm:prSet/>
      <dgm:spPr/>
      <dgm:t>
        <a:bodyPr/>
        <a:lstStyle/>
        <a:p>
          <a:endParaRPr lang="en-US"/>
        </a:p>
      </dgm:t>
    </dgm:pt>
    <dgm:pt modelId="{71A0DB19-E747-4D26-8094-4F85CAAB64B0}">
      <dgm:prSet phldrT="[Text]"/>
      <dgm:spPr/>
      <dgm:t>
        <a:bodyPr/>
        <a:lstStyle/>
        <a:p>
          <a:r>
            <a:rPr lang="en-US" dirty="0"/>
            <a:t>How</a:t>
          </a:r>
        </a:p>
      </dgm:t>
    </dgm:pt>
    <dgm:pt modelId="{4697F194-694B-4FE2-9364-4344ECAF74BC}" type="parTrans" cxnId="{573364D6-9EA9-4935-B68C-A14B1F1D14DE}">
      <dgm:prSet/>
      <dgm:spPr/>
      <dgm:t>
        <a:bodyPr/>
        <a:lstStyle/>
        <a:p>
          <a:endParaRPr lang="en-US"/>
        </a:p>
      </dgm:t>
    </dgm:pt>
    <dgm:pt modelId="{C5DC4F5B-CFAB-46DB-9A91-EDBF4E8A9AAC}" type="sibTrans" cxnId="{573364D6-9EA9-4935-B68C-A14B1F1D14DE}">
      <dgm:prSet/>
      <dgm:spPr/>
      <dgm:t>
        <a:bodyPr/>
        <a:lstStyle/>
        <a:p>
          <a:endParaRPr lang="en-US"/>
        </a:p>
      </dgm:t>
    </dgm:pt>
    <dgm:pt modelId="{F8FE8A76-9BFF-4CC6-BA5C-C52B3ECD3E67}">
      <dgm:prSet phldrT="[Text]"/>
      <dgm:spPr/>
      <dgm:t>
        <a:bodyPr/>
        <a:lstStyle/>
        <a:p>
          <a:r>
            <a:rPr lang="en-US" altLang="en-US" dirty="0"/>
            <a:t>Product</a:t>
          </a:r>
          <a:endParaRPr lang="en-US" dirty="0"/>
        </a:p>
      </dgm:t>
    </dgm:pt>
    <dgm:pt modelId="{2023F6D9-45D4-438B-9034-1FC3E386ABCF}" type="parTrans" cxnId="{11428E7E-9D4D-444C-9865-CB80DF35F60F}">
      <dgm:prSet/>
      <dgm:spPr/>
      <dgm:t>
        <a:bodyPr/>
        <a:lstStyle/>
        <a:p>
          <a:endParaRPr lang="en-US"/>
        </a:p>
      </dgm:t>
    </dgm:pt>
    <dgm:pt modelId="{7F2B4927-AD44-4048-AB45-538DDCA9231F}" type="sibTrans" cxnId="{11428E7E-9D4D-444C-9865-CB80DF35F60F}">
      <dgm:prSet/>
      <dgm:spPr/>
      <dgm:t>
        <a:bodyPr/>
        <a:lstStyle/>
        <a:p>
          <a:endParaRPr lang="en-US"/>
        </a:p>
      </dgm:t>
    </dgm:pt>
    <dgm:pt modelId="{B156DA8E-60DE-4585-93EC-5886C1B55E9B}">
      <dgm:prSet phldrT="[Text]"/>
      <dgm:spPr/>
      <dgm:t>
        <a:bodyPr/>
        <a:lstStyle/>
        <a:p>
          <a:r>
            <a:rPr lang="en-US" dirty="0"/>
            <a:t>What</a:t>
          </a:r>
        </a:p>
      </dgm:t>
    </dgm:pt>
    <dgm:pt modelId="{A50B7421-4B79-4F6C-AE6B-015218BEE2EC}" type="parTrans" cxnId="{08CD4B19-59CF-4F8B-A023-E4B1EA6D41DE}">
      <dgm:prSet/>
      <dgm:spPr/>
      <dgm:t>
        <a:bodyPr/>
        <a:lstStyle/>
        <a:p>
          <a:endParaRPr lang="en-US"/>
        </a:p>
      </dgm:t>
    </dgm:pt>
    <dgm:pt modelId="{E68D3FA3-AE27-4589-9D20-53E4AC7F4DDE}" type="sibTrans" cxnId="{08CD4B19-59CF-4F8B-A023-E4B1EA6D41DE}">
      <dgm:prSet/>
      <dgm:spPr/>
      <dgm:t>
        <a:bodyPr/>
        <a:lstStyle/>
        <a:p>
          <a:endParaRPr lang="en-US"/>
        </a:p>
      </dgm:t>
    </dgm:pt>
    <dgm:pt modelId="{1B37E1A9-8698-4AD1-AABB-0A95EEBEEE35}">
      <dgm:prSet phldrT="[Text]"/>
      <dgm:spPr/>
      <dgm:t>
        <a:bodyPr/>
        <a:lstStyle/>
        <a:p>
          <a:r>
            <a:rPr lang="en-US" dirty="0"/>
            <a:t>When</a:t>
          </a:r>
        </a:p>
      </dgm:t>
    </dgm:pt>
    <dgm:pt modelId="{9426A540-D027-410C-92BA-95458C4D69AF}" type="parTrans" cxnId="{31C5E947-2885-4C9E-BF57-A3F0B9150BE9}">
      <dgm:prSet/>
      <dgm:spPr/>
      <dgm:t>
        <a:bodyPr/>
        <a:lstStyle/>
        <a:p>
          <a:endParaRPr lang="en-US"/>
        </a:p>
      </dgm:t>
    </dgm:pt>
    <dgm:pt modelId="{8F62C5F4-76FA-4E96-8855-8CE2D1DEAB60}" type="sibTrans" cxnId="{31C5E947-2885-4C9E-BF57-A3F0B9150BE9}">
      <dgm:prSet/>
      <dgm:spPr/>
      <dgm:t>
        <a:bodyPr/>
        <a:lstStyle/>
        <a:p>
          <a:endParaRPr lang="en-US"/>
        </a:p>
      </dgm:t>
    </dgm:pt>
    <dgm:pt modelId="{91A43E97-B43F-4C57-AF05-CC72DF1BB8A9}" type="pres">
      <dgm:prSet presAssocID="{CE2A42F4-506F-40AE-9FB6-7EB3BD9C737A}" presName="Name0" presStyleCnt="0">
        <dgm:presLayoutVars>
          <dgm:chMax val="11"/>
          <dgm:chPref val="11"/>
          <dgm:dir/>
          <dgm:resizeHandles/>
        </dgm:presLayoutVars>
      </dgm:prSet>
      <dgm:spPr/>
    </dgm:pt>
    <dgm:pt modelId="{060A5793-C23C-4CDB-99AD-B088D484B3E1}" type="pres">
      <dgm:prSet presAssocID="{F8FE8A76-9BFF-4CC6-BA5C-C52B3ECD3E67}" presName="Accent3" presStyleCnt="0"/>
      <dgm:spPr/>
    </dgm:pt>
    <dgm:pt modelId="{11733F83-3139-44B9-BB35-919A53D131BE}" type="pres">
      <dgm:prSet presAssocID="{F8FE8A76-9BFF-4CC6-BA5C-C52B3ECD3E67}" presName="Accent" presStyleLbl="node1" presStyleIdx="0" presStyleCnt="3"/>
      <dgm:spPr/>
    </dgm:pt>
    <dgm:pt modelId="{842CD538-D23A-4377-8482-7C089DBE8243}" type="pres">
      <dgm:prSet presAssocID="{F8FE8A76-9BFF-4CC6-BA5C-C52B3ECD3E67}" presName="ParentBackground3" presStyleCnt="0"/>
      <dgm:spPr/>
    </dgm:pt>
    <dgm:pt modelId="{A08E571E-6270-4E2A-BEC4-0CB3B3E07C55}" type="pres">
      <dgm:prSet presAssocID="{F8FE8A76-9BFF-4CC6-BA5C-C52B3ECD3E67}" presName="ParentBackground" presStyleLbl="fgAcc1" presStyleIdx="0" presStyleCnt="3"/>
      <dgm:spPr/>
    </dgm:pt>
    <dgm:pt modelId="{AA70DB80-B789-44D6-9D5A-8A161B4A1C51}" type="pres">
      <dgm:prSet presAssocID="{F8FE8A76-9BFF-4CC6-BA5C-C52B3ECD3E67}" presName="Child3" presStyleLbl="revTx" presStyleIdx="0" presStyleCnt="3">
        <dgm:presLayoutVars>
          <dgm:chMax val="0"/>
          <dgm:chPref val="0"/>
          <dgm:bulletEnabled val="1"/>
        </dgm:presLayoutVars>
      </dgm:prSet>
      <dgm:spPr/>
    </dgm:pt>
    <dgm:pt modelId="{8399572D-1B65-47DA-84CE-85A50C896EA9}" type="pres">
      <dgm:prSet presAssocID="{F8FE8A76-9BFF-4CC6-BA5C-C52B3ECD3E67}" presName="Parent3" presStyleLbl="revTx" presStyleIdx="0" presStyleCnt="3">
        <dgm:presLayoutVars>
          <dgm:chMax val="1"/>
          <dgm:chPref val="1"/>
          <dgm:bulletEnabled val="1"/>
        </dgm:presLayoutVars>
      </dgm:prSet>
      <dgm:spPr/>
    </dgm:pt>
    <dgm:pt modelId="{73D29732-E44A-4E92-9C1E-19FD8A918ECB}" type="pres">
      <dgm:prSet presAssocID="{EFC18B8F-54F1-4D94-A557-B3056CD6B915}" presName="Accent2" presStyleCnt="0"/>
      <dgm:spPr/>
    </dgm:pt>
    <dgm:pt modelId="{86300A3A-4404-4FEB-97B5-BE1D43101F58}" type="pres">
      <dgm:prSet presAssocID="{EFC18B8F-54F1-4D94-A557-B3056CD6B915}" presName="Accent" presStyleLbl="node1" presStyleIdx="1" presStyleCnt="3"/>
      <dgm:spPr/>
    </dgm:pt>
    <dgm:pt modelId="{3E5A959E-627F-4FE5-A50E-6CD578EDE0C2}" type="pres">
      <dgm:prSet presAssocID="{EFC18B8F-54F1-4D94-A557-B3056CD6B915}" presName="ParentBackground2" presStyleCnt="0"/>
      <dgm:spPr/>
    </dgm:pt>
    <dgm:pt modelId="{13E60C74-A2DA-4B21-84DA-AFB78B96527D}" type="pres">
      <dgm:prSet presAssocID="{EFC18B8F-54F1-4D94-A557-B3056CD6B915}" presName="ParentBackground" presStyleLbl="fgAcc1" presStyleIdx="1" presStyleCnt="3"/>
      <dgm:spPr/>
    </dgm:pt>
    <dgm:pt modelId="{ACB28B01-AB90-4027-A432-5AE84BFBD61A}" type="pres">
      <dgm:prSet presAssocID="{EFC18B8F-54F1-4D94-A557-B3056CD6B915}" presName="Child2" presStyleLbl="revTx" presStyleIdx="1" presStyleCnt="3">
        <dgm:presLayoutVars>
          <dgm:chMax val="0"/>
          <dgm:chPref val="0"/>
          <dgm:bulletEnabled val="1"/>
        </dgm:presLayoutVars>
      </dgm:prSet>
      <dgm:spPr/>
    </dgm:pt>
    <dgm:pt modelId="{B5448620-BC7E-4CB9-B30B-F73B4799F5F4}" type="pres">
      <dgm:prSet presAssocID="{EFC18B8F-54F1-4D94-A557-B3056CD6B915}" presName="Parent2" presStyleLbl="revTx" presStyleIdx="1" presStyleCnt="3">
        <dgm:presLayoutVars>
          <dgm:chMax val="1"/>
          <dgm:chPref val="1"/>
          <dgm:bulletEnabled val="1"/>
        </dgm:presLayoutVars>
      </dgm:prSet>
      <dgm:spPr/>
    </dgm:pt>
    <dgm:pt modelId="{72DF85CB-FDC1-495B-A974-348D646186E4}" type="pres">
      <dgm:prSet presAssocID="{81139CB3-9519-4AB6-8B52-9BE8BE52FF3E}" presName="Accent1" presStyleCnt="0"/>
      <dgm:spPr/>
    </dgm:pt>
    <dgm:pt modelId="{931BA838-4E56-405C-AEF5-425E1CA2128D}" type="pres">
      <dgm:prSet presAssocID="{81139CB3-9519-4AB6-8B52-9BE8BE52FF3E}" presName="Accent" presStyleLbl="node1" presStyleIdx="2" presStyleCnt="3"/>
      <dgm:spPr/>
    </dgm:pt>
    <dgm:pt modelId="{99396306-31A1-4E62-A688-76E87879531E}" type="pres">
      <dgm:prSet presAssocID="{81139CB3-9519-4AB6-8B52-9BE8BE52FF3E}" presName="ParentBackground1" presStyleCnt="0"/>
      <dgm:spPr/>
    </dgm:pt>
    <dgm:pt modelId="{A62BD841-6887-44B1-8B53-C84D6655F5AE}" type="pres">
      <dgm:prSet presAssocID="{81139CB3-9519-4AB6-8B52-9BE8BE52FF3E}" presName="ParentBackground" presStyleLbl="fgAcc1" presStyleIdx="2" presStyleCnt="3"/>
      <dgm:spPr/>
    </dgm:pt>
    <dgm:pt modelId="{CF6D5039-0DFA-4A9A-8589-3F2D5FC1D7FE}" type="pres">
      <dgm:prSet presAssocID="{81139CB3-9519-4AB6-8B52-9BE8BE52FF3E}" presName="Child1" presStyleLbl="revTx" presStyleIdx="2" presStyleCnt="3">
        <dgm:presLayoutVars>
          <dgm:chMax val="0"/>
          <dgm:chPref val="0"/>
          <dgm:bulletEnabled val="1"/>
        </dgm:presLayoutVars>
      </dgm:prSet>
      <dgm:spPr/>
    </dgm:pt>
    <dgm:pt modelId="{26992ACD-0DC7-4BB7-9F79-02111E80D3AD}" type="pres">
      <dgm:prSet presAssocID="{81139CB3-9519-4AB6-8B52-9BE8BE52FF3E}" presName="Parent1" presStyleLbl="revTx" presStyleIdx="2" presStyleCnt="3">
        <dgm:presLayoutVars>
          <dgm:chMax val="1"/>
          <dgm:chPref val="1"/>
          <dgm:bulletEnabled val="1"/>
        </dgm:presLayoutVars>
      </dgm:prSet>
      <dgm:spPr/>
    </dgm:pt>
  </dgm:ptLst>
  <dgm:cxnLst>
    <dgm:cxn modelId="{1CCF6B03-6843-4057-9846-6A8366E48936}" type="presOf" srcId="{EFC18B8F-54F1-4D94-A557-B3056CD6B915}" destId="{B5448620-BC7E-4CB9-B30B-F73B4799F5F4}" srcOrd="1" destOrd="0" presId="urn:microsoft.com/office/officeart/2011/layout/CircleProcess"/>
    <dgm:cxn modelId="{2ED89506-90E4-45E4-A794-215703990BFA}" srcId="{CE2A42F4-506F-40AE-9FB6-7EB3BD9C737A}" destId="{EFC18B8F-54F1-4D94-A557-B3056CD6B915}" srcOrd="1" destOrd="0" parTransId="{533019CA-341D-4865-B8EE-A0A00B02709E}" sibTransId="{43218202-AAC4-4446-8600-6875CA9EA88C}"/>
    <dgm:cxn modelId="{08CD4B19-59CF-4F8B-A023-E4B1EA6D41DE}" srcId="{F8FE8A76-9BFF-4CC6-BA5C-C52B3ECD3E67}" destId="{B156DA8E-60DE-4585-93EC-5886C1B55E9B}" srcOrd="0" destOrd="0" parTransId="{A50B7421-4B79-4F6C-AE6B-015218BEE2EC}" sibTransId="{E68D3FA3-AE27-4589-9D20-53E4AC7F4DDE}"/>
    <dgm:cxn modelId="{B50BB02A-F05F-4DB4-B6A1-EFEF95D5F519}" srcId="{CE2A42F4-506F-40AE-9FB6-7EB3BD9C737A}" destId="{81139CB3-9519-4AB6-8B52-9BE8BE52FF3E}" srcOrd="0" destOrd="0" parTransId="{A0427194-559F-4F0B-B50C-8FB0C26EDC11}" sibTransId="{79A5C708-ADA1-47CC-97E6-B0264CF97FA6}"/>
    <dgm:cxn modelId="{CBCEBF43-53D7-4157-9D13-2B68B8E662C7}" srcId="{81139CB3-9519-4AB6-8B52-9BE8BE52FF3E}" destId="{EED49F4A-615E-43FF-801F-61FD006B6483}" srcOrd="0" destOrd="0" parTransId="{868D42F2-65AE-4412-BC18-B08F9895BE99}" sibTransId="{F1AF28FC-31C3-4199-A715-A36208F4BADD}"/>
    <dgm:cxn modelId="{31C5E947-2885-4C9E-BF57-A3F0B9150BE9}" srcId="{F8FE8A76-9BFF-4CC6-BA5C-C52B3ECD3E67}" destId="{1B37E1A9-8698-4AD1-AABB-0A95EEBEEE35}" srcOrd="1" destOrd="0" parTransId="{9426A540-D027-410C-92BA-95458C4D69AF}" sibTransId="{8F62C5F4-76FA-4E96-8855-8CE2D1DEAB60}"/>
    <dgm:cxn modelId="{11428E7E-9D4D-444C-9865-CB80DF35F60F}" srcId="{CE2A42F4-506F-40AE-9FB6-7EB3BD9C737A}" destId="{F8FE8A76-9BFF-4CC6-BA5C-C52B3ECD3E67}" srcOrd="2" destOrd="0" parTransId="{2023F6D9-45D4-438B-9034-1FC3E386ABCF}" sibTransId="{7F2B4927-AD44-4048-AB45-538DDCA9231F}"/>
    <dgm:cxn modelId="{923DBE80-09B4-4C32-AA13-9FE52372E9D1}" type="presOf" srcId="{81139CB3-9519-4AB6-8B52-9BE8BE52FF3E}" destId="{26992ACD-0DC7-4BB7-9F79-02111E80D3AD}" srcOrd="1" destOrd="0" presId="urn:microsoft.com/office/officeart/2011/layout/CircleProcess"/>
    <dgm:cxn modelId="{45D7CD81-7AA7-4F14-BCD0-5F2D28AFCC26}" type="presOf" srcId="{CE2A42F4-506F-40AE-9FB6-7EB3BD9C737A}" destId="{91A43E97-B43F-4C57-AF05-CC72DF1BB8A9}" srcOrd="0" destOrd="0" presId="urn:microsoft.com/office/officeart/2011/layout/CircleProcess"/>
    <dgm:cxn modelId="{71EB9FA5-A684-4BC7-9204-62493E5DEBA7}" type="presOf" srcId="{71A0DB19-E747-4D26-8094-4F85CAAB64B0}" destId="{ACB28B01-AB90-4027-A432-5AE84BFBD61A}" srcOrd="0" destOrd="0" presId="urn:microsoft.com/office/officeart/2011/layout/CircleProcess"/>
    <dgm:cxn modelId="{E6DD10B8-FD5B-4417-BE28-60D0CA134E6F}" type="presOf" srcId="{B156DA8E-60DE-4585-93EC-5886C1B55E9B}" destId="{AA70DB80-B789-44D6-9D5A-8A161B4A1C51}" srcOrd="0" destOrd="0" presId="urn:microsoft.com/office/officeart/2011/layout/CircleProcess"/>
    <dgm:cxn modelId="{48B4BEBC-1853-4585-91BC-ADA69BD2C69B}" type="presOf" srcId="{F8FE8A76-9BFF-4CC6-BA5C-C52B3ECD3E67}" destId="{A08E571E-6270-4E2A-BEC4-0CB3B3E07C55}" srcOrd="0" destOrd="0" presId="urn:microsoft.com/office/officeart/2011/layout/CircleProcess"/>
    <dgm:cxn modelId="{DDB710C2-2099-4853-80F6-483BF3923E35}" type="presOf" srcId="{1B37E1A9-8698-4AD1-AABB-0A95EEBEEE35}" destId="{AA70DB80-B789-44D6-9D5A-8A161B4A1C51}" srcOrd="0" destOrd="1" presId="urn:microsoft.com/office/officeart/2011/layout/CircleProcess"/>
    <dgm:cxn modelId="{573364D6-9EA9-4935-B68C-A14B1F1D14DE}" srcId="{EFC18B8F-54F1-4D94-A557-B3056CD6B915}" destId="{71A0DB19-E747-4D26-8094-4F85CAAB64B0}" srcOrd="0" destOrd="0" parTransId="{4697F194-694B-4FE2-9364-4344ECAF74BC}" sibTransId="{C5DC4F5B-CFAB-46DB-9A91-EDBF4E8A9AAC}"/>
    <dgm:cxn modelId="{BDD441E4-475A-4BC2-A607-CE7A079A3329}" type="presOf" srcId="{EFC18B8F-54F1-4D94-A557-B3056CD6B915}" destId="{13E60C74-A2DA-4B21-84DA-AFB78B96527D}" srcOrd="0" destOrd="0" presId="urn:microsoft.com/office/officeart/2011/layout/CircleProcess"/>
    <dgm:cxn modelId="{383CA1E5-435A-42CF-BC64-1B29BF960A0E}" type="presOf" srcId="{F8FE8A76-9BFF-4CC6-BA5C-C52B3ECD3E67}" destId="{8399572D-1B65-47DA-84CE-85A50C896EA9}" srcOrd="1" destOrd="0" presId="urn:microsoft.com/office/officeart/2011/layout/CircleProcess"/>
    <dgm:cxn modelId="{2498F9E8-2BA5-420B-B5F7-CF7C4273BE07}" type="presOf" srcId="{EED49F4A-615E-43FF-801F-61FD006B6483}" destId="{CF6D5039-0DFA-4A9A-8589-3F2D5FC1D7FE}" srcOrd="0" destOrd="0" presId="urn:microsoft.com/office/officeart/2011/layout/CircleProcess"/>
    <dgm:cxn modelId="{8CF1D2F2-28CF-44A2-B7F9-AFC3BD7EE66F}" type="presOf" srcId="{81139CB3-9519-4AB6-8B52-9BE8BE52FF3E}" destId="{A62BD841-6887-44B1-8B53-C84D6655F5AE}" srcOrd="0" destOrd="0" presId="urn:microsoft.com/office/officeart/2011/layout/CircleProcess"/>
    <dgm:cxn modelId="{DDAFF74D-0767-40AC-9AE7-17098BDB4082}" type="presParOf" srcId="{91A43E97-B43F-4C57-AF05-CC72DF1BB8A9}" destId="{060A5793-C23C-4CDB-99AD-B088D484B3E1}" srcOrd="0" destOrd="0" presId="urn:microsoft.com/office/officeart/2011/layout/CircleProcess"/>
    <dgm:cxn modelId="{27DE4C2B-6CE8-4962-9E06-8D963EF0B5DE}" type="presParOf" srcId="{060A5793-C23C-4CDB-99AD-B088D484B3E1}" destId="{11733F83-3139-44B9-BB35-919A53D131BE}" srcOrd="0" destOrd="0" presId="urn:microsoft.com/office/officeart/2011/layout/CircleProcess"/>
    <dgm:cxn modelId="{A4C8955A-8154-4517-845B-F43B5C9BA8C8}" type="presParOf" srcId="{91A43E97-B43F-4C57-AF05-CC72DF1BB8A9}" destId="{842CD538-D23A-4377-8482-7C089DBE8243}" srcOrd="1" destOrd="0" presId="urn:microsoft.com/office/officeart/2011/layout/CircleProcess"/>
    <dgm:cxn modelId="{5562ED48-FF7D-4748-856D-0F13C381EDAD}" type="presParOf" srcId="{842CD538-D23A-4377-8482-7C089DBE8243}" destId="{A08E571E-6270-4E2A-BEC4-0CB3B3E07C55}" srcOrd="0" destOrd="0" presId="urn:microsoft.com/office/officeart/2011/layout/CircleProcess"/>
    <dgm:cxn modelId="{9E29A4F2-0EF4-401C-9C44-A430547E3603}" type="presParOf" srcId="{91A43E97-B43F-4C57-AF05-CC72DF1BB8A9}" destId="{AA70DB80-B789-44D6-9D5A-8A161B4A1C51}" srcOrd="2" destOrd="0" presId="urn:microsoft.com/office/officeart/2011/layout/CircleProcess"/>
    <dgm:cxn modelId="{EFEF2CB3-F1AF-4083-82F8-8AAA230596D9}" type="presParOf" srcId="{91A43E97-B43F-4C57-AF05-CC72DF1BB8A9}" destId="{8399572D-1B65-47DA-84CE-85A50C896EA9}" srcOrd="3" destOrd="0" presId="urn:microsoft.com/office/officeart/2011/layout/CircleProcess"/>
    <dgm:cxn modelId="{2C3CF3AE-35B7-4DF5-AF85-EE1CE0185831}" type="presParOf" srcId="{91A43E97-B43F-4C57-AF05-CC72DF1BB8A9}" destId="{73D29732-E44A-4E92-9C1E-19FD8A918ECB}" srcOrd="4" destOrd="0" presId="urn:microsoft.com/office/officeart/2011/layout/CircleProcess"/>
    <dgm:cxn modelId="{93904B9F-C62B-47FD-928E-4BEB87AAEAFE}" type="presParOf" srcId="{73D29732-E44A-4E92-9C1E-19FD8A918ECB}" destId="{86300A3A-4404-4FEB-97B5-BE1D43101F58}" srcOrd="0" destOrd="0" presId="urn:microsoft.com/office/officeart/2011/layout/CircleProcess"/>
    <dgm:cxn modelId="{2C09E1B2-276E-4877-AA8C-E2C78181D021}" type="presParOf" srcId="{91A43E97-B43F-4C57-AF05-CC72DF1BB8A9}" destId="{3E5A959E-627F-4FE5-A50E-6CD578EDE0C2}" srcOrd="5" destOrd="0" presId="urn:microsoft.com/office/officeart/2011/layout/CircleProcess"/>
    <dgm:cxn modelId="{F477C52B-E55D-45F5-996F-AEFD7E1D45F2}" type="presParOf" srcId="{3E5A959E-627F-4FE5-A50E-6CD578EDE0C2}" destId="{13E60C74-A2DA-4B21-84DA-AFB78B96527D}" srcOrd="0" destOrd="0" presId="urn:microsoft.com/office/officeart/2011/layout/CircleProcess"/>
    <dgm:cxn modelId="{CC71B649-A954-491B-9E49-31073FA417E3}" type="presParOf" srcId="{91A43E97-B43F-4C57-AF05-CC72DF1BB8A9}" destId="{ACB28B01-AB90-4027-A432-5AE84BFBD61A}" srcOrd="6" destOrd="0" presId="urn:microsoft.com/office/officeart/2011/layout/CircleProcess"/>
    <dgm:cxn modelId="{0B4144C3-B331-416A-A8C1-3D84632FD95C}" type="presParOf" srcId="{91A43E97-B43F-4C57-AF05-CC72DF1BB8A9}" destId="{B5448620-BC7E-4CB9-B30B-F73B4799F5F4}" srcOrd="7" destOrd="0" presId="urn:microsoft.com/office/officeart/2011/layout/CircleProcess"/>
    <dgm:cxn modelId="{32A45848-689E-455A-BE97-A6CE1E0C965F}" type="presParOf" srcId="{91A43E97-B43F-4C57-AF05-CC72DF1BB8A9}" destId="{72DF85CB-FDC1-495B-A974-348D646186E4}" srcOrd="8" destOrd="0" presId="urn:microsoft.com/office/officeart/2011/layout/CircleProcess"/>
    <dgm:cxn modelId="{192F54CE-C2E2-4024-91B8-1116D3665C82}" type="presParOf" srcId="{72DF85CB-FDC1-495B-A974-348D646186E4}" destId="{931BA838-4E56-405C-AEF5-425E1CA2128D}" srcOrd="0" destOrd="0" presId="urn:microsoft.com/office/officeart/2011/layout/CircleProcess"/>
    <dgm:cxn modelId="{8B367DAE-180D-4C27-87C3-53C2268C23D1}" type="presParOf" srcId="{91A43E97-B43F-4C57-AF05-CC72DF1BB8A9}" destId="{99396306-31A1-4E62-A688-76E87879531E}" srcOrd="9" destOrd="0" presId="urn:microsoft.com/office/officeart/2011/layout/CircleProcess"/>
    <dgm:cxn modelId="{41A12539-607C-46FD-A88A-CBDB04D90779}" type="presParOf" srcId="{99396306-31A1-4E62-A688-76E87879531E}" destId="{A62BD841-6887-44B1-8B53-C84D6655F5AE}" srcOrd="0" destOrd="0" presId="urn:microsoft.com/office/officeart/2011/layout/CircleProcess"/>
    <dgm:cxn modelId="{CCDF1F4A-2FB7-4530-BD61-9F47748A3167}" type="presParOf" srcId="{91A43E97-B43F-4C57-AF05-CC72DF1BB8A9}" destId="{CF6D5039-0DFA-4A9A-8589-3F2D5FC1D7FE}" srcOrd="10" destOrd="0" presId="urn:microsoft.com/office/officeart/2011/layout/CircleProcess"/>
    <dgm:cxn modelId="{0C9D11CD-831F-49B9-8DC6-21468E4AE2BB}" type="presParOf" srcId="{91A43E97-B43F-4C57-AF05-CC72DF1BB8A9}" destId="{26992ACD-0DC7-4BB7-9F79-02111E80D3AD}" srcOrd="11"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869BD5-C6BB-47D5-AEB9-979CDCD73830}" type="doc">
      <dgm:prSet loTypeId="urn:microsoft.com/office/officeart/2005/8/layout/orgChart1" loCatId="hierarchy" qsTypeId="urn:microsoft.com/office/officeart/2005/8/quickstyle/3d2" qsCatId="3D" csTypeId="urn:microsoft.com/office/officeart/2005/8/colors/accent1_2" csCatId="accent1" phldr="1"/>
      <dgm:spPr/>
      <dgm:t>
        <a:bodyPr/>
        <a:lstStyle/>
        <a:p>
          <a:endParaRPr lang="en-US"/>
        </a:p>
      </dgm:t>
    </dgm:pt>
    <dgm:pt modelId="{4E7817B7-898A-455B-9B8D-9177F733E608}">
      <dgm:prSet phldrT="[Text]" custT="1"/>
      <dgm:spPr/>
      <dgm:t>
        <a:bodyPr/>
        <a:lstStyle/>
        <a:p>
          <a:r>
            <a:rPr lang="en-US" sz="2400" kern="1200">
              <a:latin typeface="Times New Roman" panose="02020603050405020304" pitchFamily="18" charset="0"/>
              <a:ea typeface="+mn-ea"/>
              <a:cs typeface="Times New Roman" panose="02020603050405020304" pitchFamily="18" charset="0"/>
            </a:rPr>
            <a:t>Recent Trends </a:t>
          </a:r>
          <a:endParaRPr lang="en-US" sz="2400" kern="1200" dirty="0">
            <a:latin typeface="Times New Roman" panose="02020603050405020304" pitchFamily="18" charset="0"/>
            <a:ea typeface="+mn-ea"/>
            <a:cs typeface="Times New Roman" panose="02020603050405020304" pitchFamily="18" charset="0"/>
          </a:endParaRPr>
        </a:p>
      </dgm:t>
    </dgm:pt>
    <dgm:pt modelId="{1B46FB8A-6EF5-41AE-8AEA-61499D727A3E}" type="parTrans" cxnId="{1BA6EB5C-9A46-4CD5-9BC1-C5A64911A99E}">
      <dgm:prSet/>
      <dgm:spPr/>
      <dgm:t>
        <a:bodyPr/>
        <a:lstStyle/>
        <a:p>
          <a:endParaRPr lang="en-US"/>
        </a:p>
      </dgm:t>
    </dgm:pt>
    <dgm:pt modelId="{95A0E643-8601-4412-919C-9DEAF9B4E22A}" type="sibTrans" cxnId="{1BA6EB5C-9A46-4CD5-9BC1-C5A64911A99E}">
      <dgm:prSet/>
      <dgm:spPr/>
      <dgm:t>
        <a:bodyPr/>
        <a:lstStyle/>
        <a:p>
          <a:endParaRPr lang="en-US"/>
        </a:p>
      </dgm:t>
    </dgm:pt>
    <dgm:pt modelId="{7C2D13F0-4B8D-4711-890B-EA625E9EEB27}">
      <dgm:prSet phldrT="[Text]" custT="1"/>
      <dgm:spPr/>
      <dgm:t>
        <a:bodyPr/>
        <a:lstStyle/>
        <a:p>
          <a:r>
            <a:rPr lang="en-US" altLang="en-US" sz="2400" dirty="0">
              <a:latin typeface="Times New Roman" panose="02020603050405020304" pitchFamily="18" charset="0"/>
              <a:cs typeface="Times New Roman" panose="02020603050405020304" pitchFamily="18" charset="0"/>
            </a:rPr>
            <a:t>Globalization</a:t>
          </a:r>
          <a:endParaRPr lang="en-US" sz="2400" dirty="0">
            <a:latin typeface="Times New Roman" panose="02020603050405020304" pitchFamily="18" charset="0"/>
            <a:cs typeface="Times New Roman" panose="02020603050405020304" pitchFamily="18" charset="0"/>
          </a:endParaRPr>
        </a:p>
      </dgm:t>
    </dgm:pt>
    <dgm:pt modelId="{D19D44F6-1D56-4280-A212-D177E10A78D0}" type="parTrans" cxnId="{3AD8521F-99BF-4877-B87D-5AB1542516A0}">
      <dgm:prSet/>
      <dgm:spPr/>
      <dgm:t>
        <a:bodyPr/>
        <a:lstStyle/>
        <a:p>
          <a:endParaRPr lang="en-US"/>
        </a:p>
      </dgm:t>
    </dgm:pt>
    <dgm:pt modelId="{A42996C7-1B59-49FF-9A37-110D2BE4247E}" type="sibTrans" cxnId="{3AD8521F-99BF-4877-B87D-5AB1542516A0}">
      <dgm:prSet/>
      <dgm:spPr/>
      <dgm:t>
        <a:bodyPr/>
        <a:lstStyle/>
        <a:p>
          <a:endParaRPr lang="en-US"/>
        </a:p>
      </dgm:t>
    </dgm:pt>
    <dgm:pt modelId="{1D0AE0CB-A103-4378-9324-92250A9AD8F4}">
      <dgm:prSet phldrT="[Text]" custT="1"/>
      <dgm:spPr/>
      <dgm:t>
        <a:bodyPr/>
        <a:lstStyle/>
        <a:p>
          <a:r>
            <a:rPr lang="en-US" altLang="en-US" sz="2400" dirty="0">
              <a:latin typeface="Times New Roman" panose="02020603050405020304" pitchFamily="18" charset="0"/>
              <a:cs typeface="Times New Roman" panose="02020603050405020304" pitchFamily="18" charset="0"/>
            </a:rPr>
            <a:t>Outsourcing</a:t>
          </a:r>
        </a:p>
        <a:p>
          <a:r>
            <a:rPr lang="en-US" altLang="en-US" sz="2400" b="0" dirty="0">
              <a:latin typeface="Times New Roman" panose="02020603050405020304" pitchFamily="18" charset="0"/>
              <a:cs typeface="Times New Roman" panose="02020603050405020304" pitchFamily="18" charset="0"/>
            </a:rPr>
            <a:t>Offshoring</a:t>
          </a:r>
          <a:endParaRPr lang="en-US" sz="2400" b="0" dirty="0">
            <a:latin typeface="Times New Roman" panose="02020603050405020304" pitchFamily="18" charset="0"/>
            <a:cs typeface="Times New Roman" panose="02020603050405020304" pitchFamily="18" charset="0"/>
          </a:endParaRPr>
        </a:p>
      </dgm:t>
    </dgm:pt>
    <dgm:pt modelId="{93213B6D-78BC-4721-A309-5E897F70A0B2}" type="parTrans" cxnId="{BD951C7F-CFEE-4454-AE04-8CAE2AA3EAE8}">
      <dgm:prSet/>
      <dgm:spPr/>
      <dgm:t>
        <a:bodyPr/>
        <a:lstStyle/>
        <a:p>
          <a:endParaRPr lang="en-US"/>
        </a:p>
      </dgm:t>
    </dgm:pt>
    <dgm:pt modelId="{847346A2-DCDD-4192-9449-EF97992B0DEE}" type="sibTrans" cxnId="{BD951C7F-CFEE-4454-AE04-8CAE2AA3EAE8}">
      <dgm:prSet/>
      <dgm:spPr/>
      <dgm:t>
        <a:bodyPr/>
        <a:lstStyle/>
        <a:p>
          <a:endParaRPr lang="en-US"/>
        </a:p>
      </dgm:t>
    </dgm:pt>
    <dgm:pt modelId="{5E11146B-A38D-41F1-8872-F49DF6B34D59}">
      <dgm:prSet phldrT="[Text]" custT="1"/>
      <dgm:spPr/>
      <dgm:t>
        <a:bodyPr/>
        <a:lstStyle/>
        <a:p>
          <a:r>
            <a:rPr lang="en-US" altLang="en-US" sz="2400" dirty="0">
              <a:latin typeface="Times New Roman" panose="02020603050405020304" pitchFamily="18" charset="0"/>
              <a:cs typeface="Times New Roman" panose="02020603050405020304" pitchFamily="18" charset="0"/>
            </a:rPr>
            <a:t>Virtual teams</a:t>
          </a:r>
          <a:endParaRPr lang="en-US" sz="2400" dirty="0">
            <a:latin typeface="Times New Roman" panose="02020603050405020304" pitchFamily="18" charset="0"/>
            <a:cs typeface="Times New Roman" panose="02020603050405020304" pitchFamily="18" charset="0"/>
          </a:endParaRPr>
        </a:p>
      </dgm:t>
    </dgm:pt>
    <dgm:pt modelId="{0879D211-9EE9-4981-94C7-7E0B0E7D8A34}" type="parTrans" cxnId="{EEEA5F2E-61B1-495E-BD7D-00BD762DF76E}">
      <dgm:prSet/>
      <dgm:spPr/>
      <dgm:t>
        <a:bodyPr/>
        <a:lstStyle/>
        <a:p>
          <a:endParaRPr lang="en-US"/>
        </a:p>
      </dgm:t>
    </dgm:pt>
    <dgm:pt modelId="{265DDB7F-61E7-4DB9-A50E-0BE3E52C6220}" type="sibTrans" cxnId="{EEEA5F2E-61B1-495E-BD7D-00BD762DF76E}">
      <dgm:prSet/>
      <dgm:spPr/>
      <dgm:t>
        <a:bodyPr/>
        <a:lstStyle/>
        <a:p>
          <a:endParaRPr lang="en-US"/>
        </a:p>
      </dgm:t>
    </dgm:pt>
    <dgm:pt modelId="{C328DF23-985F-4B01-9D88-3376CE5C04CA}">
      <dgm:prSet phldrT="[Text]" custT="1"/>
      <dgm:spPr/>
      <dgm:t>
        <a:bodyPr/>
        <a:lstStyle/>
        <a:p>
          <a:r>
            <a:rPr lang="en-US" sz="2400" dirty="0">
              <a:latin typeface="Times New Roman" panose="02020603050405020304" pitchFamily="18" charset="0"/>
              <a:cs typeface="Times New Roman" panose="02020603050405020304" pitchFamily="18" charset="0"/>
            </a:rPr>
            <a:t>Agile</a:t>
          </a:r>
        </a:p>
      </dgm:t>
    </dgm:pt>
    <dgm:pt modelId="{AD972DF4-199F-4603-852F-D3406FA37332}" type="parTrans" cxnId="{AFFF148F-4CE3-499C-90C4-97D59ABF02F3}">
      <dgm:prSet/>
      <dgm:spPr/>
      <dgm:t>
        <a:bodyPr/>
        <a:lstStyle/>
        <a:p>
          <a:endParaRPr lang="en-US"/>
        </a:p>
      </dgm:t>
    </dgm:pt>
    <dgm:pt modelId="{689955A2-29D9-4E3B-B03E-BD7221607E31}" type="sibTrans" cxnId="{AFFF148F-4CE3-499C-90C4-97D59ABF02F3}">
      <dgm:prSet/>
      <dgm:spPr/>
      <dgm:t>
        <a:bodyPr/>
        <a:lstStyle/>
        <a:p>
          <a:endParaRPr lang="en-US"/>
        </a:p>
      </dgm:t>
    </dgm:pt>
    <dgm:pt modelId="{9C4D7215-3FEC-4389-BF5A-A875264DA7F9}" type="pres">
      <dgm:prSet presAssocID="{59869BD5-C6BB-47D5-AEB9-979CDCD73830}" presName="hierChild1" presStyleCnt="0">
        <dgm:presLayoutVars>
          <dgm:orgChart val="1"/>
          <dgm:chPref val="1"/>
          <dgm:dir/>
          <dgm:animOne val="branch"/>
          <dgm:animLvl val="lvl"/>
          <dgm:resizeHandles/>
        </dgm:presLayoutVars>
      </dgm:prSet>
      <dgm:spPr/>
    </dgm:pt>
    <dgm:pt modelId="{0318B499-D31B-4910-862B-235DEAA24272}" type="pres">
      <dgm:prSet presAssocID="{4E7817B7-898A-455B-9B8D-9177F733E608}" presName="hierRoot1" presStyleCnt="0">
        <dgm:presLayoutVars>
          <dgm:hierBranch val="init"/>
        </dgm:presLayoutVars>
      </dgm:prSet>
      <dgm:spPr/>
    </dgm:pt>
    <dgm:pt modelId="{8309C503-E655-461B-ABEC-85AE19C15401}" type="pres">
      <dgm:prSet presAssocID="{4E7817B7-898A-455B-9B8D-9177F733E608}" presName="rootComposite1" presStyleCnt="0"/>
      <dgm:spPr/>
    </dgm:pt>
    <dgm:pt modelId="{7D8422BA-CB09-4F30-95A4-6208C21312DE}" type="pres">
      <dgm:prSet presAssocID="{4E7817B7-898A-455B-9B8D-9177F733E608}" presName="rootText1" presStyleLbl="node0" presStyleIdx="0" presStyleCnt="1">
        <dgm:presLayoutVars>
          <dgm:chPref val="3"/>
        </dgm:presLayoutVars>
      </dgm:prSet>
      <dgm:spPr/>
    </dgm:pt>
    <dgm:pt modelId="{FE1C153D-1677-4708-91A0-DBF35D26ED96}" type="pres">
      <dgm:prSet presAssocID="{4E7817B7-898A-455B-9B8D-9177F733E608}" presName="rootConnector1" presStyleLbl="node1" presStyleIdx="0" presStyleCnt="0"/>
      <dgm:spPr/>
    </dgm:pt>
    <dgm:pt modelId="{003F8CAB-A786-4DF2-A7E7-5D798999AC88}" type="pres">
      <dgm:prSet presAssocID="{4E7817B7-898A-455B-9B8D-9177F733E608}" presName="hierChild2" presStyleCnt="0"/>
      <dgm:spPr/>
    </dgm:pt>
    <dgm:pt modelId="{E9ED84DE-247B-40A8-9241-B9D6164A2AB7}" type="pres">
      <dgm:prSet presAssocID="{D19D44F6-1D56-4280-A212-D177E10A78D0}" presName="Name37" presStyleLbl="parChTrans1D2" presStyleIdx="0" presStyleCnt="4"/>
      <dgm:spPr/>
    </dgm:pt>
    <dgm:pt modelId="{FA9600F8-038D-41BC-9679-32A373364DB6}" type="pres">
      <dgm:prSet presAssocID="{7C2D13F0-4B8D-4711-890B-EA625E9EEB27}" presName="hierRoot2" presStyleCnt="0">
        <dgm:presLayoutVars>
          <dgm:hierBranch val="init"/>
        </dgm:presLayoutVars>
      </dgm:prSet>
      <dgm:spPr/>
    </dgm:pt>
    <dgm:pt modelId="{BE079267-6B79-40C1-890C-B0DFDEDC3593}" type="pres">
      <dgm:prSet presAssocID="{7C2D13F0-4B8D-4711-890B-EA625E9EEB27}" presName="rootComposite" presStyleCnt="0"/>
      <dgm:spPr/>
    </dgm:pt>
    <dgm:pt modelId="{FD8A9A02-73DB-4572-BC94-04790BFBABB2}" type="pres">
      <dgm:prSet presAssocID="{7C2D13F0-4B8D-4711-890B-EA625E9EEB27}" presName="rootText" presStyleLbl="node2" presStyleIdx="0" presStyleCnt="4">
        <dgm:presLayoutVars>
          <dgm:chPref val="3"/>
        </dgm:presLayoutVars>
      </dgm:prSet>
      <dgm:spPr/>
    </dgm:pt>
    <dgm:pt modelId="{98761732-F3B1-415C-9CE4-32A4F06A4077}" type="pres">
      <dgm:prSet presAssocID="{7C2D13F0-4B8D-4711-890B-EA625E9EEB27}" presName="rootConnector" presStyleLbl="node2" presStyleIdx="0" presStyleCnt="4"/>
      <dgm:spPr/>
    </dgm:pt>
    <dgm:pt modelId="{2DDC50FF-18E5-44FC-9F5B-FE1DC7F21BD0}" type="pres">
      <dgm:prSet presAssocID="{7C2D13F0-4B8D-4711-890B-EA625E9EEB27}" presName="hierChild4" presStyleCnt="0"/>
      <dgm:spPr/>
    </dgm:pt>
    <dgm:pt modelId="{9F45F29B-F009-4D9C-83D2-4C7A8356142E}" type="pres">
      <dgm:prSet presAssocID="{7C2D13F0-4B8D-4711-890B-EA625E9EEB27}" presName="hierChild5" presStyleCnt="0"/>
      <dgm:spPr/>
    </dgm:pt>
    <dgm:pt modelId="{2EBCD557-1EE4-4CB2-A8F8-FFD44EE258B0}" type="pres">
      <dgm:prSet presAssocID="{93213B6D-78BC-4721-A309-5E897F70A0B2}" presName="Name37" presStyleLbl="parChTrans1D2" presStyleIdx="1" presStyleCnt="4"/>
      <dgm:spPr/>
    </dgm:pt>
    <dgm:pt modelId="{10FF1749-A37E-4ECA-AD9E-673E0DADBE51}" type="pres">
      <dgm:prSet presAssocID="{1D0AE0CB-A103-4378-9324-92250A9AD8F4}" presName="hierRoot2" presStyleCnt="0">
        <dgm:presLayoutVars>
          <dgm:hierBranch val="init"/>
        </dgm:presLayoutVars>
      </dgm:prSet>
      <dgm:spPr/>
    </dgm:pt>
    <dgm:pt modelId="{A92FF42E-D2CD-4889-BD5E-C9D67BED8664}" type="pres">
      <dgm:prSet presAssocID="{1D0AE0CB-A103-4378-9324-92250A9AD8F4}" presName="rootComposite" presStyleCnt="0"/>
      <dgm:spPr/>
    </dgm:pt>
    <dgm:pt modelId="{D4E17706-DE3F-4E08-A023-4697DBCF96D7}" type="pres">
      <dgm:prSet presAssocID="{1D0AE0CB-A103-4378-9324-92250A9AD8F4}" presName="rootText" presStyleLbl="node2" presStyleIdx="1" presStyleCnt="4">
        <dgm:presLayoutVars>
          <dgm:chPref val="3"/>
        </dgm:presLayoutVars>
      </dgm:prSet>
      <dgm:spPr/>
    </dgm:pt>
    <dgm:pt modelId="{AE961B6F-D403-4D05-A582-82CB91216C2E}" type="pres">
      <dgm:prSet presAssocID="{1D0AE0CB-A103-4378-9324-92250A9AD8F4}" presName="rootConnector" presStyleLbl="node2" presStyleIdx="1" presStyleCnt="4"/>
      <dgm:spPr/>
    </dgm:pt>
    <dgm:pt modelId="{10CA7B57-C346-4245-B6C1-4A81BCCE7F3E}" type="pres">
      <dgm:prSet presAssocID="{1D0AE0CB-A103-4378-9324-92250A9AD8F4}" presName="hierChild4" presStyleCnt="0"/>
      <dgm:spPr/>
    </dgm:pt>
    <dgm:pt modelId="{D0057BA4-F24D-4732-8C61-169B01794C2E}" type="pres">
      <dgm:prSet presAssocID="{1D0AE0CB-A103-4378-9324-92250A9AD8F4}" presName="hierChild5" presStyleCnt="0"/>
      <dgm:spPr/>
    </dgm:pt>
    <dgm:pt modelId="{F1BD74F0-A099-4352-BA1B-DC4D6924E59C}" type="pres">
      <dgm:prSet presAssocID="{0879D211-9EE9-4981-94C7-7E0B0E7D8A34}" presName="Name37" presStyleLbl="parChTrans1D2" presStyleIdx="2" presStyleCnt="4"/>
      <dgm:spPr/>
    </dgm:pt>
    <dgm:pt modelId="{E1B58D36-4794-4CE3-B5CB-A69AC8B49E5A}" type="pres">
      <dgm:prSet presAssocID="{5E11146B-A38D-41F1-8872-F49DF6B34D59}" presName="hierRoot2" presStyleCnt="0">
        <dgm:presLayoutVars>
          <dgm:hierBranch val="init"/>
        </dgm:presLayoutVars>
      </dgm:prSet>
      <dgm:spPr/>
    </dgm:pt>
    <dgm:pt modelId="{ACDBCABE-1BB0-4BD7-BA97-015507A9DB7E}" type="pres">
      <dgm:prSet presAssocID="{5E11146B-A38D-41F1-8872-F49DF6B34D59}" presName="rootComposite" presStyleCnt="0"/>
      <dgm:spPr/>
    </dgm:pt>
    <dgm:pt modelId="{43F55E63-C5D8-4B1A-B964-57B0B4490C74}" type="pres">
      <dgm:prSet presAssocID="{5E11146B-A38D-41F1-8872-F49DF6B34D59}" presName="rootText" presStyleLbl="node2" presStyleIdx="2" presStyleCnt="4">
        <dgm:presLayoutVars>
          <dgm:chPref val="3"/>
        </dgm:presLayoutVars>
      </dgm:prSet>
      <dgm:spPr/>
    </dgm:pt>
    <dgm:pt modelId="{2BF5B5EF-BC64-44A3-8771-54D869C16774}" type="pres">
      <dgm:prSet presAssocID="{5E11146B-A38D-41F1-8872-F49DF6B34D59}" presName="rootConnector" presStyleLbl="node2" presStyleIdx="2" presStyleCnt="4"/>
      <dgm:spPr/>
    </dgm:pt>
    <dgm:pt modelId="{11CEA082-47DB-4928-B6AB-5FEE7B69DB82}" type="pres">
      <dgm:prSet presAssocID="{5E11146B-A38D-41F1-8872-F49DF6B34D59}" presName="hierChild4" presStyleCnt="0"/>
      <dgm:spPr/>
    </dgm:pt>
    <dgm:pt modelId="{0244F163-2FB5-4CD7-BA10-1C28B946619D}" type="pres">
      <dgm:prSet presAssocID="{5E11146B-A38D-41F1-8872-F49DF6B34D59}" presName="hierChild5" presStyleCnt="0"/>
      <dgm:spPr/>
    </dgm:pt>
    <dgm:pt modelId="{ADC990A2-7CDE-43D1-BAF5-8043DA6B8E0E}" type="pres">
      <dgm:prSet presAssocID="{AD972DF4-199F-4603-852F-D3406FA37332}" presName="Name37" presStyleLbl="parChTrans1D2" presStyleIdx="3" presStyleCnt="4"/>
      <dgm:spPr/>
    </dgm:pt>
    <dgm:pt modelId="{64E7852A-8D4F-4815-AD83-D44E8C551925}" type="pres">
      <dgm:prSet presAssocID="{C328DF23-985F-4B01-9D88-3376CE5C04CA}" presName="hierRoot2" presStyleCnt="0">
        <dgm:presLayoutVars>
          <dgm:hierBranch val="init"/>
        </dgm:presLayoutVars>
      </dgm:prSet>
      <dgm:spPr/>
    </dgm:pt>
    <dgm:pt modelId="{B000B2C2-7A88-416A-A9F0-5D0AEDA0C6E3}" type="pres">
      <dgm:prSet presAssocID="{C328DF23-985F-4B01-9D88-3376CE5C04CA}" presName="rootComposite" presStyleCnt="0"/>
      <dgm:spPr/>
    </dgm:pt>
    <dgm:pt modelId="{E28827EE-DAC2-43B8-9299-6EF77736E8F8}" type="pres">
      <dgm:prSet presAssocID="{C328DF23-985F-4B01-9D88-3376CE5C04CA}" presName="rootText" presStyleLbl="node2" presStyleIdx="3" presStyleCnt="4">
        <dgm:presLayoutVars>
          <dgm:chPref val="3"/>
        </dgm:presLayoutVars>
      </dgm:prSet>
      <dgm:spPr/>
    </dgm:pt>
    <dgm:pt modelId="{AA6F063B-3AC9-413D-BB41-86EF63793A8A}" type="pres">
      <dgm:prSet presAssocID="{C328DF23-985F-4B01-9D88-3376CE5C04CA}" presName="rootConnector" presStyleLbl="node2" presStyleIdx="3" presStyleCnt="4"/>
      <dgm:spPr/>
    </dgm:pt>
    <dgm:pt modelId="{818605C1-7577-42B7-959B-D74003B63D18}" type="pres">
      <dgm:prSet presAssocID="{C328DF23-985F-4B01-9D88-3376CE5C04CA}" presName="hierChild4" presStyleCnt="0"/>
      <dgm:spPr/>
    </dgm:pt>
    <dgm:pt modelId="{48D7601D-2795-47A2-9343-09572E508A10}" type="pres">
      <dgm:prSet presAssocID="{C328DF23-985F-4B01-9D88-3376CE5C04CA}" presName="hierChild5" presStyleCnt="0"/>
      <dgm:spPr/>
    </dgm:pt>
    <dgm:pt modelId="{DD9994A5-4336-4D1D-979F-E90643B5D8BF}" type="pres">
      <dgm:prSet presAssocID="{4E7817B7-898A-455B-9B8D-9177F733E608}" presName="hierChild3" presStyleCnt="0"/>
      <dgm:spPr/>
    </dgm:pt>
  </dgm:ptLst>
  <dgm:cxnLst>
    <dgm:cxn modelId="{3AD8521F-99BF-4877-B87D-5AB1542516A0}" srcId="{4E7817B7-898A-455B-9B8D-9177F733E608}" destId="{7C2D13F0-4B8D-4711-890B-EA625E9EEB27}" srcOrd="0" destOrd="0" parTransId="{D19D44F6-1D56-4280-A212-D177E10A78D0}" sibTransId="{A42996C7-1B59-49FF-9A37-110D2BE4247E}"/>
    <dgm:cxn modelId="{EEEA5F2E-61B1-495E-BD7D-00BD762DF76E}" srcId="{4E7817B7-898A-455B-9B8D-9177F733E608}" destId="{5E11146B-A38D-41F1-8872-F49DF6B34D59}" srcOrd="2" destOrd="0" parTransId="{0879D211-9EE9-4981-94C7-7E0B0E7D8A34}" sibTransId="{265DDB7F-61E7-4DB9-A50E-0BE3E52C6220}"/>
    <dgm:cxn modelId="{9B639637-835C-4AEC-AFCC-22E297468A4C}" type="presOf" srcId="{4E7817B7-898A-455B-9B8D-9177F733E608}" destId="{7D8422BA-CB09-4F30-95A4-6208C21312DE}" srcOrd="0" destOrd="0" presId="urn:microsoft.com/office/officeart/2005/8/layout/orgChart1"/>
    <dgm:cxn modelId="{1BA6EB5C-9A46-4CD5-9BC1-C5A64911A99E}" srcId="{59869BD5-C6BB-47D5-AEB9-979CDCD73830}" destId="{4E7817B7-898A-455B-9B8D-9177F733E608}" srcOrd="0" destOrd="0" parTransId="{1B46FB8A-6EF5-41AE-8AEA-61499D727A3E}" sibTransId="{95A0E643-8601-4412-919C-9DEAF9B4E22A}"/>
    <dgm:cxn modelId="{6A45C46C-CDBA-4D83-A65D-9E7460FE36AC}" type="presOf" srcId="{1D0AE0CB-A103-4378-9324-92250A9AD8F4}" destId="{AE961B6F-D403-4D05-A582-82CB91216C2E}" srcOrd="1" destOrd="0" presId="urn:microsoft.com/office/officeart/2005/8/layout/orgChart1"/>
    <dgm:cxn modelId="{A037746E-4019-46DA-80DE-379D93BF34EB}" type="presOf" srcId="{0879D211-9EE9-4981-94C7-7E0B0E7D8A34}" destId="{F1BD74F0-A099-4352-BA1B-DC4D6924E59C}" srcOrd="0" destOrd="0" presId="urn:microsoft.com/office/officeart/2005/8/layout/orgChart1"/>
    <dgm:cxn modelId="{8805FC71-530E-473A-AA4D-E90A2A408D69}" type="presOf" srcId="{5E11146B-A38D-41F1-8872-F49DF6B34D59}" destId="{2BF5B5EF-BC64-44A3-8771-54D869C16774}" srcOrd="1" destOrd="0" presId="urn:microsoft.com/office/officeart/2005/8/layout/orgChart1"/>
    <dgm:cxn modelId="{BD951C7F-CFEE-4454-AE04-8CAE2AA3EAE8}" srcId="{4E7817B7-898A-455B-9B8D-9177F733E608}" destId="{1D0AE0CB-A103-4378-9324-92250A9AD8F4}" srcOrd="1" destOrd="0" parTransId="{93213B6D-78BC-4721-A309-5E897F70A0B2}" sibTransId="{847346A2-DCDD-4192-9449-EF97992B0DEE}"/>
    <dgm:cxn modelId="{29159F84-3167-4CBF-96E2-B6D61422E974}" type="presOf" srcId="{4E7817B7-898A-455B-9B8D-9177F733E608}" destId="{FE1C153D-1677-4708-91A0-DBF35D26ED96}" srcOrd="1" destOrd="0" presId="urn:microsoft.com/office/officeart/2005/8/layout/orgChart1"/>
    <dgm:cxn modelId="{AFFF148F-4CE3-499C-90C4-97D59ABF02F3}" srcId="{4E7817B7-898A-455B-9B8D-9177F733E608}" destId="{C328DF23-985F-4B01-9D88-3376CE5C04CA}" srcOrd="3" destOrd="0" parTransId="{AD972DF4-199F-4603-852F-D3406FA37332}" sibTransId="{689955A2-29D9-4E3B-B03E-BD7221607E31}"/>
    <dgm:cxn modelId="{879E79A9-743E-4812-9CF0-DE6D00715348}" type="presOf" srcId="{5E11146B-A38D-41F1-8872-F49DF6B34D59}" destId="{43F55E63-C5D8-4B1A-B964-57B0B4490C74}" srcOrd="0" destOrd="0" presId="urn:microsoft.com/office/officeart/2005/8/layout/orgChart1"/>
    <dgm:cxn modelId="{675890AE-170F-4BEF-A8DE-917A729C3FD6}" type="presOf" srcId="{D19D44F6-1D56-4280-A212-D177E10A78D0}" destId="{E9ED84DE-247B-40A8-9241-B9D6164A2AB7}" srcOrd="0" destOrd="0" presId="urn:microsoft.com/office/officeart/2005/8/layout/orgChart1"/>
    <dgm:cxn modelId="{7CF866BD-EBDC-4EA1-A6BD-370296153A0D}" type="presOf" srcId="{7C2D13F0-4B8D-4711-890B-EA625E9EEB27}" destId="{98761732-F3B1-415C-9CE4-32A4F06A4077}" srcOrd="1" destOrd="0" presId="urn:microsoft.com/office/officeart/2005/8/layout/orgChart1"/>
    <dgm:cxn modelId="{3F00F7BE-9A99-43F9-A9D2-5838A823C43B}" type="presOf" srcId="{C328DF23-985F-4B01-9D88-3376CE5C04CA}" destId="{AA6F063B-3AC9-413D-BB41-86EF63793A8A}" srcOrd="1" destOrd="0" presId="urn:microsoft.com/office/officeart/2005/8/layout/orgChart1"/>
    <dgm:cxn modelId="{50947DC3-0423-4419-B6EC-668B12B99537}" type="presOf" srcId="{59869BD5-C6BB-47D5-AEB9-979CDCD73830}" destId="{9C4D7215-3FEC-4389-BF5A-A875264DA7F9}" srcOrd="0" destOrd="0" presId="urn:microsoft.com/office/officeart/2005/8/layout/orgChart1"/>
    <dgm:cxn modelId="{374D5DCC-2600-4775-8A93-7C9002534EC1}" type="presOf" srcId="{1D0AE0CB-A103-4378-9324-92250A9AD8F4}" destId="{D4E17706-DE3F-4E08-A023-4697DBCF96D7}" srcOrd="0" destOrd="0" presId="urn:microsoft.com/office/officeart/2005/8/layout/orgChart1"/>
    <dgm:cxn modelId="{5D2699DE-5519-4946-8667-419F1C35E81C}" type="presOf" srcId="{7C2D13F0-4B8D-4711-890B-EA625E9EEB27}" destId="{FD8A9A02-73DB-4572-BC94-04790BFBABB2}" srcOrd="0" destOrd="0" presId="urn:microsoft.com/office/officeart/2005/8/layout/orgChart1"/>
    <dgm:cxn modelId="{489AE0DF-9CA1-4F4D-9CE3-BB10C61917DA}" type="presOf" srcId="{AD972DF4-199F-4603-852F-D3406FA37332}" destId="{ADC990A2-7CDE-43D1-BAF5-8043DA6B8E0E}" srcOrd="0" destOrd="0" presId="urn:microsoft.com/office/officeart/2005/8/layout/orgChart1"/>
    <dgm:cxn modelId="{9A3D2DF1-B9FF-4F65-8F9E-39FC89FB7ABE}" type="presOf" srcId="{C328DF23-985F-4B01-9D88-3376CE5C04CA}" destId="{E28827EE-DAC2-43B8-9299-6EF77736E8F8}" srcOrd="0" destOrd="0" presId="urn:microsoft.com/office/officeart/2005/8/layout/orgChart1"/>
    <dgm:cxn modelId="{BFC215F3-E12D-4F23-8C06-4D64FC3BA91F}" type="presOf" srcId="{93213B6D-78BC-4721-A309-5E897F70A0B2}" destId="{2EBCD557-1EE4-4CB2-A8F8-FFD44EE258B0}" srcOrd="0" destOrd="0" presId="urn:microsoft.com/office/officeart/2005/8/layout/orgChart1"/>
    <dgm:cxn modelId="{512BC978-09BD-41BA-B47C-DBE729CC5EB8}" type="presParOf" srcId="{9C4D7215-3FEC-4389-BF5A-A875264DA7F9}" destId="{0318B499-D31B-4910-862B-235DEAA24272}" srcOrd="0" destOrd="0" presId="urn:microsoft.com/office/officeart/2005/8/layout/orgChart1"/>
    <dgm:cxn modelId="{86EEB244-B9AD-4B22-A29E-EED6449CD933}" type="presParOf" srcId="{0318B499-D31B-4910-862B-235DEAA24272}" destId="{8309C503-E655-461B-ABEC-85AE19C15401}" srcOrd="0" destOrd="0" presId="urn:microsoft.com/office/officeart/2005/8/layout/orgChart1"/>
    <dgm:cxn modelId="{DB146FDD-A90A-43A0-AB44-963A6530559D}" type="presParOf" srcId="{8309C503-E655-461B-ABEC-85AE19C15401}" destId="{7D8422BA-CB09-4F30-95A4-6208C21312DE}" srcOrd="0" destOrd="0" presId="urn:microsoft.com/office/officeart/2005/8/layout/orgChart1"/>
    <dgm:cxn modelId="{6DB76BF4-BDD9-49B0-B15A-73DCA49E74B5}" type="presParOf" srcId="{8309C503-E655-461B-ABEC-85AE19C15401}" destId="{FE1C153D-1677-4708-91A0-DBF35D26ED96}" srcOrd="1" destOrd="0" presId="urn:microsoft.com/office/officeart/2005/8/layout/orgChart1"/>
    <dgm:cxn modelId="{8A791C5F-CC41-45C2-89F2-C135A1F259C4}" type="presParOf" srcId="{0318B499-D31B-4910-862B-235DEAA24272}" destId="{003F8CAB-A786-4DF2-A7E7-5D798999AC88}" srcOrd="1" destOrd="0" presId="urn:microsoft.com/office/officeart/2005/8/layout/orgChart1"/>
    <dgm:cxn modelId="{C47B3B01-A220-48D0-ADF5-98231D9BF638}" type="presParOf" srcId="{003F8CAB-A786-4DF2-A7E7-5D798999AC88}" destId="{E9ED84DE-247B-40A8-9241-B9D6164A2AB7}" srcOrd="0" destOrd="0" presId="urn:microsoft.com/office/officeart/2005/8/layout/orgChart1"/>
    <dgm:cxn modelId="{4662F664-DE49-4F6C-9363-2A9DD386033E}" type="presParOf" srcId="{003F8CAB-A786-4DF2-A7E7-5D798999AC88}" destId="{FA9600F8-038D-41BC-9679-32A373364DB6}" srcOrd="1" destOrd="0" presId="urn:microsoft.com/office/officeart/2005/8/layout/orgChart1"/>
    <dgm:cxn modelId="{D16DE02F-2E38-40BB-AFBA-F25216CB88E5}" type="presParOf" srcId="{FA9600F8-038D-41BC-9679-32A373364DB6}" destId="{BE079267-6B79-40C1-890C-B0DFDEDC3593}" srcOrd="0" destOrd="0" presId="urn:microsoft.com/office/officeart/2005/8/layout/orgChart1"/>
    <dgm:cxn modelId="{28C1AB92-F8B2-4BDF-B9A7-C20AD667038F}" type="presParOf" srcId="{BE079267-6B79-40C1-890C-B0DFDEDC3593}" destId="{FD8A9A02-73DB-4572-BC94-04790BFBABB2}" srcOrd="0" destOrd="0" presId="urn:microsoft.com/office/officeart/2005/8/layout/orgChart1"/>
    <dgm:cxn modelId="{D1D92154-728E-4549-BCDE-98B8D3C3D7D9}" type="presParOf" srcId="{BE079267-6B79-40C1-890C-B0DFDEDC3593}" destId="{98761732-F3B1-415C-9CE4-32A4F06A4077}" srcOrd="1" destOrd="0" presId="urn:microsoft.com/office/officeart/2005/8/layout/orgChart1"/>
    <dgm:cxn modelId="{63B48993-BD0E-4107-95C6-E1E75D59A69F}" type="presParOf" srcId="{FA9600F8-038D-41BC-9679-32A373364DB6}" destId="{2DDC50FF-18E5-44FC-9F5B-FE1DC7F21BD0}" srcOrd="1" destOrd="0" presId="urn:microsoft.com/office/officeart/2005/8/layout/orgChart1"/>
    <dgm:cxn modelId="{1318F082-0653-458A-8166-0A4BC4FEA289}" type="presParOf" srcId="{FA9600F8-038D-41BC-9679-32A373364DB6}" destId="{9F45F29B-F009-4D9C-83D2-4C7A8356142E}" srcOrd="2" destOrd="0" presId="urn:microsoft.com/office/officeart/2005/8/layout/orgChart1"/>
    <dgm:cxn modelId="{EB783F4A-389E-4AD9-94BA-C8401FE09B15}" type="presParOf" srcId="{003F8CAB-A786-4DF2-A7E7-5D798999AC88}" destId="{2EBCD557-1EE4-4CB2-A8F8-FFD44EE258B0}" srcOrd="2" destOrd="0" presId="urn:microsoft.com/office/officeart/2005/8/layout/orgChart1"/>
    <dgm:cxn modelId="{88234C5E-EE9A-439C-9058-B0B745443AB0}" type="presParOf" srcId="{003F8CAB-A786-4DF2-A7E7-5D798999AC88}" destId="{10FF1749-A37E-4ECA-AD9E-673E0DADBE51}" srcOrd="3" destOrd="0" presId="urn:microsoft.com/office/officeart/2005/8/layout/orgChart1"/>
    <dgm:cxn modelId="{F76E1636-5E07-4080-A7C7-3E7D6B99147F}" type="presParOf" srcId="{10FF1749-A37E-4ECA-AD9E-673E0DADBE51}" destId="{A92FF42E-D2CD-4889-BD5E-C9D67BED8664}" srcOrd="0" destOrd="0" presId="urn:microsoft.com/office/officeart/2005/8/layout/orgChart1"/>
    <dgm:cxn modelId="{941CD20F-1C06-401E-8259-D018F65EA647}" type="presParOf" srcId="{A92FF42E-D2CD-4889-BD5E-C9D67BED8664}" destId="{D4E17706-DE3F-4E08-A023-4697DBCF96D7}" srcOrd="0" destOrd="0" presId="urn:microsoft.com/office/officeart/2005/8/layout/orgChart1"/>
    <dgm:cxn modelId="{1F40ADED-582C-45AC-B0A2-3FAE1D98D390}" type="presParOf" srcId="{A92FF42E-D2CD-4889-BD5E-C9D67BED8664}" destId="{AE961B6F-D403-4D05-A582-82CB91216C2E}" srcOrd="1" destOrd="0" presId="urn:microsoft.com/office/officeart/2005/8/layout/orgChart1"/>
    <dgm:cxn modelId="{08EA3188-2301-4841-82FA-D24EC360BBC1}" type="presParOf" srcId="{10FF1749-A37E-4ECA-AD9E-673E0DADBE51}" destId="{10CA7B57-C346-4245-B6C1-4A81BCCE7F3E}" srcOrd="1" destOrd="0" presId="urn:microsoft.com/office/officeart/2005/8/layout/orgChart1"/>
    <dgm:cxn modelId="{6CAC55DE-1001-4A24-85E9-C83EB53B455A}" type="presParOf" srcId="{10FF1749-A37E-4ECA-AD9E-673E0DADBE51}" destId="{D0057BA4-F24D-4732-8C61-169B01794C2E}" srcOrd="2" destOrd="0" presId="urn:microsoft.com/office/officeart/2005/8/layout/orgChart1"/>
    <dgm:cxn modelId="{27FCCA54-5C0A-4F93-8670-4CC982117931}" type="presParOf" srcId="{003F8CAB-A786-4DF2-A7E7-5D798999AC88}" destId="{F1BD74F0-A099-4352-BA1B-DC4D6924E59C}" srcOrd="4" destOrd="0" presId="urn:microsoft.com/office/officeart/2005/8/layout/orgChart1"/>
    <dgm:cxn modelId="{FB50A9E5-5F26-45A7-A392-92DE49940824}" type="presParOf" srcId="{003F8CAB-A786-4DF2-A7E7-5D798999AC88}" destId="{E1B58D36-4794-4CE3-B5CB-A69AC8B49E5A}" srcOrd="5" destOrd="0" presId="urn:microsoft.com/office/officeart/2005/8/layout/orgChart1"/>
    <dgm:cxn modelId="{1F194253-038E-4D56-A806-F2253B73179F}" type="presParOf" srcId="{E1B58D36-4794-4CE3-B5CB-A69AC8B49E5A}" destId="{ACDBCABE-1BB0-4BD7-BA97-015507A9DB7E}" srcOrd="0" destOrd="0" presId="urn:microsoft.com/office/officeart/2005/8/layout/orgChart1"/>
    <dgm:cxn modelId="{11BF6A45-55BE-4C78-8BFE-D0C93E86363C}" type="presParOf" srcId="{ACDBCABE-1BB0-4BD7-BA97-015507A9DB7E}" destId="{43F55E63-C5D8-4B1A-B964-57B0B4490C74}" srcOrd="0" destOrd="0" presId="urn:microsoft.com/office/officeart/2005/8/layout/orgChart1"/>
    <dgm:cxn modelId="{94DE93AE-0C41-4616-B0C7-83843DB03084}" type="presParOf" srcId="{ACDBCABE-1BB0-4BD7-BA97-015507A9DB7E}" destId="{2BF5B5EF-BC64-44A3-8771-54D869C16774}" srcOrd="1" destOrd="0" presId="urn:microsoft.com/office/officeart/2005/8/layout/orgChart1"/>
    <dgm:cxn modelId="{BB4C3982-B1B7-4D9D-9AF8-1EC8D7A381E8}" type="presParOf" srcId="{E1B58D36-4794-4CE3-B5CB-A69AC8B49E5A}" destId="{11CEA082-47DB-4928-B6AB-5FEE7B69DB82}" srcOrd="1" destOrd="0" presId="urn:microsoft.com/office/officeart/2005/8/layout/orgChart1"/>
    <dgm:cxn modelId="{3DC63A31-88B2-49A3-913B-1FBD88AD923D}" type="presParOf" srcId="{E1B58D36-4794-4CE3-B5CB-A69AC8B49E5A}" destId="{0244F163-2FB5-4CD7-BA10-1C28B946619D}" srcOrd="2" destOrd="0" presId="urn:microsoft.com/office/officeart/2005/8/layout/orgChart1"/>
    <dgm:cxn modelId="{7260F859-D04C-4FA6-BC4F-0965E5381F66}" type="presParOf" srcId="{003F8CAB-A786-4DF2-A7E7-5D798999AC88}" destId="{ADC990A2-7CDE-43D1-BAF5-8043DA6B8E0E}" srcOrd="6" destOrd="0" presId="urn:microsoft.com/office/officeart/2005/8/layout/orgChart1"/>
    <dgm:cxn modelId="{AE56D400-2257-4B3D-A2FB-276D0995C916}" type="presParOf" srcId="{003F8CAB-A786-4DF2-A7E7-5D798999AC88}" destId="{64E7852A-8D4F-4815-AD83-D44E8C551925}" srcOrd="7" destOrd="0" presId="urn:microsoft.com/office/officeart/2005/8/layout/orgChart1"/>
    <dgm:cxn modelId="{9E7AE8D9-8B2F-4910-9FD3-2A92322DAE73}" type="presParOf" srcId="{64E7852A-8D4F-4815-AD83-D44E8C551925}" destId="{B000B2C2-7A88-416A-A9F0-5D0AEDA0C6E3}" srcOrd="0" destOrd="0" presId="urn:microsoft.com/office/officeart/2005/8/layout/orgChart1"/>
    <dgm:cxn modelId="{0A78CEE4-ADAA-4E0F-A73F-46E9816F84FA}" type="presParOf" srcId="{B000B2C2-7A88-416A-A9F0-5D0AEDA0C6E3}" destId="{E28827EE-DAC2-43B8-9299-6EF77736E8F8}" srcOrd="0" destOrd="0" presId="urn:microsoft.com/office/officeart/2005/8/layout/orgChart1"/>
    <dgm:cxn modelId="{87BB8C2D-27A0-4DB8-923D-917E71F34F9B}" type="presParOf" srcId="{B000B2C2-7A88-416A-A9F0-5D0AEDA0C6E3}" destId="{AA6F063B-3AC9-413D-BB41-86EF63793A8A}" srcOrd="1" destOrd="0" presId="urn:microsoft.com/office/officeart/2005/8/layout/orgChart1"/>
    <dgm:cxn modelId="{3422C10A-4F7F-4F30-9AA2-575AB8FD6E31}" type="presParOf" srcId="{64E7852A-8D4F-4815-AD83-D44E8C551925}" destId="{818605C1-7577-42B7-959B-D74003B63D18}" srcOrd="1" destOrd="0" presId="urn:microsoft.com/office/officeart/2005/8/layout/orgChart1"/>
    <dgm:cxn modelId="{B85CE586-883C-4580-BAAE-31AADFF7CE03}" type="presParOf" srcId="{64E7852A-8D4F-4815-AD83-D44E8C551925}" destId="{48D7601D-2795-47A2-9343-09572E508A10}" srcOrd="2" destOrd="0" presId="urn:microsoft.com/office/officeart/2005/8/layout/orgChart1"/>
    <dgm:cxn modelId="{6419FF45-7907-410E-ABDD-5062510EA22F}" type="presParOf" srcId="{0318B499-D31B-4910-862B-235DEAA24272}" destId="{DD9994A5-4336-4D1D-979F-E90643B5D8BF}"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4E43CC-4685-4D48-B2F6-99D128768EE5}">
      <dsp:nvSpPr>
        <dsp:cNvPr id="0" name=""/>
        <dsp:cNvSpPr/>
      </dsp:nvSpPr>
      <dsp:spPr>
        <a:xfrm rot="5400000">
          <a:off x="5904013" y="-3055529"/>
          <a:ext cx="1189769" cy="7602777"/>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US" sz="2800" kern="1200" dirty="0"/>
            <a:t>functional managers report to the chief executive officer (CEO)</a:t>
          </a:r>
        </a:p>
      </dsp:txBody>
      <dsp:txXfrm rot="-5400000">
        <a:off x="2697509" y="209055"/>
        <a:ext cx="7544697" cy="1073609"/>
      </dsp:txXfrm>
    </dsp:sp>
    <dsp:sp modelId="{044E1DA5-C492-4918-8178-888D19B9A7C9}">
      <dsp:nvSpPr>
        <dsp:cNvPr id="0" name=""/>
        <dsp:cNvSpPr/>
      </dsp:nvSpPr>
      <dsp:spPr>
        <a:xfrm>
          <a:off x="291513" y="2253"/>
          <a:ext cx="2405995" cy="1487211"/>
        </a:xfrm>
        <a:prstGeom prst="roundRect">
          <a:avLst/>
        </a:prstGeom>
        <a:gradFill rotWithShape="0">
          <a:gsLst>
            <a:gs pos="0">
              <a:schemeClr val="accent1">
                <a:hueOff val="0"/>
                <a:satOff val="0"/>
                <a:lumOff val="0"/>
                <a:alphaOff val="0"/>
                <a:shade val="15000"/>
                <a:satMod val="180000"/>
              </a:schemeClr>
            </a:gs>
            <a:gs pos="50000">
              <a:schemeClr val="accent1">
                <a:hueOff val="0"/>
                <a:satOff val="0"/>
                <a:lumOff val="0"/>
                <a:alphaOff val="0"/>
                <a:shade val="45000"/>
                <a:satMod val="170000"/>
              </a:schemeClr>
            </a:gs>
            <a:gs pos="70000">
              <a:schemeClr val="accent1">
                <a:hueOff val="0"/>
                <a:satOff val="0"/>
                <a:lumOff val="0"/>
                <a:alphaOff val="0"/>
                <a:tint val="99000"/>
                <a:shade val="65000"/>
                <a:satMod val="155000"/>
              </a:schemeClr>
            </a:gs>
            <a:gs pos="100000">
              <a:schemeClr val="accent1">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dirty="0"/>
            <a:t>Functional</a:t>
          </a:r>
          <a:r>
            <a:rPr lang="en-US" sz="2800" kern="1200" dirty="0"/>
            <a:t> </a:t>
          </a:r>
        </a:p>
      </dsp:txBody>
      <dsp:txXfrm>
        <a:off x="364113" y="74853"/>
        <a:ext cx="2260795" cy="1342011"/>
      </dsp:txXfrm>
    </dsp:sp>
    <dsp:sp modelId="{B3F6D186-D918-41B8-82DE-38F68B735624}">
      <dsp:nvSpPr>
        <dsp:cNvPr id="0" name=""/>
        <dsp:cNvSpPr/>
      </dsp:nvSpPr>
      <dsp:spPr>
        <a:xfrm rot="5400000">
          <a:off x="5904013" y="-1493957"/>
          <a:ext cx="1189769" cy="7602777"/>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US" sz="2800" kern="1200" dirty="0"/>
            <a:t>program managers report to the CEO</a:t>
          </a:r>
        </a:p>
      </dsp:txBody>
      <dsp:txXfrm rot="-5400000">
        <a:off x="2697509" y="1770627"/>
        <a:ext cx="7544697" cy="1073609"/>
      </dsp:txXfrm>
    </dsp:sp>
    <dsp:sp modelId="{55CE3F7F-8EDC-4BC6-90BE-8141E802FB7C}">
      <dsp:nvSpPr>
        <dsp:cNvPr id="0" name=""/>
        <dsp:cNvSpPr/>
      </dsp:nvSpPr>
      <dsp:spPr>
        <a:xfrm>
          <a:off x="291513" y="1563825"/>
          <a:ext cx="2405995" cy="1487211"/>
        </a:xfrm>
        <a:prstGeom prst="roundRect">
          <a:avLst/>
        </a:prstGeom>
        <a:gradFill rotWithShape="0">
          <a:gsLst>
            <a:gs pos="0">
              <a:schemeClr val="accent1">
                <a:hueOff val="0"/>
                <a:satOff val="0"/>
                <a:lumOff val="0"/>
                <a:alphaOff val="0"/>
                <a:shade val="15000"/>
                <a:satMod val="180000"/>
              </a:schemeClr>
            </a:gs>
            <a:gs pos="50000">
              <a:schemeClr val="accent1">
                <a:hueOff val="0"/>
                <a:satOff val="0"/>
                <a:lumOff val="0"/>
                <a:alphaOff val="0"/>
                <a:shade val="45000"/>
                <a:satMod val="170000"/>
              </a:schemeClr>
            </a:gs>
            <a:gs pos="70000">
              <a:schemeClr val="accent1">
                <a:hueOff val="0"/>
                <a:satOff val="0"/>
                <a:lumOff val="0"/>
                <a:alphaOff val="0"/>
                <a:tint val="99000"/>
                <a:shade val="65000"/>
                <a:satMod val="155000"/>
              </a:schemeClr>
            </a:gs>
            <a:gs pos="100000">
              <a:schemeClr val="accent1">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a:t>Project</a:t>
          </a:r>
          <a:endParaRPr lang="en-US" sz="2800" kern="1200"/>
        </a:p>
      </dsp:txBody>
      <dsp:txXfrm>
        <a:off x="364113" y="1636425"/>
        <a:ext cx="2260795" cy="1342011"/>
      </dsp:txXfrm>
    </dsp:sp>
    <dsp:sp modelId="{390F5590-765E-479D-8ADF-B49135E3C51D}">
      <dsp:nvSpPr>
        <dsp:cNvPr id="0" name=""/>
        <dsp:cNvSpPr/>
      </dsp:nvSpPr>
      <dsp:spPr>
        <a:xfrm rot="5400000">
          <a:off x="5904013" y="67614"/>
          <a:ext cx="1189769" cy="7602777"/>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5750" lvl="1" indent="-285750" algn="justLow" defTabSz="1244600">
            <a:lnSpc>
              <a:spcPct val="90000"/>
            </a:lnSpc>
            <a:spcBef>
              <a:spcPct val="0"/>
            </a:spcBef>
            <a:spcAft>
              <a:spcPct val="15000"/>
            </a:spcAft>
            <a:buNone/>
          </a:pPr>
          <a:r>
            <a:rPr lang="en-US" sz="2800" kern="1200" dirty="0"/>
            <a:t>personnel often report to two or more bosses; structure can be weak, balanced, or strong matrix</a:t>
          </a:r>
        </a:p>
      </dsp:txBody>
      <dsp:txXfrm rot="-5400000">
        <a:off x="2697509" y="3332198"/>
        <a:ext cx="7544697" cy="1073609"/>
      </dsp:txXfrm>
    </dsp:sp>
    <dsp:sp modelId="{58EFEE3B-381E-4367-BC4F-F083866DA202}">
      <dsp:nvSpPr>
        <dsp:cNvPr id="0" name=""/>
        <dsp:cNvSpPr/>
      </dsp:nvSpPr>
      <dsp:spPr>
        <a:xfrm>
          <a:off x="291513" y="3125397"/>
          <a:ext cx="2405995" cy="1487211"/>
        </a:xfrm>
        <a:prstGeom prst="roundRect">
          <a:avLst/>
        </a:prstGeom>
        <a:gradFill rotWithShape="0">
          <a:gsLst>
            <a:gs pos="0">
              <a:schemeClr val="accent1">
                <a:hueOff val="0"/>
                <a:satOff val="0"/>
                <a:lumOff val="0"/>
                <a:alphaOff val="0"/>
                <a:shade val="15000"/>
                <a:satMod val="180000"/>
              </a:schemeClr>
            </a:gs>
            <a:gs pos="50000">
              <a:schemeClr val="accent1">
                <a:hueOff val="0"/>
                <a:satOff val="0"/>
                <a:lumOff val="0"/>
                <a:alphaOff val="0"/>
                <a:shade val="45000"/>
                <a:satMod val="170000"/>
              </a:schemeClr>
            </a:gs>
            <a:gs pos="70000">
              <a:schemeClr val="accent1">
                <a:hueOff val="0"/>
                <a:satOff val="0"/>
                <a:lumOff val="0"/>
                <a:alphaOff val="0"/>
                <a:tint val="99000"/>
                <a:shade val="65000"/>
                <a:satMod val="155000"/>
              </a:schemeClr>
            </a:gs>
            <a:gs pos="100000">
              <a:schemeClr val="accent1">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a:t>Matrix</a:t>
          </a:r>
          <a:endParaRPr lang="en-US" sz="2800" kern="1200"/>
        </a:p>
      </dsp:txBody>
      <dsp:txXfrm>
        <a:off x="364113" y="3197997"/>
        <a:ext cx="2260795" cy="13420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6BBD7F-2120-4DBC-BFCB-E43170C90C77}">
      <dsp:nvSpPr>
        <dsp:cNvPr id="0" name=""/>
        <dsp:cNvSpPr/>
      </dsp:nvSpPr>
      <dsp:spPr>
        <a:xfrm>
          <a:off x="0" y="524900"/>
          <a:ext cx="10972800" cy="795600"/>
        </a:xfrm>
        <a:prstGeom prst="roundRect">
          <a:avLst/>
        </a:prstGeom>
        <a:gradFill rotWithShape="0">
          <a:gsLst>
            <a:gs pos="0">
              <a:schemeClr val="accent1">
                <a:hueOff val="0"/>
                <a:satOff val="0"/>
                <a:lumOff val="0"/>
                <a:alphaOff val="0"/>
                <a:tint val="62000"/>
                <a:satMod val="180000"/>
              </a:schemeClr>
            </a:gs>
            <a:gs pos="65000">
              <a:schemeClr val="accent1">
                <a:hueOff val="0"/>
                <a:satOff val="0"/>
                <a:lumOff val="0"/>
                <a:alphaOff val="0"/>
                <a:tint val="32000"/>
                <a:satMod val="250000"/>
              </a:schemeClr>
            </a:gs>
            <a:gs pos="100000">
              <a:schemeClr val="accent1">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Providing adequate resources</a:t>
          </a:r>
        </a:p>
      </dsp:txBody>
      <dsp:txXfrm>
        <a:off x="38838" y="563738"/>
        <a:ext cx="10895124" cy="717924"/>
      </dsp:txXfrm>
    </dsp:sp>
    <dsp:sp modelId="{E632CF08-3710-49B4-96FE-BA9FD5F44298}">
      <dsp:nvSpPr>
        <dsp:cNvPr id="0" name=""/>
        <dsp:cNvSpPr/>
      </dsp:nvSpPr>
      <dsp:spPr>
        <a:xfrm>
          <a:off x="0" y="1418420"/>
          <a:ext cx="10972800" cy="795600"/>
        </a:xfrm>
        <a:prstGeom prst="roundRect">
          <a:avLst/>
        </a:prstGeom>
        <a:gradFill rotWithShape="0">
          <a:gsLst>
            <a:gs pos="0">
              <a:schemeClr val="accent1">
                <a:hueOff val="0"/>
                <a:satOff val="0"/>
                <a:lumOff val="0"/>
                <a:alphaOff val="0"/>
                <a:tint val="62000"/>
                <a:satMod val="180000"/>
              </a:schemeClr>
            </a:gs>
            <a:gs pos="65000">
              <a:schemeClr val="accent1">
                <a:hueOff val="0"/>
                <a:satOff val="0"/>
                <a:lumOff val="0"/>
                <a:alphaOff val="0"/>
                <a:tint val="32000"/>
                <a:satMod val="250000"/>
              </a:schemeClr>
            </a:gs>
            <a:gs pos="100000">
              <a:schemeClr val="accent1">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Approving unique project needs in a timely manner</a:t>
          </a:r>
        </a:p>
      </dsp:txBody>
      <dsp:txXfrm>
        <a:off x="38838" y="1457258"/>
        <a:ext cx="10895124" cy="717924"/>
      </dsp:txXfrm>
    </dsp:sp>
    <dsp:sp modelId="{D13049F1-01E6-4534-B673-DE1576071B00}">
      <dsp:nvSpPr>
        <dsp:cNvPr id="0" name=""/>
        <dsp:cNvSpPr/>
      </dsp:nvSpPr>
      <dsp:spPr>
        <a:xfrm>
          <a:off x="0" y="2311941"/>
          <a:ext cx="10972800" cy="795600"/>
        </a:xfrm>
        <a:prstGeom prst="roundRect">
          <a:avLst/>
        </a:prstGeom>
        <a:gradFill rotWithShape="0">
          <a:gsLst>
            <a:gs pos="0">
              <a:schemeClr val="accent1">
                <a:hueOff val="0"/>
                <a:satOff val="0"/>
                <a:lumOff val="0"/>
                <a:alphaOff val="0"/>
                <a:tint val="62000"/>
                <a:satMod val="180000"/>
              </a:schemeClr>
            </a:gs>
            <a:gs pos="65000">
              <a:schemeClr val="accent1">
                <a:hueOff val="0"/>
                <a:satOff val="0"/>
                <a:lumOff val="0"/>
                <a:alphaOff val="0"/>
                <a:tint val="32000"/>
                <a:satMod val="250000"/>
              </a:schemeClr>
            </a:gs>
            <a:gs pos="100000">
              <a:schemeClr val="accent1">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Getting cooperation from other parts of the organization</a:t>
          </a:r>
        </a:p>
      </dsp:txBody>
      <dsp:txXfrm>
        <a:off x="38838" y="2350779"/>
        <a:ext cx="10895124" cy="717924"/>
      </dsp:txXfrm>
    </dsp:sp>
    <dsp:sp modelId="{CEAA18B1-2548-4B99-B3E3-368CEF4C7CE3}">
      <dsp:nvSpPr>
        <dsp:cNvPr id="0" name=""/>
        <dsp:cNvSpPr/>
      </dsp:nvSpPr>
      <dsp:spPr>
        <a:xfrm>
          <a:off x="0" y="3205461"/>
          <a:ext cx="10972800" cy="795600"/>
        </a:xfrm>
        <a:prstGeom prst="roundRect">
          <a:avLst/>
        </a:prstGeom>
        <a:gradFill rotWithShape="0">
          <a:gsLst>
            <a:gs pos="0">
              <a:schemeClr val="accent1">
                <a:hueOff val="0"/>
                <a:satOff val="0"/>
                <a:lumOff val="0"/>
                <a:alphaOff val="0"/>
                <a:tint val="62000"/>
                <a:satMod val="180000"/>
              </a:schemeClr>
            </a:gs>
            <a:gs pos="65000">
              <a:schemeClr val="accent1">
                <a:hueOff val="0"/>
                <a:satOff val="0"/>
                <a:lumOff val="0"/>
                <a:alphaOff val="0"/>
                <a:tint val="32000"/>
                <a:satMod val="250000"/>
              </a:schemeClr>
            </a:gs>
            <a:gs pos="100000">
              <a:schemeClr val="accent1">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Mentoring and coaching on leadership issues</a:t>
          </a:r>
        </a:p>
      </dsp:txBody>
      <dsp:txXfrm>
        <a:off x="38838" y="3244299"/>
        <a:ext cx="10895124" cy="7179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33F83-3139-44B9-BB35-919A53D131BE}">
      <dsp:nvSpPr>
        <dsp:cNvPr id="0" name=""/>
        <dsp:cNvSpPr/>
      </dsp:nvSpPr>
      <dsp:spPr>
        <a:xfrm>
          <a:off x="5705931" y="562871"/>
          <a:ext cx="2500873" cy="2501336"/>
        </a:xfrm>
        <a:prstGeom prst="ellipse">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8E571E-6270-4E2A-BEC4-0CB3B3E07C55}">
      <dsp:nvSpPr>
        <dsp:cNvPr id="0" name=""/>
        <dsp:cNvSpPr/>
      </dsp:nvSpPr>
      <dsp:spPr>
        <a:xfrm>
          <a:off x="5788968" y="646263"/>
          <a:ext cx="2334799" cy="2334551"/>
        </a:xfrm>
        <a:prstGeom prst="ellipse">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altLang="en-US" sz="2100" kern="1200" dirty="0"/>
            <a:t>Product</a:t>
          </a:r>
          <a:endParaRPr lang="en-US" sz="2100" kern="1200" dirty="0"/>
        </a:p>
      </dsp:txBody>
      <dsp:txXfrm>
        <a:off x="6122744" y="979833"/>
        <a:ext cx="1667249" cy="1667411"/>
      </dsp:txXfrm>
    </dsp:sp>
    <dsp:sp modelId="{AA70DB80-B789-44D6-9D5A-8A161B4A1C51}">
      <dsp:nvSpPr>
        <dsp:cNvPr id="0" name=""/>
        <dsp:cNvSpPr/>
      </dsp:nvSpPr>
      <dsp:spPr>
        <a:xfrm>
          <a:off x="5788968" y="3110292"/>
          <a:ext cx="2334799" cy="1371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171450" lvl="1" indent="-171450" algn="l" defTabSz="711200">
            <a:lnSpc>
              <a:spcPct val="90000"/>
            </a:lnSpc>
            <a:spcBef>
              <a:spcPct val="0"/>
            </a:spcBef>
            <a:spcAft>
              <a:spcPct val="15000"/>
            </a:spcAft>
            <a:buChar char="•"/>
          </a:pPr>
          <a:r>
            <a:rPr lang="en-US" sz="1600" kern="1200" dirty="0"/>
            <a:t>What</a:t>
          </a:r>
        </a:p>
        <a:p>
          <a:pPr marL="171450" lvl="1" indent="-171450" algn="l" defTabSz="711200">
            <a:lnSpc>
              <a:spcPct val="90000"/>
            </a:lnSpc>
            <a:spcBef>
              <a:spcPct val="0"/>
            </a:spcBef>
            <a:spcAft>
              <a:spcPct val="15000"/>
            </a:spcAft>
            <a:buChar char="•"/>
          </a:pPr>
          <a:r>
            <a:rPr lang="en-US" sz="1600" kern="1200" dirty="0"/>
            <a:t>When</a:t>
          </a:r>
        </a:p>
      </dsp:txBody>
      <dsp:txXfrm>
        <a:off x="5788968" y="3110292"/>
        <a:ext cx="2334799" cy="1371148"/>
      </dsp:txXfrm>
    </dsp:sp>
    <dsp:sp modelId="{86300A3A-4404-4FEB-97B5-BE1D43101F58}">
      <dsp:nvSpPr>
        <dsp:cNvPr id="0" name=""/>
        <dsp:cNvSpPr/>
      </dsp:nvSpPr>
      <dsp:spPr>
        <a:xfrm rot="2700000">
          <a:off x="3124219" y="565894"/>
          <a:ext cx="2494850" cy="2494850"/>
        </a:xfrm>
        <a:prstGeom prst="teardrop">
          <a:avLst>
            <a:gd name="adj" fmla="val 10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E60C74-A2DA-4B21-84DA-AFB78B96527D}">
      <dsp:nvSpPr>
        <dsp:cNvPr id="0" name=""/>
        <dsp:cNvSpPr/>
      </dsp:nvSpPr>
      <dsp:spPr>
        <a:xfrm>
          <a:off x="3204244" y="646263"/>
          <a:ext cx="2334799" cy="2334551"/>
        </a:xfrm>
        <a:prstGeom prst="ellipse">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Management</a:t>
          </a:r>
        </a:p>
      </dsp:txBody>
      <dsp:txXfrm>
        <a:off x="3538019" y="979833"/>
        <a:ext cx="1667249" cy="1667411"/>
      </dsp:txXfrm>
    </dsp:sp>
    <dsp:sp modelId="{ACB28B01-AB90-4027-A432-5AE84BFBD61A}">
      <dsp:nvSpPr>
        <dsp:cNvPr id="0" name=""/>
        <dsp:cNvSpPr/>
      </dsp:nvSpPr>
      <dsp:spPr>
        <a:xfrm>
          <a:off x="3204244" y="3110292"/>
          <a:ext cx="2334799" cy="1371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171450" lvl="1" indent="-171450" algn="l" defTabSz="711200">
            <a:lnSpc>
              <a:spcPct val="90000"/>
            </a:lnSpc>
            <a:spcBef>
              <a:spcPct val="0"/>
            </a:spcBef>
            <a:spcAft>
              <a:spcPct val="15000"/>
            </a:spcAft>
            <a:buChar char="•"/>
          </a:pPr>
          <a:r>
            <a:rPr lang="en-US" sz="1600" kern="1200" dirty="0"/>
            <a:t>How</a:t>
          </a:r>
        </a:p>
      </dsp:txBody>
      <dsp:txXfrm>
        <a:off x="3204244" y="3110292"/>
        <a:ext cx="2334799" cy="1371148"/>
      </dsp:txXfrm>
    </dsp:sp>
    <dsp:sp modelId="{931BA838-4E56-405C-AEF5-425E1CA2128D}">
      <dsp:nvSpPr>
        <dsp:cNvPr id="0" name=""/>
        <dsp:cNvSpPr/>
      </dsp:nvSpPr>
      <dsp:spPr>
        <a:xfrm rot="2700000">
          <a:off x="539494" y="565894"/>
          <a:ext cx="2494850" cy="2494850"/>
        </a:xfrm>
        <a:prstGeom prst="teardrop">
          <a:avLst>
            <a:gd name="adj" fmla="val 10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62BD841-6887-44B1-8B53-C84D6655F5AE}">
      <dsp:nvSpPr>
        <dsp:cNvPr id="0" name=""/>
        <dsp:cNvSpPr/>
      </dsp:nvSpPr>
      <dsp:spPr>
        <a:xfrm>
          <a:off x="619519" y="646263"/>
          <a:ext cx="2334799" cy="2334551"/>
        </a:xfrm>
        <a:prstGeom prst="ellipse">
          <a:avLst/>
        </a:prstGeom>
        <a:solidFill>
          <a:schemeClr val="lt1">
            <a:alpha val="90000"/>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Initiate work</a:t>
          </a:r>
        </a:p>
      </dsp:txBody>
      <dsp:txXfrm>
        <a:off x="953295" y="979833"/>
        <a:ext cx="1667249" cy="1667411"/>
      </dsp:txXfrm>
    </dsp:sp>
    <dsp:sp modelId="{CF6D5039-0DFA-4A9A-8589-3F2D5FC1D7FE}">
      <dsp:nvSpPr>
        <dsp:cNvPr id="0" name=""/>
        <dsp:cNvSpPr/>
      </dsp:nvSpPr>
      <dsp:spPr>
        <a:xfrm>
          <a:off x="619519" y="3110292"/>
          <a:ext cx="2334799" cy="1371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171450" lvl="1" indent="-171450" algn="l" defTabSz="711200">
            <a:lnSpc>
              <a:spcPct val="90000"/>
            </a:lnSpc>
            <a:spcBef>
              <a:spcPct val="0"/>
            </a:spcBef>
            <a:spcAft>
              <a:spcPct val="15000"/>
            </a:spcAft>
            <a:buChar char="•"/>
          </a:pPr>
          <a:r>
            <a:rPr lang="en-US" sz="1600" kern="1200" dirty="0"/>
            <a:t>What</a:t>
          </a:r>
        </a:p>
        <a:p>
          <a:pPr marL="171450" lvl="1" indent="-171450" algn="l" defTabSz="711200">
            <a:lnSpc>
              <a:spcPct val="90000"/>
            </a:lnSpc>
            <a:spcBef>
              <a:spcPct val="0"/>
            </a:spcBef>
            <a:spcAft>
              <a:spcPct val="15000"/>
            </a:spcAft>
            <a:buChar char="•"/>
          </a:pPr>
          <a:r>
            <a:rPr lang="en-US" sz="1600" kern="1200" dirty="0"/>
            <a:t>Who</a:t>
          </a:r>
        </a:p>
      </dsp:txBody>
      <dsp:txXfrm>
        <a:off x="619519" y="3110292"/>
        <a:ext cx="2334799" cy="13711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C990A2-7CDE-43D1-BAF5-8043DA6B8E0E}">
      <dsp:nvSpPr>
        <dsp:cNvPr id="0" name=""/>
        <dsp:cNvSpPr/>
      </dsp:nvSpPr>
      <dsp:spPr>
        <a:xfrm>
          <a:off x="4114800" y="2076541"/>
          <a:ext cx="3222736" cy="372878"/>
        </a:xfrm>
        <a:custGeom>
          <a:avLst/>
          <a:gdLst/>
          <a:ahLst/>
          <a:cxnLst/>
          <a:rect l="0" t="0" r="0" b="0"/>
          <a:pathLst>
            <a:path>
              <a:moveTo>
                <a:pt x="0" y="0"/>
              </a:moveTo>
              <a:lnTo>
                <a:pt x="0" y="186439"/>
              </a:lnTo>
              <a:lnTo>
                <a:pt x="3222736" y="186439"/>
              </a:lnTo>
              <a:lnTo>
                <a:pt x="3222736" y="372878"/>
              </a:lnTo>
            </a:path>
          </a:pathLst>
        </a:custGeom>
        <a:noFill/>
        <a:ln w="55000" cap="flat" cmpd="thickThin" algn="ctr">
          <a:solidFill>
            <a:schemeClr val="accent1">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F1BD74F0-A099-4352-BA1B-DC4D6924E59C}">
      <dsp:nvSpPr>
        <dsp:cNvPr id="0" name=""/>
        <dsp:cNvSpPr/>
      </dsp:nvSpPr>
      <dsp:spPr>
        <a:xfrm>
          <a:off x="4114800" y="2076541"/>
          <a:ext cx="1074245" cy="372878"/>
        </a:xfrm>
        <a:custGeom>
          <a:avLst/>
          <a:gdLst/>
          <a:ahLst/>
          <a:cxnLst/>
          <a:rect l="0" t="0" r="0" b="0"/>
          <a:pathLst>
            <a:path>
              <a:moveTo>
                <a:pt x="0" y="0"/>
              </a:moveTo>
              <a:lnTo>
                <a:pt x="0" y="186439"/>
              </a:lnTo>
              <a:lnTo>
                <a:pt x="1074245" y="186439"/>
              </a:lnTo>
              <a:lnTo>
                <a:pt x="1074245" y="372878"/>
              </a:lnTo>
            </a:path>
          </a:pathLst>
        </a:custGeom>
        <a:noFill/>
        <a:ln w="55000" cap="flat" cmpd="thickThin" algn="ctr">
          <a:solidFill>
            <a:schemeClr val="accent1">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EBCD557-1EE4-4CB2-A8F8-FFD44EE258B0}">
      <dsp:nvSpPr>
        <dsp:cNvPr id="0" name=""/>
        <dsp:cNvSpPr/>
      </dsp:nvSpPr>
      <dsp:spPr>
        <a:xfrm>
          <a:off x="3040554" y="2076541"/>
          <a:ext cx="1074245" cy="372878"/>
        </a:xfrm>
        <a:custGeom>
          <a:avLst/>
          <a:gdLst/>
          <a:ahLst/>
          <a:cxnLst/>
          <a:rect l="0" t="0" r="0" b="0"/>
          <a:pathLst>
            <a:path>
              <a:moveTo>
                <a:pt x="1074245" y="0"/>
              </a:moveTo>
              <a:lnTo>
                <a:pt x="1074245" y="186439"/>
              </a:lnTo>
              <a:lnTo>
                <a:pt x="0" y="186439"/>
              </a:lnTo>
              <a:lnTo>
                <a:pt x="0" y="372878"/>
              </a:lnTo>
            </a:path>
          </a:pathLst>
        </a:custGeom>
        <a:noFill/>
        <a:ln w="55000" cap="flat" cmpd="thickThin" algn="ctr">
          <a:solidFill>
            <a:schemeClr val="accent1">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9ED84DE-247B-40A8-9241-B9D6164A2AB7}">
      <dsp:nvSpPr>
        <dsp:cNvPr id="0" name=""/>
        <dsp:cNvSpPr/>
      </dsp:nvSpPr>
      <dsp:spPr>
        <a:xfrm>
          <a:off x="892063" y="2076541"/>
          <a:ext cx="3222736" cy="372878"/>
        </a:xfrm>
        <a:custGeom>
          <a:avLst/>
          <a:gdLst/>
          <a:ahLst/>
          <a:cxnLst/>
          <a:rect l="0" t="0" r="0" b="0"/>
          <a:pathLst>
            <a:path>
              <a:moveTo>
                <a:pt x="3222736" y="0"/>
              </a:moveTo>
              <a:lnTo>
                <a:pt x="3222736" y="186439"/>
              </a:lnTo>
              <a:lnTo>
                <a:pt x="0" y="186439"/>
              </a:lnTo>
              <a:lnTo>
                <a:pt x="0" y="372878"/>
              </a:lnTo>
            </a:path>
          </a:pathLst>
        </a:custGeom>
        <a:noFill/>
        <a:ln w="55000" cap="flat" cmpd="thickThin" algn="ctr">
          <a:solidFill>
            <a:schemeClr val="accent1">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7D8422BA-CB09-4F30-95A4-6208C21312DE}">
      <dsp:nvSpPr>
        <dsp:cNvPr id="0" name=""/>
        <dsp:cNvSpPr/>
      </dsp:nvSpPr>
      <dsp:spPr>
        <a:xfrm>
          <a:off x="3226993" y="1188735"/>
          <a:ext cx="1775612" cy="887806"/>
        </a:xfrm>
        <a:prstGeom prst="rect">
          <a:avLst/>
        </a:prstGeom>
        <a:gradFill rotWithShape="0">
          <a:gsLst>
            <a:gs pos="0">
              <a:schemeClr val="accent1">
                <a:hueOff val="0"/>
                <a:satOff val="0"/>
                <a:lumOff val="0"/>
                <a:alphaOff val="0"/>
                <a:shade val="15000"/>
                <a:satMod val="180000"/>
              </a:schemeClr>
            </a:gs>
            <a:gs pos="50000">
              <a:schemeClr val="accent1">
                <a:hueOff val="0"/>
                <a:satOff val="0"/>
                <a:lumOff val="0"/>
                <a:alphaOff val="0"/>
                <a:shade val="45000"/>
                <a:satMod val="170000"/>
              </a:schemeClr>
            </a:gs>
            <a:gs pos="70000">
              <a:schemeClr val="accent1">
                <a:hueOff val="0"/>
                <a:satOff val="0"/>
                <a:lumOff val="0"/>
                <a:alphaOff val="0"/>
                <a:tint val="99000"/>
                <a:shade val="65000"/>
                <a:satMod val="155000"/>
              </a:schemeClr>
            </a:gs>
            <a:gs pos="100000">
              <a:schemeClr val="accent1">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panose="02020603050405020304" pitchFamily="18" charset="0"/>
              <a:ea typeface="+mn-ea"/>
              <a:cs typeface="Times New Roman" panose="02020603050405020304" pitchFamily="18" charset="0"/>
            </a:rPr>
            <a:t>Recent Trends </a:t>
          </a:r>
          <a:endParaRPr lang="en-US" sz="2400" kern="1200" dirty="0">
            <a:latin typeface="Times New Roman" panose="02020603050405020304" pitchFamily="18" charset="0"/>
            <a:ea typeface="+mn-ea"/>
            <a:cs typeface="Times New Roman" panose="02020603050405020304" pitchFamily="18" charset="0"/>
          </a:endParaRPr>
        </a:p>
      </dsp:txBody>
      <dsp:txXfrm>
        <a:off x="3226993" y="1188735"/>
        <a:ext cx="1775612" cy="887806"/>
      </dsp:txXfrm>
    </dsp:sp>
    <dsp:sp modelId="{FD8A9A02-73DB-4572-BC94-04790BFBABB2}">
      <dsp:nvSpPr>
        <dsp:cNvPr id="0" name=""/>
        <dsp:cNvSpPr/>
      </dsp:nvSpPr>
      <dsp:spPr>
        <a:xfrm>
          <a:off x="4256" y="2449420"/>
          <a:ext cx="1775612" cy="887806"/>
        </a:xfrm>
        <a:prstGeom prst="rect">
          <a:avLst/>
        </a:prstGeom>
        <a:gradFill rotWithShape="0">
          <a:gsLst>
            <a:gs pos="0">
              <a:schemeClr val="accent1">
                <a:hueOff val="0"/>
                <a:satOff val="0"/>
                <a:lumOff val="0"/>
                <a:alphaOff val="0"/>
                <a:shade val="15000"/>
                <a:satMod val="180000"/>
              </a:schemeClr>
            </a:gs>
            <a:gs pos="50000">
              <a:schemeClr val="accent1">
                <a:hueOff val="0"/>
                <a:satOff val="0"/>
                <a:lumOff val="0"/>
                <a:alphaOff val="0"/>
                <a:shade val="45000"/>
                <a:satMod val="170000"/>
              </a:schemeClr>
            </a:gs>
            <a:gs pos="70000">
              <a:schemeClr val="accent1">
                <a:hueOff val="0"/>
                <a:satOff val="0"/>
                <a:lumOff val="0"/>
                <a:alphaOff val="0"/>
                <a:tint val="99000"/>
                <a:shade val="65000"/>
                <a:satMod val="155000"/>
              </a:schemeClr>
            </a:gs>
            <a:gs pos="100000">
              <a:schemeClr val="accent1">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altLang="en-US" sz="2400" kern="1200" dirty="0">
              <a:latin typeface="Times New Roman" panose="02020603050405020304" pitchFamily="18" charset="0"/>
              <a:cs typeface="Times New Roman" panose="02020603050405020304" pitchFamily="18" charset="0"/>
            </a:rPr>
            <a:t>Globalization</a:t>
          </a:r>
          <a:endParaRPr lang="en-US" sz="2400" kern="1200" dirty="0">
            <a:latin typeface="Times New Roman" panose="02020603050405020304" pitchFamily="18" charset="0"/>
            <a:cs typeface="Times New Roman" panose="02020603050405020304" pitchFamily="18" charset="0"/>
          </a:endParaRPr>
        </a:p>
      </dsp:txBody>
      <dsp:txXfrm>
        <a:off x="4256" y="2449420"/>
        <a:ext cx="1775612" cy="887806"/>
      </dsp:txXfrm>
    </dsp:sp>
    <dsp:sp modelId="{D4E17706-DE3F-4E08-A023-4697DBCF96D7}">
      <dsp:nvSpPr>
        <dsp:cNvPr id="0" name=""/>
        <dsp:cNvSpPr/>
      </dsp:nvSpPr>
      <dsp:spPr>
        <a:xfrm>
          <a:off x="2152748" y="2449420"/>
          <a:ext cx="1775612" cy="887806"/>
        </a:xfrm>
        <a:prstGeom prst="rect">
          <a:avLst/>
        </a:prstGeom>
        <a:gradFill rotWithShape="0">
          <a:gsLst>
            <a:gs pos="0">
              <a:schemeClr val="accent1">
                <a:hueOff val="0"/>
                <a:satOff val="0"/>
                <a:lumOff val="0"/>
                <a:alphaOff val="0"/>
                <a:shade val="15000"/>
                <a:satMod val="180000"/>
              </a:schemeClr>
            </a:gs>
            <a:gs pos="50000">
              <a:schemeClr val="accent1">
                <a:hueOff val="0"/>
                <a:satOff val="0"/>
                <a:lumOff val="0"/>
                <a:alphaOff val="0"/>
                <a:shade val="45000"/>
                <a:satMod val="170000"/>
              </a:schemeClr>
            </a:gs>
            <a:gs pos="70000">
              <a:schemeClr val="accent1">
                <a:hueOff val="0"/>
                <a:satOff val="0"/>
                <a:lumOff val="0"/>
                <a:alphaOff val="0"/>
                <a:tint val="99000"/>
                <a:shade val="65000"/>
                <a:satMod val="155000"/>
              </a:schemeClr>
            </a:gs>
            <a:gs pos="100000">
              <a:schemeClr val="accent1">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altLang="en-US" sz="2400" kern="1200" dirty="0">
              <a:latin typeface="Times New Roman" panose="02020603050405020304" pitchFamily="18" charset="0"/>
              <a:cs typeface="Times New Roman" panose="02020603050405020304" pitchFamily="18" charset="0"/>
            </a:rPr>
            <a:t>Outsourcing</a:t>
          </a:r>
        </a:p>
        <a:p>
          <a:pPr marL="0" lvl="0" indent="0" algn="ctr" defTabSz="1066800">
            <a:lnSpc>
              <a:spcPct val="90000"/>
            </a:lnSpc>
            <a:spcBef>
              <a:spcPct val="0"/>
            </a:spcBef>
            <a:spcAft>
              <a:spcPct val="35000"/>
            </a:spcAft>
            <a:buNone/>
          </a:pPr>
          <a:r>
            <a:rPr lang="en-US" altLang="en-US" sz="2400" b="0" kern="1200" dirty="0">
              <a:latin typeface="Times New Roman" panose="02020603050405020304" pitchFamily="18" charset="0"/>
              <a:cs typeface="Times New Roman" panose="02020603050405020304" pitchFamily="18" charset="0"/>
            </a:rPr>
            <a:t>Offshoring</a:t>
          </a:r>
          <a:endParaRPr lang="en-US" sz="2400" b="0" kern="1200" dirty="0">
            <a:latin typeface="Times New Roman" panose="02020603050405020304" pitchFamily="18" charset="0"/>
            <a:cs typeface="Times New Roman" panose="02020603050405020304" pitchFamily="18" charset="0"/>
          </a:endParaRPr>
        </a:p>
      </dsp:txBody>
      <dsp:txXfrm>
        <a:off x="2152748" y="2449420"/>
        <a:ext cx="1775612" cy="887806"/>
      </dsp:txXfrm>
    </dsp:sp>
    <dsp:sp modelId="{43F55E63-C5D8-4B1A-B964-57B0B4490C74}">
      <dsp:nvSpPr>
        <dsp:cNvPr id="0" name=""/>
        <dsp:cNvSpPr/>
      </dsp:nvSpPr>
      <dsp:spPr>
        <a:xfrm>
          <a:off x="4301239" y="2449420"/>
          <a:ext cx="1775612" cy="887806"/>
        </a:xfrm>
        <a:prstGeom prst="rect">
          <a:avLst/>
        </a:prstGeom>
        <a:gradFill rotWithShape="0">
          <a:gsLst>
            <a:gs pos="0">
              <a:schemeClr val="accent1">
                <a:hueOff val="0"/>
                <a:satOff val="0"/>
                <a:lumOff val="0"/>
                <a:alphaOff val="0"/>
                <a:shade val="15000"/>
                <a:satMod val="180000"/>
              </a:schemeClr>
            </a:gs>
            <a:gs pos="50000">
              <a:schemeClr val="accent1">
                <a:hueOff val="0"/>
                <a:satOff val="0"/>
                <a:lumOff val="0"/>
                <a:alphaOff val="0"/>
                <a:shade val="45000"/>
                <a:satMod val="170000"/>
              </a:schemeClr>
            </a:gs>
            <a:gs pos="70000">
              <a:schemeClr val="accent1">
                <a:hueOff val="0"/>
                <a:satOff val="0"/>
                <a:lumOff val="0"/>
                <a:alphaOff val="0"/>
                <a:tint val="99000"/>
                <a:shade val="65000"/>
                <a:satMod val="155000"/>
              </a:schemeClr>
            </a:gs>
            <a:gs pos="100000">
              <a:schemeClr val="accent1">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altLang="en-US" sz="2400" kern="1200" dirty="0">
              <a:latin typeface="Times New Roman" panose="02020603050405020304" pitchFamily="18" charset="0"/>
              <a:cs typeface="Times New Roman" panose="02020603050405020304" pitchFamily="18" charset="0"/>
            </a:rPr>
            <a:t>Virtual teams</a:t>
          </a:r>
          <a:endParaRPr lang="en-US" sz="2400" kern="1200" dirty="0">
            <a:latin typeface="Times New Roman" panose="02020603050405020304" pitchFamily="18" charset="0"/>
            <a:cs typeface="Times New Roman" panose="02020603050405020304" pitchFamily="18" charset="0"/>
          </a:endParaRPr>
        </a:p>
      </dsp:txBody>
      <dsp:txXfrm>
        <a:off x="4301239" y="2449420"/>
        <a:ext cx="1775612" cy="887806"/>
      </dsp:txXfrm>
    </dsp:sp>
    <dsp:sp modelId="{E28827EE-DAC2-43B8-9299-6EF77736E8F8}">
      <dsp:nvSpPr>
        <dsp:cNvPr id="0" name=""/>
        <dsp:cNvSpPr/>
      </dsp:nvSpPr>
      <dsp:spPr>
        <a:xfrm>
          <a:off x="6449730" y="2449420"/>
          <a:ext cx="1775612" cy="887806"/>
        </a:xfrm>
        <a:prstGeom prst="rect">
          <a:avLst/>
        </a:prstGeom>
        <a:gradFill rotWithShape="0">
          <a:gsLst>
            <a:gs pos="0">
              <a:schemeClr val="accent1">
                <a:hueOff val="0"/>
                <a:satOff val="0"/>
                <a:lumOff val="0"/>
                <a:alphaOff val="0"/>
                <a:shade val="15000"/>
                <a:satMod val="180000"/>
              </a:schemeClr>
            </a:gs>
            <a:gs pos="50000">
              <a:schemeClr val="accent1">
                <a:hueOff val="0"/>
                <a:satOff val="0"/>
                <a:lumOff val="0"/>
                <a:alphaOff val="0"/>
                <a:shade val="45000"/>
                <a:satMod val="170000"/>
              </a:schemeClr>
            </a:gs>
            <a:gs pos="70000">
              <a:schemeClr val="accent1">
                <a:hueOff val="0"/>
                <a:satOff val="0"/>
                <a:lumOff val="0"/>
                <a:alphaOff val="0"/>
                <a:tint val="99000"/>
                <a:shade val="65000"/>
                <a:satMod val="155000"/>
              </a:schemeClr>
            </a:gs>
            <a:gs pos="100000">
              <a:schemeClr val="accent1">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Agile</a:t>
          </a:r>
        </a:p>
      </dsp:txBody>
      <dsp:txXfrm>
        <a:off x="6449730" y="2449420"/>
        <a:ext cx="1775612" cy="887806"/>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17F15379-0FD8-DA33-A594-60CF9C0409F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a:lnSpc>
                <a:spcPct val="100000"/>
              </a:lnSpc>
              <a:spcBef>
                <a:spcPct val="0"/>
              </a:spcBef>
              <a:buFontTx/>
              <a:buNone/>
              <a:defRPr sz="1200" dirty="0">
                <a:latin typeface="Times New Roman" pitchFamily="18" charset="0"/>
                <a:cs typeface="+mn-cs"/>
              </a:defRPr>
            </a:lvl1pPr>
          </a:lstStyle>
          <a:p>
            <a:pPr>
              <a:defRPr/>
            </a:pPr>
            <a:endParaRPr lang="en-US"/>
          </a:p>
        </p:txBody>
      </p:sp>
      <p:sp>
        <p:nvSpPr>
          <p:cNvPr id="59395" name="Rectangle 3">
            <a:extLst>
              <a:ext uri="{FF2B5EF4-FFF2-40B4-BE49-F238E27FC236}">
                <a16:creationId xmlns:a16="http://schemas.microsoft.com/office/drawing/2014/main" id="{85DB03FC-0796-7578-D492-998811CC9C7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rtl="0">
              <a:lnSpc>
                <a:spcPct val="100000"/>
              </a:lnSpc>
              <a:spcBef>
                <a:spcPct val="0"/>
              </a:spcBef>
              <a:buFontTx/>
              <a:buNone/>
              <a:defRPr sz="1200" dirty="0">
                <a:latin typeface="Times New Roman" pitchFamily="18" charset="0"/>
                <a:cs typeface="+mn-cs"/>
              </a:defRPr>
            </a:lvl1pPr>
          </a:lstStyle>
          <a:p>
            <a:pPr>
              <a:defRPr/>
            </a:pPr>
            <a:endParaRPr lang="en-US"/>
          </a:p>
        </p:txBody>
      </p:sp>
      <p:sp>
        <p:nvSpPr>
          <p:cNvPr id="59396" name="Rectangle 4">
            <a:extLst>
              <a:ext uri="{FF2B5EF4-FFF2-40B4-BE49-F238E27FC236}">
                <a16:creationId xmlns:a16="http://schemas.microsoft.com/office/drawing/2014/main" id="{B2693F11-957F-74B2-245C-B82326BE4CC8}"/>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a:lnSpc>
                <a:spcPct val="100000"/>
              </a:lnSpc>
              <a:spcBef>
                <a:spcPct val="0"/>
              </a:spcBef>
              <a:buFontTx/>
              <a:buNone/>
              <a:defRPr sz="1200" dirty="0">
                <a:latin typeface="Times New Roman" pitchFamily="18" charset="0"/>
                <a:cs typeface="+mn-cs"/>
              </a:defRPr>
            </a:lvl1pPr>
          </a:lstStyle>
          <a:p>
            <a:pPr>
              <a:defRPr/>
            </a:pPr>
            <a:endParaRPr lang="en-US"/>
          </a:p>
        </p:txBody>
      </p:sp>
      <p:sp>
        <p:nvSpPr>
          <p:cNvPr id="59397" name="Rectangle 5">
            <a:extLst>
              <a:ext uri="{FF2B5EF4-FFF2-40B4-BE49-F238E27FC236}">
                <a16:creationId xmlns:a16="http://schemas.microsoft.com/office/drawing/2014/main" id="{E6758F96-8CAD-AC88-D649-3456802451ED}"/>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rtl="0">
              <a:defRPr sz="1200">
                <a:latin typeface="Times New Roman" panose="02020603050405020304" pitchFamily="18" charset="0"/>
              </a:defRPr>
            </a:lvl1pPr>
          </a:lstStyle>
          <a:p>
            <a:fld id="{F948D703-A2D3-4A56-B19C-0C07AC561F1C}"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49AA3361-08EF-D795-914C-E08C4FF92E1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a:lnSpc>
                <a:spcPct val="100000"/>
              </a:lnSpc>
              <a:spcBef>
                <a:spcPct val="0"/>
              </a:spcBef>
              <a:buFontTx/>
              <a:buNone/>
              <a:defRPr sz="1200" dirty="0">
                <a:latin typeface="Times New Roman" pitchFamily="18" charset="0"/>
                <a:cs typeface="+mn-cs"/>
              </a:defRPr>
            </a:lvl1pPr>
          </a:lstStyle>
          <a:p>
            <a:pPr>
              <a:defRPr/>
            </a:pPr>
            <a:endParaRPr lang="en-US"/>
          </a:p>
        </p:txBody>
      </p:sp>
      <p:sp>
        <p:nvSpPr>
          <p:cNvPr id="36867" name="Rectangle 3">
            <a:extLst>
              <a:ext uri="{FF2B5EF4-FFF2-40B4-BE49-F238E27FC236}">
                <a16:creationId xmlns:a16="http://schemas.microsoft.com/office/drawing/2014/main" id="{87E371A6-8A01-3095-607C-12E6B6DD4D55}"/>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rtl="0">
              <a:lnSpc>
                <a:spcPct val="100000"/>
              </a:lnSpc>
              <a:spcBef>
                <a:spcPct val="0"/>
              </a:spcBef>
              <a:buFontTx/>
              <a:buNone/>
              <a:defRPr sz="1200" dirty="0">
                <a:latin typeface="Times New Roman" pitchFamily="18" charset="0"/>
                <a:cs typeface="+mn-cs"/>
              </a:defRPr>
            </a:lvl1pPr>
          </a:lstStyle>
          <a:p>
            <a:pPr>
              <a:defRPr/>
            </a:pPr>
            <a:endParaRPr lang="en-US"/>
          </a:p>
        </p:txBody>
      </p:sp>
      <p:sp>
        <p:nvSpPr>
          <p:cNvPr id="55300" name="Rectangle 4">
            <a:extLst>
              <a:ext uri="{FF2B5EF4-FFF2-40B4-BE49-F238E27FC236}">
                <a16:creationId xmlns:a16="http://schemas.microsoft.com/office/drawing/2014/main" id="{2EF1DDBD-D4E2-AFE2-C4A1-E8F5D927D3B1}"/>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9" name="Rectangle 5">
            <a:extLst>
              <a:ext uri="{FF2B5EF4-FFF2-40B4-BE49-F238E27FC236}">
                <a16:creationId xmlns:a16="http://schemas.microsoft.com/office/drawing/2014/main" id="{C230C7B1-228E-3E0E-767E-66B23980877C}"/>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a:extLst>
              <a:ext uri="{FF2B5EF4-FFF2-40B4-BE49-F238E27FC236}">
                <a16:creationId xmlns:a16="http://schemas.microsoft.com/office/drawing/2014/main" id="{E2857616-4076-D819-4175-B8B1BDEE4600}"/>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a:lnSpc>
                <a:spcPct val="100000"/>
              </a:lnSpc>
              <a:spcBef>
                <a:spcPct val="0"/>
              </a:spcBef>
              <a:buFontTx/>
              <a:buNone/>
              <a:defRPr sz="1200" dirty="0">
                <a:latin typeface="Times New Roman" pitchFamily="18" charset="0"/>
                <a:cs typeface="+mn-cs"/>
              </a:defRPr>
            </a:lvl1pPr>
          </a:lstStyle>
          <a:p>
            <a:pPr>
              <a:defRPr/>
            </a:pPr>
            <a:endParaRPr lang="en-US"/>
          </a:p>
        </p:txBody>
      </p:sp>
      <p:sp>
        <p:nvSpPr>
          <p:cNvPr id="36871" name="Rectangle 7">
            <a:extLst>
              <a:ext uri="{FF2B5EF4-FFF2-40B4-BE49-F238E27FC236}">
                <a16:creationId xmlns:a16="http://schemas.microsoft.com/office/drawing/2014/main" id="{796EDD43-3066-A614-CBEA-41729DAC997B}"/>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rtl="0">
              <a:defRPr sz="1200">
                <a:latin typeface="Times New Roman" panose="02020603050405020304" pitchFamily="18" charset="0"/>
              </a:defRPr>
            </a:lvl1pPr>
          </a:lstStyle>
          <a:p>
            <a:fld id="{48955FF4-9319-41E0-B055-8E0503027661}"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79752B15-C808-FCCD-9875-68EC8A6D0E5B}"/>
              </a:ext>
            </a:extLst>
          </p:cNvPr>
          <p:cNvSpPr>
            <a:spLocks noGrp="1" noRot="1" noChangeAspect="1" noTextEdit="1"/>
          </p:cNvSpPr>
          <p:nvPr>
            <p:ph type="sldImg"/>
          </p:nvPr>
        </p:nvSpPr>
        <p:spPr>
          <a:xfrm>
            <a:off x="381000" y="685800"/>
            <a:ext cx="6096000" cy="3429000"/>
          </a:xfrm>
          <a:ln/>
        </p:spPr>
      </p:sp>
      <p:sp>
        <p:nvSpPr>
          <p:cNvPr id="56323" name="Notes Placeholder 2">
            <a:extLst>
              <a:ext uri="{FF2B5EF4-FFF2-40B4-BE49-F238E27FC236}">
                <a16:creationId xmlns:a16="http://schemas.microsoft.com/office/drawing/2014/main" id="{6653AF85-7730-F791-230E-A9C38FE17D8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6324" name="Slide Number Placeholder 3">
            <a:extLst>
              <a:ext uri="{FF2B5EF4-FFF2-40B4-BE49-F238E27FC236}">
                <a16:creationId xmlns:a16="http://schemas.microsoft.com/office/drawing/2014/main" id="{235CCB4D-F704-C206-C19D-0BCD63E6324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hangingPunct="0">
              <a:defRPr sz="2200">
                <a:solidFill>
                  <a:schemeClr val="tx1"/>
                </a:solidFill>
                <a:latin typeface="Arial" panose="020B0604020202020204" pitchFamily="34" charset="0"/>
              </a:defRPr>
            </a:lvl1pPr>
            <a:lvl2pPr marL="742950" indent="-285750" algn="l" rtl="0" eaLnBrk="0" hangingPunct="0">
              <a:defRPr sz="2200">
                <a:solidFill>
                  <a:schemeClr val="tx1"/>
                </a:solidFill>
                <a:latin typeface="Arial" panose="020B0604020202020204" pitchFamily="34" charset="0"/>
              </a:defRPr>
            </a:lvl2pPr>
            <a:lvl3pPr marL="1143000" indent="-228600" algn="l" rtl="0" eaLnBrk="0" hangingPunct="0">
              <a:defRPr sz="2200">
                <a:solidFill>
                  <a:schemeClr val="tx1"/>
                </a:solidFill>
                <a:latin typeface="Arial" panose="020B0604020202020204" pitchFamily="34" charset="0"/>
              </a:defRPr>
            </a:lvl3pPr>
            <a:lvl4pPr marL="1600200" indent="-228600" algn="l" rtl="0" eaLnBrk="0" hangingPunct="0">
              <a:defRPr sz="2200">
                <a:solidFill>
                  <a:schemeClr val="tx1"/>
                </a:solidFill>
                <a:latin typeface="Arial" panose="020B0604020202020204" pitchFamily="34" charset="0"/>
              </a:defRPr>
            </a:lvl4pPr>
            <a:lvl5pPr marL="2057400" indent="-228600" algn="l" rtl="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r" eaLnBrk="1" hangingPunct="1"/>
            <a:fld id="{1F31BE7A-FD7C-4D3B-B838-DAA4B3433427}" type="slidenum">
              <a:rPr lang="en-US" altLang="en-US" sz="1200">
                <a:latin typeface="Times New Roman" panose="02020603050405020304" pitchFamily="18" charset="0"/>
              </a:rPr>
              <a:pPr algn="r" eaLnBrk="1" hangingPunct="1"/>
              <a:t>1</a:t>
            </a:fld>
            <a:endParaRPr lang="en-US" altLang="en-US" sz="120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8955FF4-9319-41E0-B055-8E0503027661}" type="slidenum">
              <a:rPr lang="en-US" altLang="en-US" smtClean="0"/>
              <a:pPr/>
              <a:t>3</a:t>
            </a:fld>
            <a:endParaRPr lang="en-US" altLang="en-US"/>
          </a:p>
        </p:txBody>
      </p:sp>
    </p:spTree>
    <p:extLst>
      <p:ext uri="{BB962C8B-B14F-4D97-AF65-F5344CB8AC3E}">
        <p14:creationId xmlns:p14="http://schemas.microsoft.com/office/powerpoint/2010/main" val="2339779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personnel often report to two or more bosses; </a:t>
            </a:r>
            <a:endParaRPr lang="en-US" dirty="0"/>
          </a:p>
          <a:p>
            <a:endParaRPr lang="en-US" dirty="0"/>
          </a:p>
        </p:txBody>
      </p:sp>
      <p:sp>
        <p:nvSpPr>
          <p:cNvPr id="4" name="Slide Number Placeholder 3"/>
          <p:cNvSpPr>
            <a:spLocks noGrp="1"/>
          </p:cNvSpPr>
          <p:nvPr>
            <p:ph type="sldNum" sz="quarter" idx="5"/>
          </p:nvPr>
        </p:nvSpPr>
        <p:spPr/>
        <p:txBody>
          <a:bodyPr/>
          <a:lstStyle/>
          <a:p>
            <a:fld id="{48955FF4-9319-41E0-B055-8E0503027661}" type="slidenum">
              <a:rPr lang="en-US" altLang="en-US" smtClean="0"/>
              <a:pPr/>
              <a:t>5</a:t>
            </a:fld>
            <a:endParaRPr lang="en-US" altLang="en-US"/>
          </a:p>
        </p:txBody>
      </p:sp>
    </p:spTree>
    <p:extLst>
      <p:ext uri="{BB962C8B-B14F-4D97-AF65-F5344CB8AC3E}">
        <p14:creationId xmlns:p14="http://schemas.microsoft.com/office/powerpoint/2010/main" val="2740600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4D5156"/>
                </a:solidFill>
                <a:effectLst/>
                <a:latin typeface="Helvetica Neue"/>
              </a:rPr>
              <a:t> </a:t>
            </a:r>
            <a:r>
              <a:rPr lang="en-US" b="1" i="0" dirty="0">
                <a:solidFill>
                  <a:srgbClr val="5F6368"/>
                </a:solidFill>
                <a:effectLst/>
                <a:latin typeface="Helvetica Neue"/>
              </a:rPr>
              <a:t>Vice President</a:t>
            </a:r>
            <a:r>
              <a:rPr lang="en-US" b="0" i="0" dirty="0">
                <a:solidFill>
                  <a:srgbClr val="4D5156"/>
                </a:solidFill>
                <a:effectLst/>
                <a:latin typeface="Helvetica Neue"/>
              </a:rPr>
              <a:t> </a:t>
            </a:r>
            <a:endParaRPr lang="en-US" dirty="0"/>
          </a:p>
          <a:p>
            <a:r>
              <a:rPr lang="en-US" b="1" i="0" dirty="0">
                <a:solidFill>
                  <a:srgbClr val="5F6368"/>
                </a:solidFill>
                <a:effectLst/>
                <a:latin typeface="Helvetica Neue"/>
              </a:rPr>
              <a:t>chief executive officer</a:t>
            </a:r>
            <a:r>
              <a:rPr lang="en-US" b="0" i="0" dirty="0">
                <a:solidFill>
                  <a:srgbClr val="4D5156"/>
                </a:solidFill>
                <a:effectLst/>
                <a:latin typeface="Helvetica Neue"/>
              </a:rPr>
              <a:t> (</a:t>
            </a:r>
            <a:r>
              <a:rPr lang="en-US" b="1" i="0" dirty="0">
                <a:solidFill>
                  <a:srgbClr val="5F6368"/>
                </a:solidFill>
                <a:effectLst/>
                <a:latin typeface="Helvetica Neue"/>
              </a:rPr>
              <a:t>CEO</a:t>
            </a:r>
            <a:r>
              <a:rPr lang="en-US" b="0" i="0" dirty="0">
                <a:solidFill>
                  <a:srgbClr val="4D5156"/>
                </a:solidFill>
                <a:effectLst/>
                <a:latin typeface="Helvetica Neue"/>
              </a:rPr>
              <a:t>),</a:t>
            </a:r>
            <a:endParaRPr lang="en-US" dirty="0"/>
          </a:p>
        </p:txBody>
      </p:sp>
      <p:sp>
        <p:nvSpPr>
          <p:cNvPr id="4" name="Slide Number Placeholder 3"/>
          <p:cNvSpPr>
            <a:spLocks noGrp="1"/>
          </p:cNvSpPr>
          <p:nvPr>
            <p:ph type="sldNum" sz="quarter" idx="5"/>
          </p:nvPr>
        </p:nvSpPr>
        <p:spPr/>
        <p:txBody>
          <a:bodyPr/>
          <a:lstStyle/>
          <a:p>
            <a:fld id="{48955FF4-9319-41E0-B055-8E0503027661}" type="slidenum">
              <a:rPr lang="en-US" altLang="en-US" smtClean="0"/>
              <a:pPr/>
              <a:t>6</a:t>
            </a:fld>
            <a:endParaRPr lang="en-US" altLang="en-US"/>
          </a:p>
        </p:txBody>
      </p:sp>
    </p:spTree>
    <p:extLst>
      <p:ext uri="{BB962C8B-B14F-4D97-AF65-F5344CB8AC3E}">
        <p14:creationId xmlns:p14="http://schemas.microsoft.com/office/powerpoint/2010/main" val="2042474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ar-EG" dirty="0"/>
              <a:t>والذي يعمل كمؤيد رئيسي للمشروع.</a:t>
            </a:r>
            <a:endParaRPr lang="en-US" dirty="0"/>
          </a:p>
        </p:txBody>
      </p:sp>
      <p:sp>
        <p:nvSpPr>
          <p:cNvPr id="4" name="Slide Number Placeholder 3"/>
          <p:cNvSpPr>
            <a:spLocks noGrp="1"/>
          </p:cNvSpPr>
          <p:nvPr>
            <p:ph type="sldNum" sz="quarter" idx="5"/>
          </p:nvPr>
        </p:nvSpPr>
        <p:spPr/>
        <p:txBody>
          <a:bodyPr/>
          <a:lstStyle/>
          <a:p>
            <a:fld id="{48955FF4-9319-41E0-B055-8E0503027661}" type="slidenum">
              <a:rPr lang="en-US" altLang="en-US" smtClean="0"/>
              <a:pPr/>
              <a:t>8</a:t>
            </a:fld>
            <a:endParaRPr lang="en-US" altLang="en-US"/>
          </a:p>
        </p:txBody>
      </p:sp>
    </p:spTree>
    <p:extLst>
      <p:ext uri="{BB962C8B-B14F-4D97-AF65-F5344CB8AC3E}">
        <p14:creationId xmlns:p14="http://schemas.microsoft.com/office/powerpoint/2010/main" val="1918934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en-US" dirty="0"/>
              <a:t>Products also have life cycles</a:t>
            </a:r>
          </a:p>
          <a:p>
            <a:r>
              <a:rPr lang="en-US" altLang="en-US" dirty="0"/>
              <a:t>The </a:t>
            </a:r>
            <a:r>
              <a:rPr lang="en-US" altLang="en-US" b="1" dirty="0"/>
              <a:t>Systems Development Life Cycle (SDLC)</a:t>
            </a:r>
            <a:r>
              <a:rPr lang="en-US" altLang="en-US" dirty="0"/>
              <a:t> is a framework for describing the phases involved in developing and maintaining information systems</a:t>
            </a:r>
          </a:p>
          <a:p>
            <a:r>
              <a:rPr lang="en-US" altLang="en-US" dirty="0"/>
              <a:t>Systems development projects can follow </a:t>
            </a:r>
          </a:p>
          <a:p>
            <a:pPr lvl="1"/>
            <a:r>
              <a:rPr lang="en-US" altLang="en-US" b="1" dirty="0"/>
              <a:t>Predictive life cycle</a:t>
            </a:r>
            <a:r>
              <a:rPr lang="en-US" altLang="en-US" dirty="0"/>
              <a:t>: the scope of the project can be clearly articulated and the schedule and cost can be predicted</a:t>
            </a:r>
          </a:p>
          <a:p>
            <a:pPr lvl="1"/>
            <a:r>
              <a:rPr lang="en-US" altLang="en-US" b="1" dirty="0"/>
              <a:t>Adaptive Software Development (ASD)</a:t>
            </a:r>
            <a:r>
              <a:rPr lang="en-US" altLang="en-US" dirty="0"/>
              <a:t> </a:t>
            </a:r>
            <a:r>
              <a:rPr lang="en-US" altLang="en-US" b="1" dirty="0"/>
              <a:t>life cycle</a:t>
            </a:r>
            <a:r>
              <a:rPr lang="en-US" altLang="en-US" dirty="0"/>
              <a:t>: requirements cannot be clearly expressed, projects are mission driven and component based, using time-based cycles to meet target dates</a:t>
            </a:r>
          </a:p>
          <a:p>
            <a:pPr lvl="1">
              <a:buFontTx/>
              <a:buNone/>
            </a:pPr>
            <a:endParaRPr lang="en-US" altLang="en-US" dirty="0"/>
          </a:p>
          <a:p>
            <a:endParaRPr lang="en-US" dirty="0"/>
          </a:p>
        </p:txBody>
      </p:sp>
      <p:sp>
        <p:nvSpPr>
          <p:cNvPr id="4" name="Slide Number Placeholder 3"/>
          <p:cNvSpPr>
            <a:spLocks noGrp="1"/>
          </p:cNvSpPr>
          <p:nvPr>
            <p:ph type="sldNum" sz="quarter" idx="5"/>
          </p:nvPr>
        </p:nvSpPr>
        <p:spPr/>
        <p:txBody>
          <a:bodyPr/>
          <a:lstStyle/>
          <a:p>
            <a:fld id="{48955FF4-9319-41E0-B055-8E0503027661}" type="slidenum">
              <a:rPr lang="en-US" altLang="en-US" smtClean="0"/>
              <a:pPr/>
              <a:t>11</a:t>
            </a:fld>
            <a:endParaRPr lang="en-US" altLang="en-US"/>
          </a:p>
        </p:txBody>
      </p:sp>
    </p:spTree>
    <p:extLst>
      <p:ext uri="{BB962C8B-B14F-4D97-AF65-F5344CB8AC3E}">
        <p14:creationId xmlns:p14="http://schemas.microsoft.com/office/powerpoint/2010/main" val="4126377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955FF4-9319-41E0-B055-8E0503027661}" type="slidenum">
              <a:rPr lang="en-US" altLang="en-US" smtClean="0"/>
              <a:pPr/>
              <a:t>15</a:t>
            </a:fld>
            <a:endParaRPr lang="en-US" altLang="en-US"/>
          </a:p>
        </p:txBody>
      </p:sp>
    </p:spTree>
    <p:extLst>
      <p:ext uri="{BB962C8B-B14F-4D97-AF65-F5344CB8AC3E}">
        <p14:creationId xmlns:p14="http://schemas.microsoft.com/office/powerpoint/2010/main" val="2905951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altLang="en-US" sz="1200" dirty="0"/>
              <a:t>Agile means being able to move quickly and easily, but some people feel that project management, as they have seen it used, does not allow people to work quickly or easily.</a:t>
            </a:r>
          </a:p>
          <a:p>
            <a:pPr eaLnBrk="1" hangingPunct="1"/>
            <a:r>
              <a:rPr lang="en-US" altLang="en-US" sz="1200" dirty="0"/>
              <a:t>Early software development projects often used a waterfall approach, as defined earlier in this chapter. As technology and businesses became more complex, the approach was often difficult to use because requirements were unknown or continuously changing. </a:t>
            </a:r>
          </a:p>
          <a:p>
            <a:pPr eaLnBrk="1" hangingPunct="1"/>
            <a:r>
              <a:rPr lang="en-US" altLang="en-US" sz="1200" dirty="0"/>
              <a:t>Agile today means using a method based on iterative and incremental development, in which requirements and solutions evolve through collaboration.</a:t>
            </a:r>
          </a:p>
          <a:p>
            <a:endParaRPr lang="en-US" dirty="0"/>
          </a:p>
        </p:txBody>
      </p:sp>
      <p:sp>
        <p:nvSpPr>
          <p:cNvPr id="4" name="Slide Number Placeholder 3"/>
          <p:cNvSpPr>
            <a:spLocks noGrp="1"/>
          </p:cNvSpPr>
          <p:nvPr>
            <p:ph type="sldNum" sz="quarter" idx="5"/>
          </p:nvPr>
        </p:nvSpPr>
        <p:spPr/>
        <p:txBody>
          <a:bodyPr/>
          <a:lstStyle/>
          <a:p>
            <a:fld id="{48955FF4-9319-41E0-B055-8E0503027661}" type="slidenum">
              <a:rPr lang="en-US" altLang="en-US" smtClean="0"/>
              <a:pPr/>
              <a:t>17</a:t>
            </a:fld>
            <a:endParaRPr lang="en-US" altLang="en-US"/>
          </a:p>
        </p:txBody>
      </p:sp>
    </p:spTree>
    <p:extLst>
      <p:ext uri="{BB962C8B-B14F-4D97-AF65-F5344CB8AC3E}">
        <p14:creationId xmlns:p14="http://schemas.microsoft.com/office/powerpoint/2010/main" val="1978220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eaLnBrk="1" hangingPunct="1"/>
            <a:r>
              <a:rPr lang="en-US" altLang="en-US" sz="1200" dirty="0"/>
              <a:t>Globalization: Digital revolution</a:t>
            </a:r>
          </a:p>
          <a:p>
            <a:pPr eaLnBrk="1" hangingPunct="1"/>
            <a:r>
              <a:rPr lang="en-US" altLang="en-US" sz="1200" dirty="0"/>
              <a:t>Outsourcing: </a:t>
            </a:r>
            <a:r>
              <a:rPr lang="en-US" altLang="en-US" sz="1200" b="1" dirty="0"/>
              <a:t>Outsourcing</a:t>
            </a:r>
            <a:r>
              <a:rPr lang="en-US" altLang="en-US" sz="1200" dirty="0"/>
              <a:t> is when an organization acquires goods and/or sources from an outside source. </a:t>
            </a:r>
            <a:r>
              <a:rPr lang="en-US" altLang="en-US" sz="1200" b="1" dirty="0"/>
              <a:t>Offshoring</a:t>
            </a:r>
            <a:r>
              <a:rPr lang="en-US" altLang="en-US" sz="1200" dirty="0"/>
              <a:t> is sometimes used to describe outsourcing from another country</a:t>
            </a:r>
          </a:p>
          <a:p>
            <a:pPr eaLnBrk="1" hangingPunct="1"/>
            <a:r>
              <a:rPr lang="en-US" altLang="en-US" sz="1200" dirty="0"/>
              <a:t>Virtual teams: A </a:t>
            </a:r>
            <a:r>
              <a:rPr lang="en-US" altLang="en-US" sz="1200" b="1" dirty="0"/>
              <a:t>virtual te</a:t>
            </a:r>
            <a:r>
              <a:rPr lang="en-US" altLang="en-US" sz="1200" dirty="0"/>
              <a:t>am is a group of individuals who work across time and space using communication technologies</a:t>
            </a:r>
          </a:p>
          <a:p>
            <a:pPr eaLnBrk="1" hangingPunct="1"/>
            <a:r>
              <a:rPr lang="en-US" altLang="en-US" sz="1200" dirty="0"/>
              <a:t>Agile project management</a:t>
            </a:r>
          </a:p>
          <a:p>
            <a:pPr eaLnBrk="1" hangingPunct="1"/>
            <a:endParaRPr lang="en-US" altLang="en-US" dirty="0"/>
          </a:p>
          <a:p>
            <a:pPr eaLnBrk="1" hangingPunct="1"/>
            <a:endParaRPr lang="en-US" altLang="en-US" dirty="0"/>
          </a:p>
          <a:p>
            <a:pPr eaLnBrk="1" hangingPunct="1"/>
            <a:endParaRPr lang="en-US" altLang="en-US" dirty="0"/>
          </a:p>
          <a:p>
            <a:endParaRPr lang="en-US" dirty="0"/>
          </a:p>
        </p:txBody>
      </p:sp>
      <p:sp>
        <p:nvSpPr>
          <p:cNvPr id="4" name="Slide Number Placeholder 3"/>
          <p:cNvSpPr>
            <a:spLocks noGrp="1"/>
          </p:cNvSpPr>
          <p:nvPr>
            <p:ph type="sldNum" sz="quarter" idx="5"/>
          </p:nvPr>
        </p:nvSpPr>
        <p:spPr/>
        <p:txBody>
          <a:bodyPr/>
          <a:lstStyle/>
          <a:p>
            <a:fld id="{48955FF4-9319-41E0-B055-8E0503027661}" type="slidenum">
              <a:rPr lang="en-US" altLang="en-US" smtClean="0"/>
              <a:pPr/>
              <a:t>19</a:t>
            </a:fld>
            <a:endParaRPr lang="en-US" altLang="en-US"/>
          </a:p>
        </p:txBody>
      </p:sp>
    </p:spTree>
    <p:extLst>
      <p:ext uri="{BB962C8B-B14F-4D97-AF65-F5344CB8AC3E}">
        <p14:creationId xmlns:p14="http://schemas.microsoft.com/office/powerpoint/2010/main" val="3919231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BC02C33A-A563-E835-BDD3-A2C7A0452AD5}"/>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7C111019-917C-2C61-515E-1A8334044DB7}"/>
              </a:ext>
            </a:extLst>
          </p:cNvPr>
          <p:cNvSpPr>
            <a:spLocks noGrp="1"/>
          </p:cNvSpPr>
          <p:nvPr>
            <p:ph type="ftr" sz="quarter" idx="11"/>
          </p:nvPr>
        </p:nvSpPr>
        <p:spPr/>
        <p:txBody>
          <a:bodyPr/>
          <a:lstStyle>
            <a:lvl1pPr>
              <a:defRPr/>
            </a:lvl1pPr>
          </a:lstStyle>
          <a:p>
            <a:pPr>
              <a:defRPr/>
            </a:pPr>
            <a:r>
              <a:rPr lang="en-US" dirty="0"/>
              <a:t>Information Technology Project Management</a:t>
            </a:r>
          </a:p>
        </p:txBody>
      </p:sp>
      <p:sp>
        <p:nvSpPr>
          <p:cNvPr id="6" name="Slide Number Placeholder 5">
            <a:extLst>
              <a:ext uri="{FF2B5EF4-FFF2-40B4-BE49-F238E27FC236}">
                <a16:creationId xmlns:a16="http://schemas.microsoft.com/office/drawing/2014/main" id="{FCBE8681-B875-1D9A-8770-B8614799EC3B}"/>
              </a:ext>
            </a:extLst>
          </p:cNvPr>
          <p:cNvSpPr>
            <a:spLocks noGrp="1"/>
          </p:cNvSpPr>
          <p:nvPr>
            <p:ph type="sldNum" sz="quarter" idx="12"/>
          </p:nvPr>
        </p:nvSpPr>
        <p:spPr/>
        <p:txBody>
          <a:bodyPr/>
          <a:lstStyle>
            <a:lvl1pPr>
              <a:defRPr/>
            </a:lvl1pPr>
          </a:lstStyle>
          <a:p>
            <a:fld id="{A0F99B37-E3B1-48B9-B296-E795B0906983}" type="slidenum">
              <a:rPr lang="en-US" altLang="en-US"/>
              <a:pPr/>
              <a:t>‹#›</a:t>
            </a:fld>
            <a:endParaRPr lang="en-US" altLang="en-US"/>
          </a:p>
        </p:txBody>
      </p:sp>
    </p:spTree>
    <p:extLst>
      <p:ext uri="{BB962C8B-B14F-4D97-AF65-F5344CB8AC3E}">
        <p14:creationId xmlns:p14="http://schemas.microsoft.com/office/powerpoint/2010/main" val="3836921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413286-2915-FCDB-8397-6E54063A341A}"/>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76FF3486-C696-CB4A-44B3-81E070BED642}"/>
              </a:ext>
            </a:extLst>
          </p:cNvPr>
          <p:cNvSpPr>
            <a:spLocks noGrp="1"/>
          </p:cNvSpPr>
          <p:nvPr>
            <p:ph type="ftr" sz="quarter" idx="11"/>
          </p:nvPr>
        </p:nvSpPr>
        <p:spPr/>
        <p:txBody>
          <a:bodyPr/>
          <a:lstStyle>
            <a:lvl1pPr>
              <a:defRPr/>
            </a:lvl1pPr>
          </a:lstStyle>
          <a:p>
            <a:pPr>
              <a:defRPr/>
            </a:pPr>
            <a:r>
              <a:rPr lang="en-US" dirty="0"/>
              <a:t>Information Technology Project Management</a:t>
            </a:r>
          </a:p>
        </p:txBody>
      </p:sp>
      <p:sp>
        <p:nvSpPr>
          <p:cNvPr id="6" name="Slide Number Placeholder 5">
            <a:extLst>
              <a:ext uri="{FF2B5EF4-FFF2-40B4-BE49-F238E27FC236}">
                <a16:creationId xmlns:a16="http://schemas.microsoft.com/office/drawing/2014/main" id="{1AFC0188-A0A2-12D2-AB2E-528AE845A48A}"/>
              </a:ext>
            </a:extLst>
          </p:cNvPr>
          <p:cNvSpPr>
            <a:spLocks noGrp="1"/>
          </p:cNvSpPr>
          <p:nvPr>
            <p:ph type="sldNum" sz="quarter" idx="12"/>
          </p:nvPr>
        </p:nvSpPr>
        <p:spPr/>
        <p:txBody>
          <a:bodyPr/>
          <a:lstStyle>
            <a:lvl1pPr>
              <a:defRPr/>
            </a:lvl1pPr>
          </a:lstStyle>
          <a:p>
            <a:fld id="{57528A91-83B7-4692-80AB-AF5C1888292E}" type="slidenum">
              <a:rPr lang="en-US" altLang="en-US"/>
              <a:pPr/>
              <a:t>‹#›</a:t>
            </a:fld>
            <a:endParaRPr lang="en-US" altLang="en-US"/>
          </a:p>
        </p:txBody>
      </p:sp>
    </p:spTree>
    <p:extLst>
      <p:ext uri="{BB962C8B-B14F-4D97-AF65-F5344CB8AC3E}">
        <p14:creationId xmlns:p14="http://schemas.microsoft.com/office/powerpoint/2010/main" val="6222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37F279-92E0-1196-3C1A-CA40C3804739}"/>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42AAFBC7-44D9-839D-CE72-9619D3CA583B}"/>
              </a:ext>
            </a:extLst>
          </p:cNvPr>
          <p:cNvSpPr>
            <a:spLocks noGrp="1"/>
          </p:cNvSpPr>
          <p:nvPr>
            <p:ph type="ftr" sz="quarter" idx="11"/>
          </p:nvPr>
        </p:nvSpPr>
        <p:spPr/>
        <p:txBody>
          <a:bodyPr/>
          <a:lstStyle>
            <a:lvl1pPr>
              <a:defRPr/>
            </a:lvl1pPr>
          </a:lstStyle>
          <a:p>
            <a:pPr>
              <a:defRPr/>
            </a:pPr>
            <a:r>
              <a:rPr lang="en-US" dirty="0"/>
              <a:t>Information Technology Project Management</a:t>
            </a:r>
          </a:p>
        </p:txBody>
      </p:sp>
      <p:sp>
        <p:nvSpPr>
          <p:cNvPr id="6" name="Slide Number Placeholder 5">
            <a:extLst>
              <a:ext uri="{FF2B5EF4-FFF2-40B4-BE49-F238E27FC236}">
                <a16:creationId xmlns:a16="http://schemas.microsoft.com/office/drawing/2014/main" id="{B22CD82A-5041-1AA6-C5B6-BE0B5A47FCED}"/>
              </a:ext>
            </a:extLst>
          </p:cNvPr>
          <p:cNvSpPr>
            <a:spLocks noGrp="1"/>
          </p:cNvSpPr>
          <p:nvPr>
            <p:ph type="sldNum" sz="quarter" idx="12"/>
          </p:nvPr>
        </p:nvSpPr>
        <p:spPr/>
        <p:txBody>
          <a:bodyPr/>
          <a:lstStyle>
            <a:lvl1pPr>
              <a:defRPr/>
            </a:lvl1pPr>
          </a:lstStyle>
          <a:p>
            <a:fld id="{E7DC9610-5761-47F3-8050-73DF7394D750}" type="slidenum">
              <a:rPr lang="en-US" altLang="en-US"/>
              <a:pPr/>
              <a:t>‹#›</a:t>
            </a:fld>
            <a:endParaRPr lang="en-US" altLang="en-US"/>
          </a:p>
        </p:txBody>
      </p:sp>
    </p:spTree>
    <p:extLst>
      <p:ext uri="{BB962C8B-B14F-4D97-AF65-F5344CB8AC3E}">
        <p14:creationId xmlns:p14="http://schemas.microsoft.com/office/powerpoint/2010/main" val="436058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198C113F-0ECE-3BE1-5796-E49B3CC99C56}"/>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92F238B5-8317-EA90-25FA-16BC75ADD5FB}"/>
              </a:ext>
            </a:extLst>
          </p:cNvPr>
          <p:cNvSpPr>
            <a:spLocks noGrp="1"/>
          </p:cNvSpPr>
          <p:nvPr>
            <p:ph type="ftr" sz="quarter" idx="11"/>
          </p:nvPr>
        </p:nvSpPr>
        <p:spPr/>
        <p:txBody>
          <a:bodyPr/>
          <a:lstStyle>
            <a:lvl1pPr>
              <a:defRPr/>
            </a:lvl1pPr>
          </a:lstStyle>
          <a:p>
            <a:pPr>
              <a:defRPr/>
            </a:pPr>
            <a:r>
              <a:rPr lang="en-US" dirty="0"/>
              <a:t>Information Technology Project Management</a:t>
            </a:r>
          </a:p>
        </p:txBody>
      </p:sp>
      <p:sp>
        <p:nvSpPr>
          <p:cNvPr id="7" name="Slide Number Placeholder 5">
            <a:extLst>
              <a:ext uri="{FF2B5EF4-FFF2-40B4-BE49-F238E27FC236}">
                <a16:creationId xmlns:a16="http://schemas.microsoft.com/office/drawing/2014/main" id="{CBA4E8C3-5F83-27CB-8BB5-BFE8262225FE}"/>
              </a:ext>
            </a:extLst>
          </p:cNvPr>
          <p:cNvSpPr>
            <a:spLocks noGrp="1"/>
          </p:cNvSpPr>
          <p:nvPr>
            <p:ph type="sldNum" sz="quarter" idx="12"/>
          </p:nvPr>
        </p:nvSpPr>
        <p:spPr/>
        <p:txBody>
          <a:bodyPr/>
          <a:lstStyle>
            <a:lvl1pPr>
              <a:defRPr/>
            </a:lvl1pPr>
          </a:lstStyle>
          <a:p>
            <a:fld id="{0CB309B6-F439-40A8-88BC-3E12E5E66FCC}" type="slidenum">
              <a:rPr lang="en-US" altLang="en-US"/>
              <a:pPr/>
              <a:t>‹#›</a:t>
            </a:fld>
            <a:endParaRPr lang="en-US" altLang="en-US"/>
          </a:p>
        </p:txBody>
      </p:sp>
    </p:spTree>
    <p:extLst>
      <p:ext uri="{BB962C8B-B14F-4D97-AF65-F5344CB8AC3E}">
        <p14:creationId xmlns:p14="http://schemas.microsoft.com/office/powerpoint/2010/main" val="2510396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410948D8-000D-42EC-7137-D9626D340EB2}"/>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4D321767-982F-3261-E61E-D8A9446F8755}"/>
              </a:ext>
            </a:extLst>
          </p:cNvPr>
          <p:cNvSpPr>
            <a:spLocks noGrp="1"/>
          </p:cNvSpPr>
          <p:nvPr>
            <p:ph type="ftr" sz="quarter" idx="11"/>
          </p:nvPr>
        </p:nvSpPr>
        <p:spPr/>
        <p:txBody>
          <a:bodyPr/>
          <a:lstStyle>
            <a:lvl1pPr>
              <a:defRPr/>
            </a:lvl1pPr>
          </a:lstStyle>
          <a:p>
            <a:pPr>
              <a:defRPr/>
            </a:pPr>
            <a:r>
              <a:rPr lang="en-US" dirty="0"/>
              <a:t>Information Technology Project Management</a:t>
            </a:r>
          </a:p>
        </p:txBody>
      </p:sp>
      <p:sp>
        <p:nvSpPr>
          <p:cNvPr id="9" name="Slide Number Placeholder 5">
            <a:extLst>
              <a:ext uri="{FF2B5EF4-FFF2-40B4-BE49-F238E27FC236}">
                <a16:creationId xmlns:a16="http://schemas.microsoft.com/office/drawing/2014/main" id="{83429505-D4DA-7F0B-E19B-DF6D505FF9F6}"/>
              </a:ext>
            </a:extLst>
          </p:cNvPr>
          <p:cNvSpPr>
            <a:spLocks noGrp="1"/>
          </p:cNvSpPr>
          <p:nvPr>
            <p:ph type="sldNum" sz="quarter" idx="12"/>
          </p:nvPr>
        </p:nvSpPr>
        <p:spPr/>
        <p:txBody>
          <a:bodyPr/>
          <a:lstStyle>
            <a:lvl1pPr>
              <a:defRPr/>
            </a:lvl1pPr>
          </a:lstStyle>
          <a:p>
            <a:fld id="{3CD3B2EA-E1FA-42CF-A045-79EC2BB08F9D}" type="slidenum">
              <a:rPr lang="en-US" altLang="en-US"/>
              <a:pPr/>
              <a:t>‹#›</a:t>
            </a:fld>
            <a:endParaRPr lang="en-US" altLang="en-US"/>
          </a:p>
        </p:txBody>
      </p:sp>
    </p:spTree>
    <p:extLst>
      <p:ext uri="{BB962C8B-B14F-4D97-AF65-F5344CB8AC3E}">
        <p14:creationId xmlns:p14="http://schemas.microsoft.com/office/powerpoint/2010/main" val="1890874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359F52EE-FBC3-B832-C00C-82160919603E}"/>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5E3D549D-0645-BC2D-9DE3-68123A7E9D09}"/>
              </a:ext>
            </a:extLst>
          </p:cNvPr>
          <p:cNvSpPr>
            <a:spLocks noGrp="1"/>
          </p:cNvSpPr>
          <p:nvPr>
            <p:ph type="ftr" sz="quarter" idx="11"/>
          </p:nvPr>
        </p:nvSpPr>
        <p:spPr/>
        <p:txBody>
          <a:bodyPr/>
          <a:lstStyle>
            <a:lvl1pPr>
              <a:defRPr/>
            </a:lvl1pPr>
          </a:lstStyle>
          <a:p>
            <a:pPr>
              <a:defRPr/>
            </a:pPr>
            <a:r>
              <a:rPr lang="en-US" dirty="0"/>
              <a:t>Information Technology Project Management</a:t>
            </a:r>
          </a:p>
        </p:txBody>
      </p:sp>
      <p:sp>
        <p:nvSpPr>
          <p:cNvPr id="5" name="Slide Number Placeholder 5">
            <a:extLst>
              <a:ext uri="{FF2B5EF4-FFF2-40B4-BE49-F238E27FC236}">
                <a16:creationId xmlns:a16="http://schemas.microsoft.com/office/drawing/2014/main" id="{C0258025-7BF1-566C-23BF-0DA8FE09188B}"/>
              </a:ext>
            </a:extLst>
          </p:cNvPr>
          <p:cNvSpPr>
            <a:spLocks noGrp="1"/>
          </p:cNvSpPr>
          <p:nvPr>
            <p:ph type="sldNum" sz="quarter" idx="12"/>
          </p:nvPr>
        </p:nvSpPr>
        <p:spPr/>
        <p:txBody>
          <a:bodyPr/>
          <a:lstStyle>
            <a:lvl1pPr>
              <a:defRPr/>
            </a:lvl1pPr>
          </a:lstStyle>
          <a:p>
            <a:fld id="{F8CAA47E-80F6-4474-8AFD-55B49CE92DAA}" type="slidenum">
              <a:rPr lang="en-US" altLang="en-US"/>
              <a:pPr/>
              <a:t>‹#›</a:t>
            </a:fld>
            <a:endParaRPr lang="en-US" altLang="en-US"/>
          </a:p>
        </p:txBody>
      </p:sp>
    </p:spTree>
    <p:extLst>
      <p:ext uri="{BB962C8B-B14F-4D97-AF65-F5344CB8AC3E}">
        <p14:creationId xmlns:p14="http://schemas.microsoft.com/office/powerpoint/2010/main" val="62587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C8D3E32-9067-E70A-A2B8-88D7150F6390}"/>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2E0996C3-52E9-3198-8861-707625AD195B}"/>
              </a:ext>
            </a:extLst>
          </p:cNvPr>
          <p:cNvSpPr>
            <a:spLocks noGrp="1"/>
          </p:cNvSpPr>
          <p:nvPr>
            <p:ph type="ftr" sz="quarter" idx="11"/>
          </p:nvPr>
        </p:nvSpPr>
        <p:spPr/>
        <p:txBody>
          <a:bodyPr/>
          <a:lstStyle>
            <a:lvl1pPr>
              <a:defRPr/>
            </a:lvl1pPr>
          </a:lstStyle>
          <a:p>
            <a:pPr>
              <a:defRPr/>
            </a:pPr>
            <a:r>
              <a:rPr lang="en-US" dirty="0"/>
              <a:t>Information Technology Project Management</a:t>
            </a:r>
          </a:p>
        </p:txBody>
      </p:sp>
      <p:sp>
        <p:nvSpPr>
          <p:cNvPr id="4" name="Slide Number Placeholder 5">
            <a:extLst>
              <a:ext uri="{FF2B5EF4-FFF2-40B4-BE49-F238E27FC236}">
                <a16:creationId xmlns:a16="http://schemas.microsoft.com/office/drawing/2014/main" id="{60394969-AA7B-493A-50B9-E6CD610C6344}"/>
              </a:ext>
            </a:extLst>
          </p:cNvPr>
          <p:cNvSpPr>
            <a:spLocks noGrp="1"/>
          </p:cNvSpPr>
          <p:nvPr>
            <p:ph type="sldNum" sz="quarter" idx="12"/>
          </p:nvPr>
        </p:nvSpPr>
        <p:spPr/>
        <p:txBody>
          <a:bodyPr/>
          <a:lstStyle>
            <a:lvl1pPr>
              <a:defRPr/>
            </a:lvl1pPr>
          </a:lstStyle>
          <a:p>
            <a:fld id="{5F28C214-1083-4554-91D8-0467A6D1E152}" type="slidenum">
              <a:rPr lang="en-US" altLang="en-US"/>
              <a:pPr/>
              <a:t>‹#›</a:t>
            </a:fld>
            <a:endParaRPr lang="en-US" altLang="en-US"/>
          </a:p>
        </p:txBody>
      </p:sp>
    </p:spTree>
    <p:extLst>
      <p:ext uri="{BB962C8B-B14F-4D97-AF65-F5344CB8AC3E}">
        <p14:creationId xmlns:p14="http://schemas.microsoft.com/office/powerpoint/2010/main" val="951791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E9EC9886-BAE1-C296-A9ED-3C3AA19EFBF1}"/>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B2F54818-E3E3-B4ED-8506-8A3155986035}"/>
              </a:ext>
            </a:extLst>
          </p:cNvPr>
          <p:cNvSpPr>
            <a:spLocks noGrp="1"/>
          </p:cNvSpPr>
          <p:nvPr>
            <p:ph type="ftr" sz="quarter" idx="11"/>
          </p:nvPr>
        </p:nvSpPr>
        <p:spPr/>
        <p:txBody>
          <a:bodyPr/>
          <a:lstStyle>
            <a:lvl1pPr>
              <a:defRPr/>
            </a:lvl1pPr>
          </a:lstStyle>
          <a:p>
            <a:pPr>
              <a:defRPr/>
            </a:pPr>
            <a:r>
              <a:rPr lang="en-US" dirty="0"/>
              <a:t>Information Technology Project Management</a:t>
            </a:r>
          </a:p>
        </p:txBody>
      </p:sp>
      <p:sp>
        <p:nvSpPr>
          <p:cNvPr id="7" name="Slide Number Placeholder 5">
            <a:extLst>
              <a:ext uri="{FF2B5EF4-FFF2-40B4-BE49-F238E27FC236}">
                <a16:creationId xmlns:a16="http://schemas.microsoft.com/office/drawing/2014/main" id="{D981D741-FFF6-2F96-65AE-B894DCB38F88}"/>
              </a:ext>
            </a:extLst>
          </p:cNvPr>
          <p:cNvSpPr>
            <a:spLocks noGrp="1"/>
          </p:cNvSpPr>
          <p:nvPr>
            <p:ph type="sldNum" sz="quarter" idx="12"/>
          </p:nvPr>
        </p:nvSpPr>
        <p:spPr/>
        <p:txBody>
          <a:bodyPr/>
          <a:lstStyle>
            <a:lvl1pPr>
              <a:defRPr/>
            </a:lvl1pPr>
          </a:lstStyle>
          <a:p>
            <a:fld id="{59609256-71B8-47D1-A38A-4EAB1170CCF3}" type="slidenum">
              <a:rPr lang="en-US" altLang="en-US"/>
              <a:pPr/>
              <a:t>‹#›</a:t>
            </a:fld>
            <a:endParaRPr lang="en-US" altLang="en-US"/>
          </a:p>
        </p:txBody>
      </p:sp>
    </p:spTree>
    <p:extLst>
      <p:ext uri="{BB962C8B-B14F-4D97-AF65-F5344CB8AC3E}">
        <p14:creationId xmlns:p14="http://schemas.microsoft.com/office/powerpoint/2010/main" val="372540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C5B4B272-89C0-EEB3-5417-4839BD12B803}"/>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4BF6FF5A-76EB-59E8-C07D-251CE71E3136}"/>
              </a:ext>
            </a:extLst>
          </p:cNvPr>
          <p:cNvSpPr>
            <a:spLocks noGrp="1"/>
          </p:cNvSpPr>
          <p:nvPr>
            <p:ph type="ftr" sz="quarter" idx="11"/>
          </p:nvPr>
        </p:nvSpPr>
        <p:spPr/>
        <p:txBody>
          <a:bodyPr/>
          <a:lstStyle>
            <a:lvl1pPr>
              <a:defRPr/>
            </a:lvl1pPr>
          </a:lstStyle>
          <a:p>
            <a:pPr>
              <a:defRPr/>
            </a:pPr>
            <a:r>
              <a:rPr lang="en-US" dirty="0"/>
              <a:t>Information Technology Project Management</a:t>
            </a:r>
          </a:p>
        </p:txBody>
      </p:sp>
      <p:sp>
        <p:nvSpPr>
          <p:cNvPr id="7" name="Slide Number Placeholder 5">
            <a:extLst>
              <a:ext uri="{FF2B5EF4-FFF2-40B4-BE49-F238E27FC236}">
                <a16:creationId xmlns:a16="http://schemas.microsoft.com/office/drawing/2014/main" id="{1C2B48FE-EA09-E719-C1B2-D656629968D7}"/>
              </a:ext>
            </a:extLst>
          </p:cNvPr>
          <p:cNvSpPr>
            <a:spLocks noGrp="1"/>
          </p:cNvSpPr>
          <p:nvPr>
            <p:ph type="sldNum" sz="quarter" idx="12"/>
          </p:nvPr>
        </p:nvSpPr>
        <p:spPr/>
        <p:txBody>
          <a:bodyPr/>
          <a:lstStyle>
            <a:lvl1pPr>
              <a:defRPr/>
            </a:lvl1pPr>
          </a:lstStyle>
          <a:p>
            <a:fld id="{4F559DBF-D4B1-4ED3-B78A-6DD2DF58DAF1}" type="slidenum">
              <a:rPr lang="en-US" altLang="en-US"/>
              <a:pPr/>
              <a:t>‹#›</a:t>
            </a:fld>
            <a:endParaRPr lang="en-US" altLang="en-US"/>
          </a:p>
        </p:txBody>
      </p:sp>
    </p:spTree>
    <p:extLst>
      <p:ext uri="{BB962C8B-B14F-4D97-AF65-F5344CB8AC3E}">
        <p14:creationId xmlns:p14="http://schemas.microsoft.com/office/powerpoint/2010/main" val="1232954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2A67FC-7419-167F-D0E7-86B59E21A8BD}"/>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72BC8553-4CEE-1953-F1DC-E9FD29C27C92}"/>
              </a:ext>
            </a:extLst>
          </p:cNvPr>
          <p:cNvSpPr>
            <a:spLocks noGrp="1"/>
          </p:cNvSpPr>
          <p:nvPr>
            <p:ph type="ftr" sz="quarter" idx="11"/>
          </p:nvPr>
        </p:nvSpPr>
        <p:spPr/>
        <p:txBody>
          <a:bodyPr/>
          <a:lstStyle>
            <a:lvl1pPr>
              <a:defRPr/>
            </a:lvl1pPr>
          </a:lstStyle>
          <a:p>
            <a:pPr>
              <a:defRPr/>
            </a:pPr>
            <a:r>
              <a:rPr lang="en-US" dirty="0"/>
              <a:t>Information Technology Project Management</a:t>
            </a:r>
          </a:p>
        </p:txBody>
      </p:sp>
      <p:sp>
        <p:nvSpPr>
          <p:cNvPr id="6" name="Slide Number Placeholder 5">
            <a:extLst>
              <a:ext uri="{FF2B5EF4-FFF2-40B4-BE49-F238E27FC236}">
                <a16:creationId xmlns:a16="http://schemas.microsoft.com/office/drawing/2014/main" id="{10DDF01D-3616-C338-4B79-0438A495BD76}"/>
              </a:ext>
            </a:extLst>
          </p:cNvPr>
          <p:cNvSpPr>
            <a:spLocks noGrp="1"/>
          </p:cNvSpPr>
          <p:nvPr>
            <p:ph type="sldNum" sz="quarter" idx="12"/>
          </p:nvPr>
        </p:nvSpPr>
        <p:spPr/>
        <p:txBody>
          <a:bodyPr/>
          <a:lstStyle>
            <a:lvl1pPr>
              <a:defRPr/>
            </a:lvl1pPr>
          </a:lstStyle>
          <a:p>
            <a:fld id="{72192A8F-58DC-4C1C-9BB4-38B1F2010A51}" type="slidenum">
              <a:rPr lang="en-US" altLang="en-US"/>
              <a:pPr/>
              <a:t>‹#›</a:t>
            </a:fld>
            <a:endParaRPr lang="en-US" altLang="en-US"/>
          </a:p>
        </p:txBody>
      </p:sp>
    </p:spTree>
    <p:extLst>
      <p:ext uri="{BB962C8B-B14F-4D97-AF65-F5344CB8AC3E}">
        <p14:creationId xmlns:p14="http://schemas.microsoft.com/office/powerpoint/2010/main" val="2535648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7573A1-334D-1335-DC13-52D3FCBC87F6}"/>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A2AF0221-BC73-C978-2C4F-DE1AD55475FD}"/>
              </a:ext>
            </a:extLst>
          </p:cNvPr>
          <p:cNvSpPr>
            <a:spLocks noGrp="1"/>
          </p:cNvSpPr>
          <p:nvPr>
            <p:ph type="ftr" sz="quarter" idx="11"/>
          </p:nvPr>
        </p:nvSpPr>
        <p:spPr/>
        <p:txBody>
          <a:bodyPr/>
          <a:lstStyle>
            <a:lvl1pPr>
              <a:defRPr/>
            </a:lvl1pPr>
          </a:lstStyle>
          <a:p>
            <a:pPr>
              <a:defRPr/>
            </a:pPr>
            <a:r>
              <a:rPr lang="en-US" dirty="0"/>
              <a:t>Information Technology Project Management</a:t>
            </a:r>
          </a:p>
        </p:txBody>
      </p:sp>
      <p:sp>
        <p:nvSpPr>
          <p:cNvPr id="6" name="Slide Number Placeholder 5">
            <a:extLst>
              <a:ext uri="{FF2B5EF4-FFF2-40B4-BE49-F238E27FC236}">
                <a16:creationId xmlns:a16="http://schemas.microsoft.com/office/drawing/2014/main" id="{CDF2F818-D551-FEDD-94D2-9B323EEA0EBE}"/>
              </a:ext>
            </a:extLst>
          </p:cNvPr>
          <p:cNvSpPr>
            <a:spLocks noGrp="1"/>
          </p:cNvSpPr>
          <p:nvPr>
            <p:ph type="sldNum" sz="quarter" idx="12"/>
          </p:nvPr>
        </p:nvSpPr>
        <p:spPr/>
        <p:txBody>
          <a:bodyPr/>
          <a:lstStyle>
            <a:lvl1pPr>
              <a:defRPr/>
            </a:lvl1pPr>
          </a:lstStyle>
          <a:p>
            <a:fld id="{1685B07C-E389-430C-B6CF-3CFC5400D3F0}" type="slidenum">
              <a:rPr lang="en-US" altLang="en-US"/>
              <a:pPr/>
              <a:t>‹#›</a:t>
            </a:fld>
            <a:endParaRPr lang="en-US" altLang="en-US"/>
          </a:p>
        </p:txBody>
      </p:sp>
    </p:spTree>
    <p:extLst>
      <p:ext uri="{BB962C8B-B14F-4D97-AF65-F5344CB8AC3E}">
        <p14:creationId xmlns:p14="http://schemas.microsoft.com/office/powerpoint/2010/main" val="35969102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7DD7F3EF-504D-E77F-559D-452409BD2FC7}"/>
              </a:ext>
            </a:extLst>
          </p:cNvPr>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a:defRPr/>
            </a:pPr>
            <a:endParaRPr lang="en-US" sz="2200" dirty="0"/>
          </a:p>
        </p:txBody>
      </p:sp>
      <p:grpSp>
        <p:nvGrpSpPr>
          <p:cNvPr id="3" name="Group 15">
            <a:extLst>
              <a:ext uri="{FF2B5EF4-FFF2-40B4-BE49-F238E27FC236}">
                <a16:creationId xmlns:a16="http://schemas.microsoft.com/office/drawing/2014/main" id="{3FE47ED1-F236-AF15-DAF7-111C1D4A8783}"/>
              </a:ext>
            </a:extLst>
          </p:cNvPr>
          <p:cNvGrpSpPr>
            <a:grpSpLocks/>
          </p:cNvGrpSpPr>
          <p:nvPr/>
        </p:nvGrpSpPr>
        <p:grpSpPr bwMode="auto">
          <a:xfrm>
            <a:off x="-4233" y="4953000"/>
            <a:ext cx="12196233" cy="1911350"/>
            <a:chOff x="-3765" y="4832896"/>
            <a:chExt cx="9147765" cy="2032192"/>
          </a:xfrm>
        </p:grpSpPr>
        <p:sp>
          <p:nvSpPr>
            <p:cNvPr id="4" name="Freeform 16">
              <a:extLst>
                <a:ext uri="{FF2B5EF4-FFF2-40B4-BE49-F238E27FC236}">
                  <a16:creationId xmlns:a16="http://schemas.microsoft.com/office/drawing/2014/main" id="{10F0309B-A483-930E-57DE-3B332F8DF9B8}"/>
                </a:ext>
              </a:extLst>
            </p:cNvPr>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lgn="l" rtl="0">
                <a:defRPr/>
              </a:pPr>
              <a:endParaRPr lang="en-US" sz="2200" dirty="0">
                <a:latin typeface="Arial" charset="0"/>
                <a:cs typeface="+mn-cs"/>
              </a:endParaRPr>
            </a:p>
          </p:txBody>
        </p:sp>
        <p:sp>
          <p:nvSpPr>
            <p:cNvPr id="5" name="Freeform 18">
              <a:extLst>
                <a:ext uri="{FF2B5EF4-FFF2-40B4-BE49-F238E27FC236}">
                  <a16:creationId xmlns:a16="http://schemas.microsoft.com/office/drawing/2014/main" id="{4D23471D-9245-5248-6161-BDBF89A3A351}"/>
                </a:ext>
              </a:extLst>
            </p:cNvPr>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lgn="l" rtl="0">
                <a:defRPr/>
              </a:pPr>
              <a:endParaRPr lang="en-US" sz="2200" dirty="0">
                <a:latin typeface="Arial" charset="0"/>
                <a:cs typeface="+mn-cs"/>
              </a:endParaRPr>
            </a:p>
          </p:txBody>
        </p:sp>
        <p:sp>
          <p:nvSpPr>
            <p:cNvPr id="6" name="Freeform 19">
              <a:extLst>
                <a:ext uri="{FF2B5EF4-FFF2-40B4-BE49-F238E27FC236}">
                  <a16:creationId xmlns:a16="http://schemas.microsoft.com/office/drawing/2014/main" id="{AECD3E4C-B7BE-A83A-FE9B-72BEEB90FAF9}"/>
                </a:ext>
              </a:extLst>
            </p:cNvPr>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rtl="0">
                <a:defRPr/>
              </a:pPr>
              <a:endParaRPr lang="en-US" sz="2200" dirty="0"/>
            </a:p>
          </p:txBody>
        </p:sp>
        <p:cxnSp>
          <p:nvCxnSpPr>
            <p:cNvPr id="7" name="Straight Connector 6">
              <a:extLst>
                <a:ext uri="{FF2B5EF4-FFF2-40B4-BE49-F238E27FC236}">
                  <a16:creationId xmlns:a16="http://schemas.microsoft.com/office/drawing/2014/main" id="{FD97C341-5985-5B32-72AE-F01BB68EACC1}"/>
                </a:ext>
              </a:extLst>
            </p:cNvPr>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8" name="Date Placeholder 29">
            <a:extLst>
              <a:ext uri="{FF2B5EF4-FFF2-40B4-BE49-F238E27FC236}">
                <a16:creationId xmlns:a16="http://schemas.microsoft.com/office/drawing/2014/main" id="{7E0C282B-0B2D-3E28-9EB7-149EAC0917F8}"/>
              </a:ext>
            </a:extLst>
          </p:cNvPr>
          <p:cNvSpPr>
            <a:spLocks noGrp="1"/>
          </p:cNvSpPr>
          <p:nvPr>
            <p:ph type="dt" sz="half" idx="10"/>
          </p:nvPr>
        </p:nvSpPr>
        <p:spPr/>
        <p:txBody>
          <a:bodyPr/>
          <a:lstStyle>
            <a:lvl1pPr>
              <a:defRPr dirty="0">
                <a:solidFill>
                  <a:srgbClr val="FFFFFF"/>
                </a:solidFill>
              </a:defRPr>
            </a:lvl1pPr>
            <a:extLst/>
          </a:lstStyle>
          <a:p>
            <a:pPr>
              <a:defRPr/>
            </a:pPr>
            <a:endParaRPr lang="en-US"/>
          </a:p>
        </p:txBody>
      </p:sp>
      <p:sp>
        <p:nvSpPr>
          <p:cNvPr id="10" name="Footer Placeholder 18">
            <a:extLst>
              <a:ext uri="{FF2B5EF4-FFF2-40B4-BE49-F238E27FC236}">
                <a16:creationId xmlns:a16="http://schemas.microsoft.com/office/drawing/2014/main" id="{F63A3E15-B443-0854-E93D-DC040DF9350F}"/>
              </a:ext>
            </a:extLst>
          </p:cNvPr>
          <p:cNvSpPr>
            <a:spLocks noGrp="1"/>
          </p:cNvSpPr>
          <p:nvPr>
            <p:ph type="ftr" sz="quarter" idx="11"/>
          </p:nvPr>
        </p:nvSpPr>
        <p:spPr/>
        <p:txBody>
          <a:bodyPr/>
          <a:lstStyle>
            <a:lvl1pPr>
              <a:defRPr smtClean="0">
                <a:solidFill>
                  <a:schemeClr val="accent1">
                    <a:tint val="20000"/>
                  </a:schemeClr>
                </a:solidFill>
              </a:defRPr>
            </a:lvl1pPr>
            <a:extLst/>
          </a:lstStyle>
          <a:p>
            <a:pPr>
              <a:defRPr/>
            </a:pPr>
            <a:r>
              <a:rPr lang="en-US" dirty="0"/>
              <a:t>Information Technology Project Management</a:t>
            </a:r>
          </a:p>
        </p:txBody>
      </p:sp>
      <p:sp>
        <p:nvSpPr>
          <p:cNvPr id="11" name="Slide Number Placeholder 26">
            <a:extLst>
              <a:ext uri="{FF2B5EF4-FFF2-40B4-BE49-F238E27FC236}">
                <a16:creationId xmlns:a16="http://schemas.microsoft.com/office/drawing/2014/main" id="{DFE18A41-2D6E-582A-2612-CA14F1941083}"/>
              </a:ext>
            </a:extLst>
          </p:cNvPr>
          <p:cNvSpPr>
            <a:spLocks noGrp="1"/>
          </p:cNvSpPr>
          <p:nvPr>
            <p:ph type="sldNum" sz="quarter" idx="12"/>
          </p:nvPr>
        </p:nvSpPr>
        <p:spPr/>
        <p:txBody>
          <a:bodyPr/>
          <a:lstStyle>
            <a:lvl1pPr>
              <a:defRPr>
                <a:solidFill>
                  <a:srgbClr val="FFFFFF"/>
                </a:solidFill>
              </a:defRPr>
            </a:lvl1pPr>
          </a:lstStyle>
          <a:p>
            <a:fld id="{E4ADCC0B-ABDD-438F-BDEA-3D8C57154AAC}" type="slidenum">
              <a:rPr lang="en-US" altLang="en-US"/>
              <a:pPr/>
              <a:t>‹#›</a:t>
            </a:fld>
            <a:endParaRPr lang="en-US" altLang="en-US"/>
          </a:p>
        </p:txBody>
      </p:sp>
    </p:spTree>
    <p:extLst>
      <p:ext uri="{BB962C8B-B14F-4D97-AF65-F5344CB8AC3E}">
        <p14:creationId xmlns:p14="http://schemas.microsoft.com/office/powerpoint/2010/main" val="33106529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4" name="Footer Placeholder 21">
            <a:extLst>
              <a:ext uri="{FF2B5EF4-FFF2-40B4-BE49-F238E27FC236}">
                <a16:creationId xmlns:a16="http://schemas.microsoft.com/office/drawing/2014/main" id="{97577E99-77BE-21ED-40F1-FD0B6E617781}"/>
              </a:ext>
            </a:extLst>
          </p:cNvPr>
          <p:cNvSpPr>
            <a:spLocks noGrp="1"/>
          </p:cNvSpPr>
          <p:nvPr>
            <p:ph type="ftr" sz="quarter" idx="10"/>
          </p:nvPr>
        </p:nvSpPr>
        <p:spPr>
          <a:xfrm>
            <a:off x="0" y="6492876"/>
            <a:ext cx="3454400" cy="365125"/>
          </a:xfrm>
        </p:spPr>
        <p:txBody>
          <a:bodyPr/>
          <a:lstStyle>
            <a:lvl1pPr algn="l">
              <a:buFontTx/>
              <a:buNone/>
              <a:defRPr sz="1200" dirty="0" smtClean="0">
                <a:latin typeface="+mn-lt"/>
              </a:defRPr>
            </a:lvl1pPr>
          </a:lstStyle>
          <a:p>
            <a:pPr>
              <a:defRPr/>
            </a:pPr>
            <a:r>
              <a:rPr lang="en-US" dirty="0"/>
              <a:t>Information Technology Project Management</a:t>
            </a:r>
          </a:p>
        </p:txBody>
      </p:sp>
      <p:sp>
        <p:nvSpPr>
          <p:cNvPr id="5" name="Slide Number Placeholder 17">
            <a:extLst>
              <a:ext uri="{FF2B5EF4-FFF2-40B4-BE49-F238E27FC236}">
                <a16:creationId xmlns:a16="http://schemas.microsoft.com/office/drawing/2014/main" id="{7C643F99-B67C-6060-B41D-8EF765603624}"/>
              </a:ext>
            </a:extLst>
          </p:cNvPr>
          <p:cNvSpPr>
            <a:spLocks noGrp="1"/>
          </p:cNvSpPr>
          <p:nvPr>
            <p:ph type="sldNum" sz="quarter" idx="11"/>
          </p:nvPr>
        </p:nvSpPr>
        <p:spPr>
          <a:xfrm>
            <a:off x="11451168" y="6492876"/>
            <a:ext cx="740833" cy="365125"/>
          </a:xfrm>
        </p:spPr>
        <p:txBody>
          <a:bodyPr/>
          <a:lstStyle>
            <a:lvl1pPr>
              <a:defRPr sz="1200"/>
            </a:lvl1pPr>
          </a:lstStyle>
          <a:p>
            <a:fld id="{AE71B86A-A49C-4952-879C-04CB70B528A7}" type="slidenum">
              <a:rPr lang="en-US" altLang="en-US"/>
              <a:pPr/>
              <a:t>‹#›</a:t>
            </a:fld>
            <a:endParaRPr lang="en-US" altLang="en-US"/>
          </a:p>
        </p:txBody>
      </p:sp>
    </p:spTree>
    <p:extLst>
      <p:ext uri="{BB962C8B-B14F-4D97-AF65-F5344CB8AC3E}">
        <p14:creationId xmlns:p14="http://schemas.microsoft.com/office/powerpoint/2010/main" val="4172370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10">
            <a:extLst>
              <a:ext uri="{FF2B5EF4-FFF2-40B4-BE49-F238E27FC236}">
                <a16:creationId xmlns:a16="http://schemas.microsoft.com/office/drawing/2014/main" id="{3F9B8B36-A802-A027-5966-BA514F30E1DA}"/>
              </a:ext>
            </a:extLst>
          </p:cNvPr>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rtl="0">
              <a:defRPr/>
            </a:pPr>
            <a:endParaRPr lang="en-US" sz="2200" dirty="0"/>
          </a:p>
        </p:txBody>
      </p:sp>
      <p:sp>
        <p:nvSpPr>
          <p:cNvPr id="5" name="Chevron 15">
            <a:extLst>
              <a:ext uri="{FF2B5EF4-FFF2-40B4-BE49-F238E27FC236}">
                <a16:creationId xmlns:a16="http://schemas.microsoft.com/office/drawing/2014/main" id="{CA4B7DA6-A44E-2727-B012-172974C3ADF8}"/>
              </a:ext>
            </a:extLst>
          </p:cNvPr>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rtl="0">
              <a:defRPr/>
            </a:pPr>
            <a:endParaRPr lang="en-US" sz="2200" dirty="0"/>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a:extLst>
              <a:ext uri="{FF2B5EF4-FFF2-40B4-BE49-F238E27FC236}">
                <a16:creationId xmlns:a16="http://schemas.microsoft.com/office/drawing/2014/main" id="{C4CA2A9B-82AA-5FD4-EE86-E2E26FBCCF7D}"/>
              </a:ext>
            </a:extLst>
          </p:cNvPr>
          <p:cNvSpPr>
            <a:spLocks noGrp="1"/>
          </p:cNvSpPr>
          <p:nvPr>
            <p:ph type="dt" sz="half" idx="10"/>
          </p:nvPr>
        </p:nvSpPr>
        <p:spPr/>
        <p:txBody>
          <a:bodyPr/>
          <a:lstStyle>
            <a:lvl1pPr>
              <a:defRPr dirty="0"/>
            </a:lvl1pPr>
            <a:extLst/>
          </a:lstStyle>
          <a:p>
            <a:pPr>
              <a:defRPr/>
            </a:pPr>
            <a:endParaRPr lang="en-US"/>
          </a:p>
        </p:txBody>
      </p:sp>
      <p:sp>
        <p:nvSpPr>
          <p:cNvPr id="7" name="Footer Placeholder 4">
            <a:extLst>
              <a:ext uri="{FF2B5EF4-FFF2-40B4-BE49-F238E27FC236}">
                <a16:creationId xmlns:a16="http://schemas.microsoft.com/office/drawing/2014/main" id="{7689E944-C272-66A8-D962-F4AAE304C84B}"/>
              </a:ext>
            </a:extLst>
          </p:cNvPr>
          <p:cNvSpPr>
            <a:spLocks noGrp="1"/>
          </p:cNvSpPr>
          <p:nvPr>
            <p:ph type="ftr" sz="quarter" idx="11"/>
          </p:nvPr>
        </p:nvSpPr>
        <p:spPr/>
        <p:txBody>
          <a:bodyPr/>
          <a:lstStyle>
            <a:lvl1pPr>
              <a:defRPr smtClean="0"/>
            </a:lvl1pPr>
            <a:extLst/>
          </a:lstStyle>
          <a:p>
            <a:pPr>
              <a:defRPr/>
            </a:pPr>
            <a:r>
              <a:rPr lang="en-US" dirty="0"/>
              <a:t>Information Technology Project Management</a:t>
            </a:r>
          </a:p>
        </p:txBody>
      </p:sp>
      <p:sp>
        <p:nvSpPr>
          <p:cNvPr id="8" name="Slide Number Placeholder 5">
            <a:extLst>
              <a:ext uri="{FF2B5EF4-FFF2-40B4-BE49-F238E27FC236}">
                <a16:creationId xmlns:a16="http://schemas.microsoft.com/office/drawing/2014/main" id="{49CBE1F5-835B-AA21-E68C-9361887F02AD}"/>
              </a:ext>
            </a:extLst>
          </p:cNvPr>
          <p:cNvSpPr>
            <a:spLocks noGrp="1"/>
          </p:cNvSpPr>
          <p:nvPr>
            <p:ph type="sldNum" sz="quarter" idx="12"/>
          </p:nvPr>
        </p:nvSpPr>
        <p:spPr/>
        <p:txBody>
          <a:bodyPr/>
          <a:lstStyle>
            <a:lvl1pPr>
              <a:defRPr/>
            </a:lvl1pPr>
          </a:lstStyle>
          <a:p>
            <a:fld id="{E3864FDF-0161-4387-872A-F972642744DA}" type="slidenum">
              <a:rPr lang="en-US" altLang="en-US"/>
              <a:pPr/>
              <a:t>‹#›</a:t>
            </a:fld>
            <a:endParaRPr lang="en-US" altLang="en-US"/>
          </a:p>
        </p:txBody>
      </p:sp>
    </p:spTree>
    <p:extLst>
      <p:ext uri="{BB962C8B-B14F-4D97-AF65-F5344CB8AC3E}">
        <p14:creationId xmlns:p14="http://schemas.microsoft.com/office/powerpoint/2010/main" val="3016942876"/>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2" name="Date Placeholder 4">
            <a:extLst>
              <a:ext uri="{FF2B5EF4-FFF2-40B4-BE49-F238E27FC236}">
                <a16:creationId xmlns:a16="http://schemas.microsoft.com/office/drawing/2014/main" id="{6BD60EC3-2AC5-36F0-683A-9D1DD64B12EB}"/>
              </a:ext>
            </a:extLst>
          </p:cNvPr>
          <p:cNvSpPr>
            <a:spLocks noGrp="1"/>
          </p:cNvSpPr>
          <p:nvPr>
            <p:ph type="dt" sz="half" idx="10"/>
          </p:nvPr>
        </p:nvSpPr>
        <p:spPr/>
        <p:txBody>
          <a:bodyPr/>
          <a:lstStyle>
            <a:lvl1pPr>
              <a:defRPr dirty="0"/>
            </a:lvl1pPr>
            <a:extLst/>
          </a:lstStyle>
          <a:p>
            <a:pPr>
              <a:defRPr/>
            </a:pPr>
            <a:endParaRPr lang="en-US"/>
          </a:p>
        </p:txBody>
      </p:sp>
      <p:sp>
        <p:nvSpPr>
          <p:cNvPr id="5" name="Footer Placeholder 5">
            <a:extLst>
              <a:ext uri="{FF2B5EF4-FFF2-40B4-BE49-F238E27FC236}">
                <a16:creationId xmlns:a16="http://schemas.microsoft.com/office/drawing/2014/main" id="{EC7061B0-FD06-8072-5734-24D0A1A6AD87}"/>
              </a:ext>
            </a:extLst>
          </p:cNvPr>
          <p:cNvSpPr>
            <a:spLocks noGrp="1"/>
          </p:cNvSpPr>
          <p:nvPr>
            <p:ph type="ftr" sz="quarter" idx="11"/>
          </p:nvPr>
        </p:nvSpPr>
        <p:spPr/>
        <p:txBody>
          <a:bodyPr/>
          <a:lstStyle>
            <a:lvl1pPr>
              <a:defRPr smtClean="0"/>
            </a:lvl1pPr>
            <a:extLst/>
          </a:lstStyle>
          <a:p>
            <a:pPr>
              <a:defRPr/>
            </a:pPr>
            <a:r>
              <a:rPr lang="en-US" dirty="0"/>
              <a:t>Information Technology Project Management</a:t>
            </a:r>
          </a:p>
        </p:txBody>
      </p:sp>
      <p:sp>
        <p:nvSpPr>
          <p:cNvPr id="6" name="Slide Number Placeholder 6">
            <a:extLst>
              <a:ext uri="{FF2B5EF4-FFF2-40B4-BE49-F238E27FC236}">
                <a16:creationId xmlns:a16="http://schemas.microsoft.com/office/drawing/2014/main" id="{62B27E5F-59F7-CB58-A770-561C0EA95D8B}"/>
              </a:ext>
            </a:extLst>
          </p:cNvPr>
          <p:cNvSpPr>
            <a:spLocks noGrp="1"/>
          </p:cNvSpPr>
          <p:nvPr>
            <p:ph type="sldNum" sz="quarter" idx="12"/>
          </p:nvPr>
        </p:nvSpPr>
        <p:spPr/>
        <p:txBody>
          <a:bodyPr/>
          <a:lstStyle>
            <a:lvl1pPr>
              <a:defRPr/>
            </a:lvl1pPr>
          </a:lstStyle>
          <a:p>
            <a:fld id="{67980756-E051-4912-B5F5-6FE007A8FF35}" type="slidenum">
              <a:rPr lang="en-US" altLang="en-US"/>
              <a:pPr/>
              <a:t>‹#›</a:t>
            </a:fld>
            <a:endParaRPr lang="en-US" altLang="en-US"/>
          </a:p>
        </p:txBody>
      </p:sp>
    </p:spTree>
    <p:extLst>
      <p:ext uri="{BB962C8B-B14F-4D97-AF65-F5344CB8AC3E}">
        <p14:creationId xmlns:p14="http://schemas.microsoft.com/office/powerpoint/2010/main" val="3671653237"/>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EE936D-C2FA-A13B-6B95-35853CFEAB36}"/>
              </a:ext>
            </a:extLst>
          </p:cNvPr>
          <p:cNvSpPr>
            <a:spLocks noGrp="1"/>
          </p:cNvSpPr>
          <p:nvPr>
            <p:ph type="dt" sz="half" idx="10"/>
          </p:nvPr>
        </p:nvSpPr>
        <p:spPr/>
        <p:txBody>
          <a:bodyPr/>
          <a:lstStyle>
            <a:lvl1pPr>
              <a:defRPr dirty="0"/>
            </a:lvl1pPr>
            <a:extLst/>
          </a:lstStyle>
          <a:p>
            <a:pPr>
              <a:defRPr/>
            </a:pPr>
            <a:endParaRPr lang="en-US"/>
          </a:p>
        </p:txBody>
      </p:sp>
      <p:sp>
        <p:nvSpPr>
          <p:cNvPr id="8" name="Footer Placeholder 7">
            <a:extLst>
              <a:ext uri="{FF2B5EF4-FFF2-40B4-BE49-F238E27FC236}">
                <a16:creationId xmlns:a16="http://schemas.microsoft.com/office/drawing/2014/main" id="{2E1988CA-37BA-E393-C078-632C0332C97B}"/>
              </a:ext>
            </a:extLst>
          </p:cNvPr>
          <p:cNvSpPr>
            <a:spLocks noGrp="1"/>
          </p:cNvSpPr>
          <p:nvPr>
            <p:ph type="ftr" sz="quarter" idx="11"/>
          </p:nvPr>
        </p:nvSpPr>
        <p:spPr/>
        <p:txBody>
          <a:bodyPr/>
          <a:lstStyle>
            <a:lvl1pPr>
              <a:defRPr smtClean="0"/>
            </a:lvl1pPr>
            <a:extLst/>
          </a:lstStyle>
          <a:p>
            <a:pPr>
              <a:defRPr/>
            </a:pPr>
            <a:r>
              <a:rPr lang="en-US" dirty="0"/>
              <a:t>Information Technology Project Management</a:t>
            </a:r>
          </a:p>
        </p:txBody>
      </p:sp>
      <p:sp>
        <p:nvSpPr>
          <p:cNvPr id="9" name="Slide Number Placeholder 8">
            <a:extLst>
              <a:ext uri="{FF2B5EF4-FFF2-40B4-BE49-F238E27FC236}">
                <a16:creationId xmlns:a16="http://schemas.microsoft.com/office/drawing/2014/main" id="{A1F15352-7629-3D14-DB67-91924E1C6C4D}"/>
              </a:ext>
            </a:extLst>
          </p:cNvPr>
          <p:cNvSpPr>
            <a:spLocks noGrp="1"/>
          </p:cNvSpPr>
          <p:nvPr>
            <p:ph type="sldNum" sz="quarter" idx="12"/>
          </p:nvPr>
        </p:nvSpPr>
        <p:spPr/>
        <p:txBody>
          <a:bodyPr/>
          <a:lstStyle>
            <a:lvl1pPr>
              <a:defRPr/>
            </a:lvl1pPr>
          </a:lstStyle>
          <a:p>
            <a:fld id="{8B4AF595-A28F-412E-810B-3DB956C24A7B}" type="slidenum">
              <a:rPr lang="en-US" altLang="en-US"/>
              <a:pPr/>
              <a:t>‹#›</a:t>
            </a:fld>
            <a:endParaRPr lang="en-US" altLang="en-US"/>
          </a:p>
        </p:txBody>
      </p:sp>
    </p:spTree>
    <p:extLst>
      <p:ext uri="{BB962C8B-B14F-4D97-AF65-F5344CB8AC3E}">
        <p14:creationId xmlns:p14="http://schemas.microsoft.com/office/powerpoint/2010/main" val="3248973438"/>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2" name="Date Placeholder 2">
            <a:extLst>
              <a:ext uri="{FF2B5EF4-FFF2-40B4-BE49-F238E27FC236}">
                <a16:creationId xmlns:a16="http://schemas.microsoft.com/office/drawing/2014/main" id="{BEEBBD74-11B3-1F6D-DCBF-C390D77E81C8}"/>
              </a:ext>
            </a:extLst>
          </p:cNvPr>
          <p:cNvSpPr>
            <a:spLocks noGrp="1"/>
          </p:cNvSpPr>
          <p:nvPr>
            <p:ph type="dt" sz="half" idx="10"/>
          </p:nvPr>
        </p:nvSpPr>
        <p:spPr/>
        <p:txBody>
          <a:bodyPr/>
          <a:lstStyle>
            <a:lvl1pPr>
              <a:defRPr dirty="0"/>
            </a:lvl1pPr>
            <a:extLst/>
          </a:lstStyle>
          <a:p>
            <a:pPr>
              <a:defRPr/>
            </a:pPr>
            <a:endParaRPr lang="en-US"/>
          </a:p>
        </p:txBody>
      </p:sp>
      <p:sp>
        <p:nvSpPr>
          <p:cNvPr id="3" name="Footer Placeholder 3">
            <a:extLst>
              <a:ext uri="{FF2B5EF4-FFF2-40B4-BE49-F238E27FC236}">
                <a16:creationId xmlns:a16="http://schemas.microsoft.com/office/drawing/2014/main" id="{9FA96A5F-5738-09B5-5962-E9F83F0E3F8D}"/>
              </a:ext>
            </a:extLst>
          </p:cNvPr>
          <p:cNvSpPr>
            <a:spLocks noGrp="1"/>
          </p:cNvSpPr>
          <p:nvPr>
            <p:ph type="ftr" sz="quarter" idx="11"/>
          </p:nvPr>
        </p:nvSpPr>
        <p:spPr/>
        <p:txBody>
          <a:bodyPr/>
          <a:lstStyle>
            <a:lvl1pPr>
              <a:defRPr smtClean="0"/>
            </a:lvl1pPr>
            <a:extLst/>
          </a:lstStyle>
          <a:p>
            <a:pPr>
              <a:defRPr/>
            </a:pPr>
            <a:r>
              <a:rPr lang="en-US" dirty="0"/>
              <a:t>Information Technology Project Management</a:t>
            </a:r>
          </a:p>
        </p:txBody>
      </p:sp>
      <p:sp>
        <p:nvSpPr>
          <p:cNvPr id="4" name="Slide Number Placeholder 4">
            <a:extLst>
              <a:ext uri="{FF2B5EF4-FFF2-40B4-BE49-F238E27FC236}">
                <a16:creationId xmlns:a16="http://schemas.microsoft.com/office/drawing/2014/main" id="{E628CEE4-62FD-2D89-BA33-3CC5BDA5FC73}"/>
              </a:ext>
            </a:extLst>
          </p:cNvPr>
          <p:cNvSpPr>
            <a:spLocks noGrp="1"/>
          </p:cNvSpPr>
          <p:nvPr>
            <p:ph type="sldNum" sz="quarter" idx="12"/>
          </p:nvPr>
        </p:nvSpPr>
        <p:spPr/>
        <p:txBody>
          <a:bodyPr/>
          <a:lstStyle>
            <a:lvl1pPr>
              <a:defRPr/>
            </a:lvl1pPr>
          </a:lstStyle>
          <a:p>
            <a:fld id="{4A793FD8-6168-4F5A-8483-F949D1C8E085}" type="slidenum">
              <a:rPr lang="en-US" altLang="en-US"/>
              <a:pPr/>
              <a:t>‹#›</a:t>
            </a:fld>
            <a:endParaRPr lang="en-US" altLang="en-US"/>
          </a:p>
        </p:txBody>
      </p:sp>
    </p:spTree>
    <p:extLst>
      <p:ext uri="{BB962C8B-B14F-4D97-AF65-F5344CB8AC3E}">
        <p14:creationId xmlns:p14="http://schemas.microsoft.com/office/powerpoint/2010/main" val="279123124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id="{2F2B1345-929C-D078-8BDF-D361AB0371EF}"/>
              </a:ext>
            </a:extLst>
          </p:cNvPr>
          <p:cNvSpPr>
            <a:spLocks noGrp="1"/>
          </p:cNvSpPr>
          <p:nvPr>
            <p:ph type="dt" sz="half" idx="10"/>
          </p:nvPr>
        </p:nvSpPr>
        <p:spPr/>
        <p:txBody>
          <a:bodyPr/>
          <a:lstStyle>
            <a:lvl1pPr>
              <a:defRPr/>
            </a:lvl1pPr>
          </a:lstStyle>
          <a:p>
            <a:pPr>
              <a:defRPr/>
            </a:pPr>
            <a:endParaRPr lang="en-US"/>
          </a:p>
        </p:txBody>
      </p:sp>
      <p:sp>
        <p:nvSpPr>
          <p:cNvPr id="3" name="Footer Placeholder 21">
            <a:extLst>
              <a:ext uri="{FF2B5EF4-FFF2-40B4-BE49-F238E27FC236}">
                <a16:creationId xmlns:a16="http://schemas.microsoft.com/office/drawing/2014/main" id="{F2BF1F81-3385-3738-7027-285346352507}"/>
              </a:ext>
            </a:extLst>
          </p:cNvPr>
          <p:cNvSpPr>
            <a:spLocks noGrp="1"/>
          </p:cNvSpPr>
          <p:nvPr>
            <p:ph type="ftr" sz="quarter" idx="11"/>
          </p:nvPr>
        </p:nvSpPr>
        <p:spPr/>
        <p:txBody>
          <a:bodyPr/>
          <a:lstStyle>
            <a:lvl1pPr>
              <a:defRPr/>
            </a:lvl1pPr>
          </a:lstStyle>
          <a:p>
            <a:pPr>
              <a:defRPr/>
            </a:pPr>
            <a:r>
              <a:rPr lang="en-US" dirty="0"/>
              <a:t>Information Technology Project Management</a:t>
            </a:r>
          </a:p>
        </p:txBody>
      </p:sp>
      <p:sp>
        <p:nvSpPr>
          <p:cNvPr id="4" name="Slide Number Placeholder 17">
            <a:extLst>
              <a:ext uri="{FF2B5EF4-FFF2-40B4-BE49-F238E27FC236}">
                <a16:creationId xmlns:a16="http://schemas.microsoft.com/office/drawing/2014/main" id="{70D136B3-B901-7805-1A50-D718156D2B06}"/>
              </a:ext>
            </a:extLst>
          </p:cNvPr>
          <p:cNvSpPr>
            <a:spLocks noGrp="1"/>
          </p:cNvSpPr>
          <p:nvPr>
            <p:ph type="sldNum" sz="quarter" idx="12"/>
          </p:nvPr>
        </p:nvSpPr>
        <p:spPr/>
        <p:txBody>
          <a:bodyPr/>
          <a:lstStyle>
            <a:lvl1pPr>
              <a:defRPr/>
            </a:lvl1pPr>
          </a:lstStyle>
          <a:p>
            <a:fld id="{475F845E-D602-4615-BBF9-8C04EF71D31B}" type="slidenum">
              <a:rPr lang="en-US" altLang="en-US"/>
              <a:pPr/>
              <a:t>‹#›</a:t>
            </a:fld>
            <a:endParaRPr lang="en-US" altLang="en-US"/>
          </a:p>
        </p:txBody>
      </p:sp>
    </p:spTree>
    <p:extLst>
      <p:ext uri="{BB962C8B-B14F-4D97-AF65-F5344CB8AC3E}">
        <p14:creationId xmlns:p14="http://schemas.microsoft.com/office/powerpoint/2010/main" val="32194158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58134F-4636-18FC-0E84-F6FDCAD1547A}"/>
              </a:ext>
            </a:extLst>
          </p:cNvPr>
          <p:cNvSpPr>
            <a:spLocks noGrp="1"/>
          </p:cNvSpPr>
          <p:nvPr>
            <p:ph type="dt" sz="half" idx="10"/>
          </p:nvPr>
        </p:nvSpPr>
        <p:spPr/>
        <p:txBody>
          <a:bodyPr/>
          <a:lstStyle>
            <a:lvl1pPr>
              <a:defRPr dirty="0"/>
            </a:lvl1pPr>
            <a:extLst/>
          </a:lstStyle>
          <a:p>
            <a:pPr>
              <a:defRPr/>
            </a:pPr>
            <a:endParaRPr lang="en-US"/>
          </a:p>
        </p:txBody>
      </p:sp>
      <p:sp>
        <p:nvSpPr>
          <p:cNvPr id="6" name="Footer Placeholder 5">
            <a:extLst>
              <a:ext uri="{FF2B5EF4-FFF2-40B4-BE49-F238E27FC236}">
                <a16:creationId xmlns:a16="http://schemas.microsoft.com/office/drawing/2014/main" id="{95545C1D-B31D-1B99-41E4-D05C2912EBEA}"/>
              </a:ext>
            </a:extLst>
          </p:cNvPr>
          <p:cNvSpPr>
            <a:spLocks noGrp="1"/>
          </p:cNvSpPr>
          <p:nvPr>
            <p:ph type="ftr" sz="quarter" idx="11"/>
          </p:nvPr>
        </p:nvSpPr>
        <p:spPr/>
        <p:txBody>
          <a:bodyPr/>
          <a:lstStyle>
            <a:lvl1pPr>
              <a:defRPr smtClean="0"/>
            </a:lvl1pPr>
            <a:extLst/>
          </a:lstStyle>
          <a:p>
            <a:pPr>
              <a:defRPr/>
            </a:pPr>
            <a:r>
              <a:rPr lang="en-US" dirty="0"/>
              <a:t>Information Technology Project Management</a:t>
            </a:r>
          </a:p>
        </p:txBody>
      </p:sp>
      <p:sp>
        <p:nvSpPr>
          <p:cNvPr id="7" name="Slide Number Placeholder 6">
            <a:extLst>
              <a:ext uri="{FF2B5EF4-FFF2-40B4-BE49-F238E27FC236}">
                <a16:creationId xmlns:a16="http://schemas.microsoft.com/office/drawing/2014/main" id="{7E969387-C9F6-5A22-1DAD-DEE50803ECBF}"/>
              </a:ext>
            </a:extLst>
          </p:cNvPr>
          <p:cNvSpPr>
            <a:spLocks noGrp="1"/>
          </p:cNvSpPr>
          <p:nvPr>
            <p:ph type="sldNum" sz="quarter" idx="12"/>
          </p:nvPr>
        </p:nvSpPr>
        <p:spPr/>
        <p:txBody>
          <a:bodyPr/>
          <a:lstStyle>
            <a:lvl1pPr>
              <a:defRPr/>
            </a:lvl1pPr>
          </a:lstStyle>
          <a:p>
            <a:fld id="{FF6B81BB-9C26-4D17-A5ED-67DA561283B1}" type="slidenum">
              <a:rPr lang="en-US" altLang="en-US"/>
              <a:pPr/>
              <a:t>‹#›</a:t>
            </a:fld>
            <a:endParaRPr lang="en-US" altLang="en-US"/>
          </a:p>
        </p:txBody>
      </p:sp>
    </p:spTree>
    <p:extLst>
      <p:ext uri="{BB962C8B-B14F-4D97-AF65-F5344CB8AC3E}">
        <p14:creationId xmlns:p14="http://schemas.microsoft.com/office/powerpoint/2010/main" val="303290354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10">
            <a:extLst>
              <a:ext uri="{FF2B5EF4-FFF2-40B4-BE49-F238E27FC236}">
                <a16:creationId xmlns:a16="http://schemas.microsoft.com/office/drawing/2014/main" id="{EA19C623-8514-333B-22DE-B039DEAED44D}"/>
              </a:ext>
            </a:extLst>
          </p:cNvPr>
          <p:cNvSpPr>
            <a:spLocks/>
          </p:cNvSpPr>
          <p:nvPr/>
        </p:nvSpPr>
        <p:spPr bwMode="auto">
          <a:xfrm>
            <a:off x="954617" y="5002214"/>
            <a:ext cx="5069416"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lgn="l" rtl="0">
              <a:defRPr/>
            </a:pPr>
            <a:endParaRPr lang="en-US" sz="2200" dirty="0">
              <a:latin typeface="Arial" charset="0"/>
              <a:cs typeface="+mn-cs"/>
            </a:endParaRPr>
          </a:p>
        </p:txBody>
      </p:sp>
      <p:sp>
        <p:nvSpPr>
          <p:cNvPr id="6" name="Freeform 15">
            <a:extLst>
              <a:ext uri="{FF2B5EF4-FFF2-40B4-BE49-F238E27FC236}">
                <a16:creationId xmlns:a16="http://schemas.microsoft.com/office/drawing/2014/main" id="{1D8D240D-2BE5-EC92-50C4-8773C62032C9}"/>
              </a:ext>
            </a:extLst>
          </p:cNvPr>
          <p:cNvSpPr>
            <a:spLocks/>
          </p:cNvSpPr>
          <p:nvPr/>
        </p:nvSpPr>
        <p:spPr bwMode="auto">
          <a:xfrm>
            <a:off x="-71966" y="5784850"/>
            <a:ext cx="506941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lgn="l" rtl="0">
              <a:defRPr/>
            </a:pPr>
            <a:endParaRPr lang="en-US" sz="2200" dirty="0">
              <a:latin typeface="Arial" charset="0"/>
              <a:cs typeface="+mn-cs"/>
            </a:endParaRPr>
          </a:p>
        </p:txBody>
      </p:sp>
      <p:sp>
        <p:nvSpPr>
          <p:cNvPr id="7" name="Right Triangle 6">
            <a:extLst>
              <a:ext uri="{FF2B5EF4-FFF2-40B4-BE49-F238E27FC236}">
                <a16:creationId xmlns:a16="http://schemas.microsoft.com/office/drawing/2014/main" id="{56F9EAF6-97CC-D7F5-1B0F-DCF8F0C494E8}"/>
              </a:ext>
            </a:extLst>
          </p:cNvPr>
          <p:cNvSpPr>
            <a:spLocks/>
          </p:cNvSpPr>
          <p:nvPr/>
        </p:nvSpPr>
        <p:spPr bwMode="auto">
          <a:xfrm>
            <a:off x="-8056" y="5791253"/>
            <a:ext cx="4536419"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rtl="0">
              <a:defRPr/>
            </a:pPr>
            <a:endParaRPr lang="en-US" sz="2200" dirty="0"/>
          </a:p>
        </p:txBody>
      </p:sp>
      <p:cxnSp>
        <p:nvCxnSpPr>
          <p:cNvPr id="8" name="Straight Connector 7">
            <a:extLst>
              <a:ext uri="{FF2B5EF4-FFF2-40B4-BE49-F238E27FC236}">
                <a16:creationId xmlns:a16="http://schemas.microsoft.com/office/drawing/2014/main" id="{7628F5C7-5001-01DF-C2DD-3037B09DA9A6}"/>
              </a:ext>
            </a:extLst>
          </p:cNvPr>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19">
            <a:extLst>
              <a:ext uri="{FF2B5EF4-FFF2-40B4-BE49-F238E27FC236}">
                <a16:creationId xmlns:a16="http://schemas.microsoft.com/office/drawing/2014/main" id="{C2421B14-8FFE-C9C7-F5E5-93C10C573BC6}"/>
              </a:ext>
            </a:extLst>
          </p:cNvPr>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rtl="0">
              <a:defRPr/>
            </a:pPr>
            <a:endParaRPr lang="en-US" sz="2200" dirty="0"/>
          </a:p>
        </p:txBody>
      </p:sp>
      <p:sp>
        <p:nvSpPr>
          <p:cNvPr id="10" name="Chevron 20">
            <a:extLst>
              <a:ext uri="{FF2B5EF4-FFF2-40B4-BE49-F238E27FC236}">
                <a16:creationId xmlns:a16="http://schemas.microsoft.com/office/drawing/2014/main" id="{8C109B88-5367-D006-A2F3-288D07C0D640}"/>
              </a:ext>
            </a:extLst>
          </p:cNvPr>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rtl="0">
              <a:defRPr/>
            </a:pPr>
            <a:endParaRPr lang="en-US" sz="2200" dirty="0"/>
          </a:p>
        </p:txBody>
      </p:sp>
      <p:sp>
        <p:nvSpPr>
          <p:cNvPr id="4" name="Text Placeholder 3"/>
          <p:cNvSpPr>
            <a:spLocks noGrp="1"/>
          </p:cNvSpPr>
          <p:nvPr>
            <p:ph type="body" sz="half" idx="2"/>
          </p:nvPr>
        </p:nvSpPr>
        <p:spPr>
          <a:xfrm>
            <a:off x="1521643" y="5443402"/>
            <a:ext cx="95504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a:t>Click icon to add picture</a:t>
            </a:r>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a:extLst>
              <a:ext uri="{FF2B5EF4-FFF2-40B4-BE49-F238E27FC236}">
                <a16:creationId xmlns:a16="http://schemas.microsoft.com/office/drawing/2014/main" id="{23F56FD7-2922-9E44-9C3B-2F98E105B7AC}"/>
              </a:ext>
            </a:extLst>
          </p:cNvPr>
          <p:cNvSpPr>
            <a:spLocks noGrp="1"/>
          </p:cNvSpPr>
          <p:nvPr>
            <p:ph type="dt" sz="half" idx="10"/>
          </p:nvPr>
        </p:nvSpPr>
        <p:spPr/>
        <p:txBody>
          <a:bodyPr/>
          <a:lstStyle>
            <a:lvl1pPr>
              <a:defRPr dirty="0">
                <a:solidFill>
                  <a:schemeClr val="tx1"/>
                </a:solidFill>
              </a:defRPr>
            </a:lvl1pPr>
            <a:extLst/>
          </a:lstStyle>
          <a:p>
            <a:pPr>
              <a:defRPr/>
            </a:pPr>
            <a:endParaRPr lang="en-US"/>
          </a:p>
        </p:txBody>
      </p:sp>
      <p:sp>
        <p:nvSpPr>
          <p:cNvPr id="12" name="Footer Placeholder 5">
            <a:extLst>
              <a:ext uri="{FF2B5EF4-FFF2-40B4-BE49-F238E27FC236}">
                <a16:creationId xmlns:a16="http://schemas.microsoft.com/office/drawing/2014/main" id="{E9617B54-CDE3-147A-7B3E-D7C2F15FE912}"/>
              </a:ext>
            </a:extLst>
          </p:cNvPr>
          <p:cNvSpPr>
            <a:spLocks noGrp="1"/>
          </p:cNvSpPr>
          <p:nvPr>
            <p:ph type="ftr" sz="quarter" idx="11"/>
          </p:nvPr>
        </p:nvSpPr>
        <p:spPr/>
        <p:txBody>
          <a:bodyPr/>
          <a:lstStyle>
            <a:lvl1pPr>
              <a:defRPr smtClean="0">
                <a:solidFill>
                  <a:schemeClr val="tx1"/>
                </a:solidFill>
              </a:defRPr>
            </a:lvl1pPr>
            <a:extLst/>
          </a:lstStyle>
          <a:p>
            <a:pPr>
              <a:defRPr/>
            </a:pPr>
            <a:r>
              <a:rPr lang="en-US" dirty="0"/>
              <a:t>Information Technology Project Management</a:t>
            </a:r>
          </a:p>
        </p:txBody>
      </p:sp>
      <p:sp>
        <p:nvSpPr>
          <p:cNvPr id="13" name="Slide Number Placeholder 6">
            <a:extLst>
              <a:ext uri="{FF2B5EF4-FFF2-40B4-BE49-F238E27FC236}">
                <a16:creationId xmlns:a16="http://schemas.microsoft.com/office/drawing/2014/main" id="{E1A7CDB1-8BF7-A6A8-0644-57AD14FBE256}"/>
              </a:ext>
            </a:extLst>
          </p:cNvPr>
          <p:cNvSpPr>
            <a:spLocks noGrp="1"/>
          </p:cNvSpPr>
          <p:nvPr>
            <p:ph type="sldNum" sz="quarter" idx="12"/>
          </p:nvPr>
        </p:nvSpPr>
        <p:spPr/>
        <p:txBody>
          <a:bodyPr/>
          <a:lstStyle>
            <a:lvl1pPr>
              <a:defRPr/>
            </a:lvl1pPr>
          </a:lstStyle>
          <a:p>
            <a:fld id="{016BC13D-5A54-474F-8518-7115EFE92F2F}" type="slidenum">
              <a:rPr lang="en-US" altLang="en-US"/>
              <a:pPr/>
              <a:t>‹#›</a:t>
            </a:fld>
            <a:endParaRPr lang="en-US" altLang="en-US"/>
          </a:p>
        </p:txBody>
      </p:sp>
    </p:spTree>
    <p:extLst>
      <p:ext uri="{BB962C8B-B14F-4D97-AF65-F5344CB8AC3E}">
        <p14:creationId xmlns:p14="http://schemas.microsoft.com/office/powerpoint/2010/main" val="2025077975"/>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7EA52D7D-8350-7518-7943-6A383C8B1EBF}"/>
              </a:ext>
            </a:extLst>
          </p:cNvPr>
          <p:cNvSpPr>
            <a:spLocks noGrp="1"/>
          </p:cNvSpPr>
          <p:nvPr>
            <p:ph type="dt" sz="half" idx="10"/>
          </p:nvPr>
        </p:nvSpPr>
        <p:spPr/>
        <p:txBody>
          <a:bodyPr/>
          <a:lstStyle>
            <a:lvl1pPr>
              <a:defRPr/>
            </a:lvl1pPr>
          </a:lstStyle>
          <a:p>
            <a:pPr>
              <a:defRPr/>
            </a:pPr>
            <a:endParaRPr lang="en-US"/>
          </a:p>
        </p:txBody>
      </p:sp>
      <p:sp>
        <p:nvSpPr>
          <p:cNvPr id="5" name="Footer Placeholder 21">
            <a:extLst>
              <a:ext uri="{FF2B5EF4-FFF2-40B4-BE49-F238E27FC236}">
                <a16:creationId xmlns:a16="http://schemas.microsoft.com/office/drawing/2014/main" id="{8ABC4563-B50F-8101-FEC4-AA9790799A41}"/>
              </a:ext>
            </a:extLst>
          </p:cNvPr>
          <p:cNvSpPr>
            <a:spLocks noGrp="1"/>
          </p:cNvSpPr>
          <p:nvPr>
            <p:ph type="ftr" sz="quarter" idx="11"/>
          </p:nvPr>
        </p:nvSpPr>
        <p:spPr/>
        <p:txBody>
          <a:bodyPr/>
          <a:lstStyle>
            <a:lvl1pPr>
              <a:defRPr/>
            </a:lvl1pPr>
          </a:lstStyle>
          <a:p>
            <a:pPr>
              <a:defRPr/>
            </a:pPr>
            <a:r>
              <a:rPr lang="en-US" dirty="0"/>
              <a:t>Information Technology Project Management</a:t>
            </a:r>
          </a:p>
        </p:txBody>
      </p:sp>
      <p:sp>
        <p:nvSpPr>
          <p:cNvPr id="6" name="Slide Number Placeholder 17">
            <a:extLst>
              <a:ext uri="{FF2B5EF4-FFF2-40B4-BE49-F238E27FC236}">
                <a16:creationId xmlns:a16="http://schemas.microsoft.com/office/drawing/2014/main" id="{29D91481-68C0-5E27-ABB2-C91A000DE60C}"/>
              </a:ext>
            </a:extLst>
          </p:cNvPr>
          <p:cNvSpPr>
            <a:spLocks noGrp="1"/>
          </p:cNvSpPr>
          <p:nvPr>
            <p:ph type="sldNum" sz="quarter" idx="12"/>
          </p:nvPr>
        </p:nvSpPr>
        <p:spPr/>
        <p:txBody>
          <a:bodyPr/>
          <a:lstStyle>
            <a:lvl1pPr>
              <a:defRPr/>
            </a:lvl1pPr>
          </a:lstStyle>
          <a:p>
            <a:fld id="{3D606C70-6371-454B-90CE-1FF320A732DD}" type="slidenum">
              <a:rPr lang="en-US" altLang="en-US"/>
              <a:pPr/>
              <a:t>‹#›</a:t>
            </a:fld>
            <a:endParaRPr lang="en-US" altLang="en-US"/>
          </a:p>
        </p:txBody>
      </p:sp>
    </p:spTree>
    <p:extLst>
      <p:ext uri="{BB962C8B-B14F-4D97-AF65-F5344CB8AC3E}">
        <p14:creationId xmlns:p14="http://schemas.microsoft.com/office/powerpoint/2010/main" val="21752670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BA26C1D9-49B8-5BB8-863A-29CD4A2FA8F6}"/>
              </a:ext>
            </a:extLst>
          </p:cNvPr>
          <p:cNvSpPr>
            <a:spLocks noGrp="1"/>
          </p:cNvSpPr>
          <p:nvPr>
            <p:ph type="dt" sz="half" idx="10"/>
          </p:nvPr>
        </p:nvSpPr>
        <p:spPr/>
        <p:txBody>
          <a:bodyPr/>
          <a:lstStyle>
            <a:lvl1pPr>
              <a:defRPr/>
            </a:lvl1pPr>
          </a:lstStyle>
          <a:p>
            <a:pPr>
              <a:defRPr/>
            </a:pPr>
            <a:endParaRPr lang="en-US"/>
          </a:p>
        </p:txBody>
      </p:sp>
      <p:sp>
        <p:nvSpPr>
          <p:cNvPr id="5" name="Footer Placeholder 21">
            <a:extLst>
              <a:ext uri="{FF2B5EF4-FFF2-40B4-BE49-F238E27FC236}">
                <a16:creationId xmlns:a16="http://schemas.microsoft.com/office/drawing/2014/main" id="{D38E81AA-F6EC-4427-C526-91D7036C2A15}"/>
              </a:ext>
            </a:extLst>
          </p:cNvPr>
          <p:cNvSpPr>
            <a:spLocks noGrp="1"/>
          </p:cNvSpPr>
          <p:nvPr>
            <p:ph type="ftr" sz="quarter" idx="11"/>
          </p:nvPr>
        </p:nvSpPr>
        <p:spPr/>
        <p:txBody>
          <a:bodyPr/>
          <a:lstStyle>
            <a:lvl1pPr>
              <a:defRPr/>
            </a:lvl1pPr>
          </a:lstStyle>
          <a:p>
            <a:pPr>
              <a:defRPr/>
            </a:pPr>
            <a:r>
              <a:rPr lang="en-US" dirty="0"/>
              <a:t>Information Technology Project Management</a:t>
            </a:r>
          </a:p>
        </p:txBody>
      </p:sp>
      <p:sp>
        <p:nvSpPr>
          <p:cNvPr id="6" name="Slide Number Placeholder 17">
            <a:extLst>
              <a:ext uri="{FF2B5EF4-FFF2-40B4-BE49-F238E27FC236}">
                <a16:creationId xmlns:a16="http://schemas.microsoft.com/office/drawing/2014/main" id="{2023CABE-C72F-F9D6-DE05-A148DECD947D}"/>
              </a:ext>
            </a:extLst>
          </p:cNvPr>
          <p:cNvSpPr>
            <a:spLocks noGrp="1"/>
          </p:cNvSpPr>
          <p:nvPr>
            <p:ph type="sldNum" sz="quarter" idx="12"/>
          </p:nvPr>
        </p:nvSpPr>
        <p:spPr/>
        <p:txBody>
          <a:bodyPr/>
          <a:lstStyle>
            <a:lvl1pPr>
              <a:defRPr/>
            </a:lvl1pPr>
          </a:lstStyle>
          <a:p>
            <a:fld id="{CE677BD0-CC96-491F-8DDE-1C580656273E}" type="slidenum">
              <a:rPr lang="en-US" altLang="en-US"/>
              <a:pPr/>
              <a:t>‹#›</a:t>
            </a:fld>
            <a:endParaRPr lang="en-US" altLang="en-US"/>
          </a:p>
        </p:txBody>
      </p:sp>
    </p:spTree>
    <p:extLst>
      <p:ext uri="{BB962C8B-B14F-4D97-AF65-F5344CB8AC3E}">
        <p14:creationId xmlns:p14="http://schemas.microsoft.com/office/powerpoint/2010/main" val="2827642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6636AB3-3334-A97B-6D35-7E0DD06AC6D5}"/>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BADE5928-BA25-B29C-1304-1C9E9DEEB434}"/>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277EBD1-3B36-D556-008C-A3474208F471}"/>
              </a:ext>
            </a:extLst>
          </p:cNvPr>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l" rtl="0">
              <a:lnSpc>
                <a:spcPct val="90000"/>
              </a:lnSpc>
              <a:spcBef>
                <a:spcPct val="20000"/>
              </a:spcBef>
              <a:buFontTx/>
              <a:buChar char="•"/>
              <a:defRPr sz="1200" dirty="0">
                <a:solidFill>
                  <a:srgbClr val="898989"/>
                </a:solidFill>
                <a:latin typeface="Times New Roman" pitchFamily="18" charset="0"/>
                <a:cs typeface="+mn-cs"/>
              </a:defRPr>
            </a:lvl1pPr>
          </a:lstStyle>
          <a:p>
            <a:pPr>
              <a:defRPr/>
            </a:pPr>
            <a:endParaRPr lang="en-US"/>
          </a:p>
        </p:txBody>
      </p:sp>
      <p:sp>
        <p:nvSpPr>
          <p:cNvPr id="5" name="Footer Placeholder 4">
            <a:extLst>
              <a:ext uri="{FF2B5EF4-FFF2-40B4-BE49-F238E27FC236}">
                <a16:creationId xmlns:a16="http://schemas.microsoft.com/office/drawing/2014/main" id="{6ACB016F-55AC-7CCD-2B93-A6E25763B352}"/>
              </a:ext>
            </a:extLst>
          </p:cNvPr>
          <p:cNvSpPr>
            <a:spLocks noGrp="1"/>
          </p:cNvSpPr>
          <p:nvPr>
            <p:ph type="ftr" sz="quarter" idx="3"/>
          </p:nvPr>
        </p:nvSpPr>
        <p:spPr>
          <a:xfrm>
            <a:off x="4165600" y="6356351"/>
            <a:ext cx="3860800" cy="365125"/>
          </a:xfrm>
          <a:prstGeom prst="rect">
            <a:avLst/>
          </a:prstGeom>
        </p:spPr>
        <p:txBody>
          <a:bodyPr vert="horz" wrap="square" lIns="91440" tIns="45720" rIns="91440" bIns="45720" numCol="1" anchor="ctr" anchorCtr="0" compatLnSpc="1">
            <a:prstTxWarp prst="textNoShape">
              <a:avLst/>
            </a:prstTxWarp>
          </a:bodyPr>
          <a:lstStyle>
            <a:lvl1pPr algn="ctr" rtl="0">
              <a:lnSpc>
                <a:spcPct val="90000"/>
              </a:lnSpc>
              <a:spcBef>
                <a:spcPct val="20000"/>
              </a:spcBef>
              <a:buFontTx/>
              <a:buChar char="•"/>
              <a:defRPr sz="1200" smtClean="0">
                <a:solidFill>
                  <a:srgbClr val="898989"/>
                </a:solidFill>
                <a:latin typeface="Times New Roman" pitchFamily="18" charset="0"/>
                <a:cs typeface="+mn-cs"/>
              </a:defRPr>
            </a:lvl1pPr>
          </a:lstStyle>
          <a:p>
            <a:pPr>
              <a:defRPr/>
            </a:pPr>
            <a:r>
              <a:rPr lang="en-US" dirty="0"/>
              <a:t>Information Technology Project Management</a:t>
            </a:r>
          </a:p>
        </p:txBody>
      </p:sp>
      <p:sp>
        <p:nvSpPr>
          <p:cNvPr id="6" name="Slide Number Placeholder 5">
            <a:extLst>
              <a:ext uri="{FF2B5EF4-FFF2-40B4-BE49-F238E27FC236}">
                <a16:creationId xmlns:a16="http://schemas.microsoft.com/office/drawing/2014/main" id="{5AFDE6D5-796E-7D1D-6282-0B2F722D4E6C}"/>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rtl="0">
              <a:lnSpc>
                <a:spcPct val="90000"/>
              </a:lnSpc>
              <a:spcBef>
                <a:spcPct val="20000"/>
              </a:spcBef>
              <a:buFontTx/>
              <a:buChar char="•"/>
              <a:defRPr sz="1200">
                <a:solidFill>
                  <a:srgbClr val="898989"/>
                </a:solidFill>
                <a:latin typeface="Times New Roman" panose="02020603050405020304" pitchFamily="18" charset="0"/>
              </a:defRPr>
            </a:lvl1pPr>
          </a:lstStyle>
          <a:p>
            <a:fld id="{F2A3D26A-0FFA-4076-BFD2-550187FD7BC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905" r:id="rId1"/>
    <p:sldLayoutId id="2147483906" r:id="rId2"/>
    <p:sldLayoutId id="2147483907" r:id="rId3"/>
    <p:sldLayoutId id="2147483908" r:id="rId4"/>
    <p:sldLayoutId id="2147483909" r:id="rId5"/>
    <p:sldLayoutId id="2147483910" r:id="rId6"/>
    <p:sldLayoutId id="2147483911" r:id="rId7"/>
    <p:sldLayoutId id="2147483912" r:id="rId8"/>
    <p:sldLayoutId id="2147483913" r:id="rId9"/>
    <p:sldLayoutId id="2147483914" r:id="rId10"/>
    <p:sldLayoutId id="2147483915"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119945E-315A-6785-4195-53494F7F20AD}"/>
              </a:ext>
            </a:extLst>
          </p:cNvPr>
          <p:cNvSpPr>
            <a:spLocks/>
          </p:cNvSpPr>
          <p:nvPr/>
        </p:nvSpPr>
        <p:spPr bwMode="auto">
          <a:xfrm>
            <a:off x="954617" y="5002214"/>
            <a:ext cx="5069416"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lgn="l" rtl="0">
              <a:defRPr/>
            </a:pPr>
            <a:endParaRPr lang="en-US" sz="2200" dirty="0">
              <a:latin typeface="Arial" charset="0"/>
              <a:cs typeface="+mn-cs"/>
            </a:endParaRPr>
          </a:p>
        </p:txBody>
      </p:sp>
      <p:sp>
        <p:nvSpPr>
          <p:cNvPr id="12" name="Freeform 11">
            <a:extLst>
              <a:ext uri="{FF2B5EF4-FFF2-40B4-BE49-F238E27FC236}">
                <a16:creationId xmlns:a16="http://schemas.microsoft.com/office/drawing/2014/main" id="{773B6741-4B36-0B88-8E78-DBA7F6A39146}"/>
              </a:ext>
            </a:extLst>
          </p:cNvPr>
          <p:cNvSpPr>
            <a:spLocks/>
          </p:cNvSpPr>
          <p:nvPr/>
        </p:nvSpPr>
        <p:spPr bwMode="auto">
          <a:xfrm>
            <a:off x="-71966" y="5784850"/>
            <a:ext cx="506941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lgn="l" rtl="0">
              <a:defRPr/>
            </a:pPr>
            <a:endParaRPr lang="en-US" sz="2200" dirty="0">
              <a:latin typeface="Arial" charset="0"/>
              <a:cs typeface="+mn-cs"/>
            </a:endParaRPr>
          </a:p>
        </p:txBody>
      </p:sp>
      <p:sp>
        <p:nvSpPr>
          <p:cNvPr id="14" name="Right Triangle 13">
            <a:extLst>
              <a:ext uri="{FF2B5EF4-FFF2-40B4-BE49-F238E27FC236}">
                <a16:creationId xmlns:a16="http://schemas.microsoft.com/office/drawing/2014/main" id="{01F91729-7A21-6188-E4EA-A01A6EF8A1A3}"/>
              </a:ext>
            </a:extLst>
          </p:cNvPr>
          <p:cNvSpPr>
            <a:spLocks/>
          </p:cNvSpPr>
          <p:nvPr/>
        </p:nvSpPr>
        <p:spPr bwMode="auto">
          <a:xfrm>
            <a:off x="-8056" y="5791253"/>
            <a:ext cx="4536419"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rtl="0">
              <a:defRPr/>
            </a:pPr>
            <a:endParaRPr lang="en-US" sz="2200" dirty="0"/>
          </a:p>
        </p:txBody>
      </p:sp>
      <p:cxnSp>
        <p:nvCxnSpPr>
          <p:cNvPr id="15" name="Straight Connector 14">
            <a:extLst>
              <a:ext uri="{FF2B5EF4-FFF2-40B4-BE49-F238E27FC236}">
                <a16:creationId xmlns:a16="http://schemas.microsoft.com/office/drawing/2014/main" id="{2853ADEF-982A-86F1-9D66-857E69A339E5}"/>
              </a:ext>
            </a:extLst>
          </p:cNvPr>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a:extLst>
              <a:ext uri="{FF2B5EF4-FFF2-40B4-BE49-F238E27FC236}">
                <a16:creationId xmlns:a16="http://schemas.microsoft.com/office/drawing/2014/main" id="{E61ACE5A-C285-C2EB-DA8B-8352D0CF540F}"/>
              </a:ext>
            </a:extLst>
          </p:cNvPr>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2057" name="Text Placeholder 29">
            <a:extLst>
              <a:ext uri="{FF2B5EF4-FFF2-40B4-BE49-F238E27FC236}">
                <a16:creationId xmlns:a16="http://schemas.microsoft.com/office/drawing/2014/main" id="{1417EAC4-1332-1304-0804-D232E16A9803}"/>
              </a:ext>
            </a:extLst>
          </p:cNvPr>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a16="http://schemas.microsoft.com/office/drawing/2014/main" id="{9AC35CBB-C515-08E3-6246-F337FABD31FE}"/>
              </a:ext>
            </a:extLst>
          </p:cNvPr>
          <p:cNvSpPr>
            <a:spLocks noGrp="1"/>
          </p:cNvSpPr>
          <p:nvPr>
            <p:ph type="dt" sz="half" idx="2"/>
          </p:nvPr>
        </p:nvSpPr>
        <p:spPr>
          <a:xfrm>
            <a:off x="8970433" y="6408739"/>
            <a:ext cx="2559051" cy="365125"/>
          </a:xfrm>
          <a:prstGeom prst="rect">
            <a:avLst/>
          </a:prstGeom>
        </p:spPr>
        <p:txBody>
          <a:bodyPr vert="horz" anchor="b"/>
          <a:lstStyle>
            <a:lvl1pPr algn="l" rtl="0" eaLnBrk="1" latinLnBrk="0" hangingPunct="1">
              <a:defRPr kumimoji="0" sz="1000" dirty="0">
                <a:solidFill>
                  <a:schemeClr val="tx1"/>
                </a:solidFill>
                <a:latin typeface="Arial" charset="0"/>
                <a:cs typeface="+mn-cs"/>
              </a:defRPr>
            </a:lvl1pPr>
            <a:extLst/>
          </a:lstStyle>
          <a:p>
            <a:pPr>
              <a:defRPr/>
            </a:pPr>
            <a:endParaRPr lang="en-US"/>
          </a:p>
        </p:txBody>
      </p:sp>
      <p:sp>
        <p:nvSpPr>
          <p:cNvPr id="22" name="Footer Placeholder 21">
            <a:extLst>
              <a:ext uri="{FF2B5EF4-FFF2-40B4-BE49-F238E27FC236}">
                <a16:creationId xmlns:a16="http://schemas.microsoft.com/office/drawing/2014/main" id="{B2793913-8725-E15E-B673-F5207F08A7EC}"/>
              </a:ext>
            </a:extLst>
          </p:cNvPr>
          <p:cNvSpPr>
            <a:spLocks noGrp="1"/>
          </p:cNvSpPr>
          <p:nvPr>
            <p:ph type="ftr" sz="quarter" idx="3"/>
          </p:nvPr>
        </p:nvSpPr>
        <p:spPr>
          <a:xfrm>
            <a:off x="5839884" y="6408739"/>
            <a:ext cx="3134783" cy="365125"/>
          </a:xfrm>
          <a:prstGeom prst="rect">
            <a:avLst/>
          </a:prstGeom>
        </p:spPr>
        <p:txBody>
          <a:bodyPr vert="horz" anchor="b"/>
          <a:lstStyle>
            <a:lvl1pPr algn="r" rtl="0" eaLnBrk="1" latinLnBrk="0" hangingPunct="1">
              <a:defRPr kumimoji="0" sz="1000" smtClean="0">
                <a:solidFill>
                  <a:schemeClr val="tx1"/>
                </a:solidFill>
                <a:latin typeface="Arial" charset="0"/>
                <a:cs typeface="+mn-cs"/>
              </a:defRPr>
            </a:lvl1pPr>
            <a:extLst/>
          </a:lstStyle>
          <a:p>
            <a:pPr>
              <a:defRPr/>
            </a:pPr>
            <a:r>
              <a:rPr lang="en-US" dirty="0"/>
              <a:t>Information Technology Project Management</a:t>
            </a:r>
          </a:p>
        </p:txBody>
      </p:sp>
      <p:sp>
        <p:nvSpPr>
          <p:cNvPr id="18" name="Slide Number Placeholder 17">
            <a:extLst>
              <a:ext uri="{FF2B5EF4-FFF2-40B4-BE49-F238E27FC236}">
                <a16:creationId xmlns:a16="http://schemas.microsoft.com/office/drawing/2014/main" id="{223FD39B-ECFF-3A43-F2D1-B9E12E234A81}"/>
              </a:ext>
            </a:extLst>
          </p:cNvPr>
          <p:cNvSpPr>
            <a:spLocks noGrp="1"/>
          </p:cNvSpPr>
          <p:nvPr>
            <p:ph type="sldNum" sz="quarter" idx="4"/>
          </p:nvPr>
        </p:nvSpPr>
        <p:spPr>
          <a:xfrm>
            <a:off x="11529484" y="6408739"/>
            <a:ext cx="488949" cy="365125"/>
          </a:xfrm>
          <a:prstGeom prst="rect">
            <a:avLst/>
          </a:prstGeom>
        </p:spPr>
        <p:txBody>
          <a:bodyPr vert="horz" wrap="square" lIns="91440" tIns="45720" rIns="91440" bIns="45720" numCol="1" anchor="b" anchorCtr="0" compatLnSpc="1">
            <a:prstTxWarp prst="textNoShape">
              <a:avLst/>
            </a:prstTxWarp>
          </a:bodyPr>
          <a:lstStyle>
            <a:lvl1pPr rtl="0">
              <a:defRPr sz="1000"/>
            </a:lvl1pPr>
          </a:lstStyle>
          <a:p>
            <a:fld id="{2B1C1756-8224-4A6D-A29F-16A82E49212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919" r:id="rId1"/>
    <p:sldLayoutId id="2147483920" r:id="rId2"/>
    <p:sldLayoutId id="2147483921" r:id="rId3"/>
    <p:sldLayoutId id="2147483922" r:id="rId4"/>
    <p:sldLayoutId id="2147483923" r:id="rId5"/>
    <p:sldLayoutId id="2147483924" r:id="rId6"/>
    <p:sldLayoutId id="2147483916" r:id="rId7"/>
    <p:sldLayoutId id="2147483925" r:id="rId8"/>
    <p:sldLayoutId id="2147483926" r:id="rId9"/>
    <p:sldLayoutId id="2147483917" r:id="rId10"/>
    <p:sldLayoutId id="2147483918" r:id="rId11"/>
  </p:sldLayoutIdLst>
  <p:hf hdr="0" dt="0"/>
  <p:txStyles>
    <p:titleStyle>
      <a:lvl1pPr algn="l" rtl="0" fontAlgn="base">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fontAlgn="base">
        <a:spcBef>
          <a:spcPct val="0"/>
        </a:spcBef>
        <a:spcAft>
          <a:spcPct val="0"/>
        </a:spcAft>
        <a:defRPr sz="4100" b="1">
          <a:solidFill>
            <a:schemeClr val="tx2"/>
          </a:solidFill>
          <a:latin typeface="Arial" charset="0"/>
        </a:defRPr>
      </a:lvl2pPr>
      <a:lvl3pPr algn="l" rtl="0" fontAlgn="base">
        <a:spcBef>
          <a:spcPct val="0"/>
        </a:spcBef>
        <a:spcAft>
          <a:spcPct val="0"/>
        </a:spcAft>
        <a:defRPr sz="4100" b="1">
          <a:solidFill>
            <a:schemeClr val="tx2"/>
          </a:solidFill>
          <a:latin typeface="Arial" charset="0"/>
        </a:defRPr>
      </a:lvl3pPr>
      <a:lvl4pPr algn="l" rtl="0" fontAlgn="base">
        <a:spcBef>
          <a:spcPct val="0"/>
        </a:spcBef>
        <a:spcAft>
          <a:spcPct val="0"/>
        </a:spcAft>
        <a:defRPr sz="4100" b="1">
          <a:solidFill>
            <a:schemeClr val="tx2"/>
          </a:solidFill>
          <a:latin typeface="Arial" charset="0"/>
        </a:defRPr>
      </a:lvl4pPr>
      <a:lvl5pPr algn="l" rtl="0" fontAlgn="base">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fontAlgn="base">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0713" indent="-228600" algn="l" rtl="0" fontAlgn="base">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8838" indent="-228600" algn="l" rtl="0" fontAlgn="base">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fontAlgn="base">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n-ea"/>
          <a:cs typeface="+mn-cs"/>
        </a:defRPr>
      </a:lvl4pPr>
      <a:lvl5pPr marL="1371600" indent="-228600" algn="l" rtl="0" fontAlgn="base">
        <a:spcBef>
          <a:spcPts val="350"/>
        </a:spcBef>
        <a:spcAft>
          <a:spcPct val="0"/>
        </a:spcAft>
        <a:buClr>
          <a:schemeClr val="accent2"/>
        </a:buClr>
        <a:buFont typeface="Wingdings 2" panose="05020102010507070707"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hyperlink" Target="https://youtu.be/5RocT_OdQcA" TargetMode="Externa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8" Type="http://schemas.openxmlformats.org/officeDocument/2006/relationships/hyperlink" Target="https://youtu.be/DjaLaUsrLKA" TargetMode="External"/><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A11B2809-1D52-D245-430C-28D1818567EA}"/>
              </a:ext>
            </a:extLst>
          </p:cNvPr>
          <p:cNvSpPr>
            <a:spLocks noGrp="1" noChangeArrowheads="1"/>
          </p:cNvSpPr>
          <p:nvPr>
            <p:ph type="ctrTitle"/>
          </p:nvPr>
        </p:nvSpPr>
        <p:spPr>
          <a:xfrm>
            <a:off x="1524000" y="1600201"/>
            <a:ext cx="9144000" cy="1349375"/>
          </a:xfrm>
        </p:spPr>
        <p:txBody>
          <a:bodyPr>
            <a:noAutofit/>
          </a:bodyPr>
          <a:lstStyle/>
          <a:p>
            <a:pPr algn="ctr" fontAlgn="auto">
              <a:spcAft>
                <a:spcPts val="0"/>
              </a:spcAft>
              <a:defRPr/>
            </a:pPr>
            <a:r>
              <a:rPr dirty="0">
                <a:effectLst>
                  <a:outerShdw blurRad="38100" dist="38100" dir="2700000" algn="tl">
                    <a:srgbClr val="FFFFFF"/>
                  </a:outerShdw>
                </a:effectLst>
                <a:latin typeface="Arial Rounded MT Bold" pitchFamily="34" charset="0"/>
              </a:rPr>
              <a:t>Chapter </a:t>
            </a:r>
            <a:r>
              <a:rPr lang="en-US" dirty="0">
                <a:effectLst>
                  <a:outerShdw blurRad="38100" dist="38100" dir="2700000" algn="tl">
                    <a:srgbClr val="FFFFFF"/>
                  </a:outerShdw>
                </a:effectLst>
                <a:latin typeface="Arial Rounded MT Bold" pitchFamily="34" charset="0"/>
              </a:rPr>
              <a:t>2</a:t>
            </a:r>
            <a:r>
              <a:rPr dirty="0">
                <a:effectLst>
                  <a:outerShdw blurRad="38100" dist="38100" dir="2700000" algn="tl">
                    <a:srgbClr val="FFFFFF"/>
                  </a:outerShdw>
                </a:effectLst>
                <a:latin typeface="Arial Rounded MT Bold" pitchFamily="34" charset="0"/>
              </a:rPr>
              <a:t>:</a:t>
            </a:r>
            <a:br>
              <a:rPr dirty="0">
                <a:effectLst>
                  <a:outerShdw blurRad="38100" dist="38100" dir="2700000" algn="tl">
                    <a:srgbClr val="FFFFFF"/>
                  </a:outerShdw>
                </a:effectLst>
                <a:latin typeface="Arial Rounded MT Bold" pitchFamily="34" charset="0"/>
              </a:rPr>
            </a:br>
            <a:r>
              <a:rPr lang="en-US" sz="4400" dirty="0">
                <a:effectLst>
                  <a:outerShdw blurRad="38100" dist="38100" dir="2700000" algn="tl">
                    <a:srgbClr val="FFFFFF"/>
                  </a:outerShdw>
                </a:effectLst>
                <a:latin typeface="Arial Rounded MT Bold" pitchFamily="34" charset="0"/>
              </a:rPr>
              <a:t>The Project Management and Information Technology Context</a:t>
            </a:r>
            <a:endParaRPr dirty="0">
              <a:effectLst>
                <a:outerShdw blurRad="38100" dist="38100" dir="2700000" algn="tl">
                  <a:srgbClr val="FFFFFF"/>
                </a:outerShdw>
              </a:effectLst>
              <a:latin typeface="Arial Rounded MT Bold" pitchFamily="34" charset="0"/>
            </a:endParaRPr>
          </a:p>
        </p:txBody>
      </p:sp>
      <p:sp>
        <p:nvSpPr>
          <p:cNvPr id="11268" name="TextBox 5">
            <a:extLst>
              <a:ext uri="{FF2B5EF4-FFF2-40B4-BE49-F238E27FC236}">
                <a16:creationId xmlns:a16="http://schemas.microsoft.com/office/drawing/2014/main" id="{A8F8C73E-CFD8-C8CE-268B-9455DC8777E1}"/>
              </a:ext>
            </a:extLst>
          </p:cNvPr>
          <p:cNvSpPr txBox="1">
            <a:spLocks noChangeArrowheads="1"/>
          </p:cNvSpPr>
          <p:nvPr/>
        </p:nvSpPr>
        <p:spPr bwMode="auto">
          <a:xfrm>
            <a:off x="1828801" y="5791201"/>
            <a:ext cx="514435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rtl="0" eaLnBrk="0" hangingPunct="0">
              <a:defRPr sz="2200">
                <a:solidFill>
                  <a:schemeClr val="tx1"/>
                </a:solidFill>
                <a:latin typeface="Arial" panose="020B0604020202020204" pitchFamily="34" charset="0"/>
              </a:defRPr>
            </a:lvl1pPr>
            <a:lvl2pPr marL="742950" indent="-285750" algn="l" rtl="0" eaLnBrk="0" hangingPunct="0">
              <a:defRPr sz="2200">
                <a:solidFill>
                  <a:schemeClr val="tx1"/>
                </a:solidFill>
                <a:latin typeface="Arial" panose="020B0604020202020204" pitchFamily="34" charset="0"/>
              </a:defRPr>
            </a:lvl2pPr>
            <a:lvl3pPr marL="1143000" indent="-228600" algn="l" rtl="0" eaLnBrk="0" hangingPunct="0">
              <a:defRPr sz="2200">
                <a:solidFill>
                  <a:schemeClr val="tx1"/>
                </a:solidFill>
                <a:latin typeface="Arial" panose="020B0604020202020204" pitchFamily="34" charset="0"/>
              </a:defRPr>
            </a:lvl3pPr>
            <a:lvl4pPr marL="1600200" indent="-228600" algn="l" rtl="0" eaLnBrk="0" hangingPunct="0">
              <a:defRPr sz="2200">
                <a:solidFill>
                  <a:schemeClr val="tx1"/>
                </a:solidFill>
                <a:latin typeface="Arial" panose="020B0604020202020204" pitchFamily="34" charset="0"/>
              </a:defRPr>
            </a:lvl4pPr>
            <a:lvl5pPr marL="2057400" indent="-228600" algn="l" rtl="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r>
              <a:rPr lang="en-US" altLang="en-US"/>
              <a:t>Note: See the text itself for full citations.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7170D8-0DCE-8A90-416D-45BACBF49C21}"/>
              </a:ext>
            </a:extLst>
          </p:cNvPr>
          <p:cNvSpPr>
            <a:spLocks noGrp="1"/>
          </p:cNvSpPr>
          <p:nvPr>
            <p:ph type="title"/>
          </p:nvPr>
        </p:nvSpPr>
        <p:spPr/>
        <p:txBody>
          <a:bodyPr/>
          <a:lstStyle/>
          <a:p>
            <a:r>
              <a:rPr lang="en-US" dirty="0"/>
              <a:t>Manager - Leader</a:t>
            </a:r>
          </a:p>
        </p:txBody>
      </p:sp>
      <p:sp>
        <p:nvSpPr>
          <p:cNvPr id="4" name="Footer Placeholder 3">
            <a:extLst>
              <a:ext uri="{FF2B5EF4-FFF2-40B4-BE49-F238E27FC236}">
                <a16:creationId xmlns:a16="http://schemas.microsoft.com/office/drawing/2014/main" id="{7DDA1683-9214-3C9C-249C-0045BAF2A13F}"/>
              </a:ext>
            </a:extLst>
          </p:cNvPr>
          <p:cNvSpPr>
            <a:spLocks noGrp="1"/>
          </p:cNvSpPr>
          <p:nvPr>
            <p:ph type="ftr" sz="quarter" idx="10"/>
          </p:nvPr>
        </p:nvSpPr>
        <p:spPr/>
        <p:txBody>
          <a:bodyPr/>
          <a:lstStyle/>
          <a:p>
            <a:pPr>
              <a:defRPr/>
            </a:pPr>
            <a:r>
              <a:rPr lang="en-US" dirty="0"/>
              <a:t>Information Technology Project Management</a:t>
            </a:r>
          </a:p>
        </p:txBody>
      </p:sp>
      <p:sp>
        <p:nvSpPr>
          <p:cNvPr id="5" name="Slide Number Placeholder 4">
            <a:extLst>
              <a:ext uri="{FF2B5EF4-FFF2-40B4-BE49-F238E27FC236}">
                <a16:creationId xmlns:a16="http://schemas.microsoft.com/office/drawing/2014/main" id="{C5D6E9A7-282C-F59D-77BF-87C79D65F0BD}"/>
              </a:ext>
            </a:extLst>
          </p:cNvPr>
          <p:cNvSpPr>
            <a:spLocks noGrp="1"/>
          </p:cNvSpPr>
          <p:nvPr>
            <p:ph type="sldNum" sz="quarter" idx="11"/>
          </p:nvPr>
        </p:nvSpPr>
        <p:spPr/>
        <p:txBody>
          <a:bodyPr/>
          <a:lstStyle/>
          <a:p>
            <a:fld id="{AE71B86A-A49C-4952-879C-04CB70B528A7}" type="slidenum">
              <a:rPr lang="en-US" altLang="en-US" smtClean="0"/>
              <a:pPr/>
              <a:t>2</a:t>
            </a:fld>
            <a:endParaRPr lang="en-US" altLang="en-US"/>
          </a:p>
        </p:txBody>
      </p:sp>
      <p:pic>
        <p:nvPicPr>
          <p:cNvPr id="6" name="Picture 5">
            <a:extLst>
              <a:ext uri="{FF2B5EF4-FFF2-40B4-BE49-F238E27FC236}">
                <a16:creationId xmlns:a16="http://schemas.microsoft.com/office/drawing/2014/main" id="{79852969-3322-991F-2B91-8E13152C1076}"/>
              </a:ext>
            </a:extLst>
          </p:cNvPr>
          <p:cNvPicPr>
            <a:picLocks noChangeAspect="1"/>
          </p:cNvPicPr>
          <p:nvPr/>
        </p:nvPicPr>
        <p:blipFill>
          <a:blip r:embed="rId2"/>
          <a:stretch>
            <a:fillRect/>
          </a:stretch>
        </p:blipFill>
        <p:spPr>
          <a:xfrm>
            <a:off x="2133600" y="1847850"/>
            <a:ext cx="6053539" cy="4019550"/>
          </a:xfrm>
          <a:prstGeom prst="rect">
            <a:avLst/>
          </a:prstGeom>
        </p:spPr>
      </p:pic>
      <p:pic>
        <p:nvPicPr>
          <p:cNvPr id="8" name="Picture 7">
            <a:extLst>
              <a:ext uri="{FF2B5EF4-FFF2-40B4-BE49-F238E27FC236}">
                <a16:creationId xmlns:a16="http://schemas.microsoft.com/office/drawing/2014/main" id="{2E6E7111-90C3-A1BF-3FE6-8A2B20A7016C}"/>
              </a:ext>
            </a:extLst>
          </p:cNvPr>
          <p:cNvPicPr>
            <a:picLocks noChangeAspect="1"/>
          </p:cNvPicPr>
          <p:nvPr/>
        </p:nvPicPr>
        <p:blipFill>
          <a:blip r:embed="rId3"/>
          <a:stretch>
            <a:fillRect/>
          </a:stretch>
        </p:blipFill>
        <p:spPr>
          <a:xfrm>
            <a:off x="6724651" y="1070769"/>
            <a:ext cx="3514725" cy="1123950"/>
          </a:xfrm>
          <a:prstGeom prst="rect">
            <a:avLst/>
          </a:prstGeom>
        </p:spPr>
      </p:pic>
    </p:spTree>
    <p:extLst>
      <p:ext uri="{BB962C8B-B14F-4D97-AF65-F5344CB8AC3E}">
        <p14:creationId xmlns:p14="http://schemas.microsoft.com/office/powerpoint/2010/main" val="3070627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CD32CF92-995E-AE54-BE67-464249BFD7EF}"/>
              </a:ext>
            </a:extLst>
          </p:cNvPr>
          <p:cNvSpPr>
            <a:spLocks noGrp="1" noChangeArrowheads="1"/>
          </p:cNvSpPr>
          <p:nvPr>
            <p:ph idx="1"/>
          </p:nvPr>
        </p:nvSpPr>
        <p:spPr>
          <a:xfrm>
            <a:off x="457200" y="1447800"/>
            <a:ext cx="11277600" cy="4525962"/>
          </a:xfrm>
        </p:spPr>
        <p:txBody>
          <a:bodyPr/>
          <a:lstStyle/>
          <a:p>
            <a:pPr algn="just">
              <a:lnSpc>
                <a:spcPct val="150000"/>
              </a:lnSpc>
            </a:pPr>
            <a:r>
              <a:rPr lang="en-US" altLang="en-US" sz="3200" dirty="0"/>
              <a:t>Projects must operate in a broad organizational environment</a:t>
            </a:r>
          </a:p>
          <a:p>
            <a:pPr algn="just">
              <a:lnSpc>
                <a:spcPct val="150000"/>
              </a:lnSpc>
            </a:pPr>
            <a:r>
              <a:rPr lang="en-US" altLang="en-US" sz="3200" dirty="0"/>
              <a:t>Project managers need to use </a:t>
            </a:r>
            <a:r>
              <a:rPr lang="en-US" altLang="en-US" sz="3200" b="1" dirty="0"/>
              <a:t>systems thinking </a:t>
            </a:r>
            <a:r>
              <a:rPr lang="en-US" altLang="en-US" sz="3200" dirty="0"/>
              <a:t>within the context of the organization</a:t>
            </a:r>
          </a:p>
          <a:p>
            <a:pPr algn="just">
              <a:lnSpc>
                <a:spcPct val="150000"/>
              </a:lnSpc>
            </a:pPr>
            <a:r>
              <a:rPr lang="en-US" altLang="en-US" sz="3200" dirty="0"/>
              <a:t>Senior managers must make sure projects continue to support current business needs</a:t>
            </a:r>
          </a:p>
          <a:p>
            <a:pPr algn="just">
              <a:lnSpc>
                <a:spcPct val="150000"/>
              </a:lnSpc>
            </a:pPr>
            <a:endParaRPr lang="en-US" altLang="en-US" sz="3200" dirty="0"/>
          </a:p>
        </p:txBody>
      </p:sp>
      <p:sp>
        <p:nvSpPr>
          <p:cNvPr id="12292" name="Rectangle 2">
            <a:extLst>
              <a:ext uri="{FF2B5EF4-FFF2-40B4-BE49-F238E27FC236}">
                <a16:creationId xmlns:a16="http://schemas.microsoft.com/office/drawing/2014/main" id="{699E5BCF-23B9-186D-A8C4-B64A2555DBE0}"/>
              </a:ext>
            </a:extLst>
          </p:cNvPr>
          <p:cNvSpPr>
            <a:spLocks noGrp="1" noChangeArrowheads="1"/>
          </p:cNvSpPr>
          <p:nvPr>
            <p:ph type="title"/>
          </p:nvPr>
        </p:nvSpPr>
        <p:spPr>
          <a:xfrm>
            <a:off x="1828800" y="228600"/>
            <a:ext cx="8839200" cy="1143000"/>
          </a:xfrm>
        </p:spPr>
        <p:txBody>
          <a:bodyPr>
            <a:noAutofit/>
          </a:bodyPr>
          <a:lstStyle/>
          <a:p>
            <a:pPr>
              <a:defRPr/>
            </a:pPr>
            <a:r>
              <a:rPr lang="en-US" sz="3600" dirty="0">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Projects Cannot Be Run In Isolation</a:t>
            </a:r>
          </a:p>
        </p:txBody>
      </p:sp>
      <p:sp>
        <p:nvSpPr>
          <p:cNvPr id="12290" name="Footer Placeholder 3">
            <a:extLst>
              <a:ext uri="{FF2B5EF4-FFF2-40B4-BE49-F238E27FC236}">
                <a16:creationId xmlns:a16="http://schemas.microsoft.com/office/drawing/2014/main" id="{79B0B8F9-5EF9-B085-8271-4EB7512658D2}"/>
              </a:ext>
            </a:extLst>
          </p:cNvPr>
          <p:cNvSpPr>
            <a:spLocks noGrp="1"/>
          </p:cNvSpPr>
          <p:nvPr>
            <p:ph type="ftr" sz="quarter" idx="10"/>
          </p:nvPr>
        </p:nvSpPr>
        <p:spPr bwMode="auto">
          <a:ln>
            <a:miter lim="800000"/>
            <a:headEnd/>
            <a:tailEnd/>
          </a:ln>
        </p:spPr>
        <p:txBody>
          <a:bodyPr/>
          <a:lstStyle/>
          <a:p>
            <a:pPr>
              <a:defRPr/>
            </a:pPr>
            <a:r>
              <a:rPr lang="en-US" dirty="0"/>
              <a:t>Information Technology Project Management</a:t>
            </a:r>
          </a:p>
        </p:txBody>
      </p:sp>
      <p:sp>
        <p:nvSpPr>
          <p:cNvPr id="5" name="Slide Number Placeholder 4">
            <a:extLst>
              <a:ext uri="{FF2B5EF4-FFF2-40B4-BE49-F238E27FC236}">
                <a16:creationId xmlns:a16="http://schemas.microsoft.com/office/drawing/2014/main" id="{FE01BC0A-0749-BCDF-1310-BDC4F3F596C1}"/>
              </a:ext>
            </a:extLst>
          </p:cNvPr>
          <p:cNvSpPr>
            <a:spLocks noGrp="1"/>
          </p:cNvSpPr>
          <p:nvPr>
            <p:ph type="sldNum" sz="quarter" idx="11"/>
          </p:nvPr>
        </p:nvSpPr>
        <p:spPr/>
        <p:txBody>
          <a:bodyPr/>
          <a:lstStyle>
            <a:lvl1pPr algn="l" rtl="0" eaLnBrk="0" hangingPunct="0">
              <a:defRPr sz="2200">
                <a:solidFill>
                  <a:schemeClr val="tx1"/>
                </a:solidFill>
                <a:latin typeface="Arial" panose="020B0604020202020204" pitchFamily="34" charset="0"/>
              </a:defRPr>
            </a:lvl1pPr>
            <a:lvl2pPr marL="742950" indent="-285750" algn="l" rtl="0" eaLnBrk="0" hangingPunct="0">
              <a:defRPr sz="2200">
                <a:solidFill>
                  <a:schemeClr val="tx1"/>
                </a:solidFill>
                <a:latin typeface="Arial" panose="020B0604020202020204" pitchFamily="34" charset="0"/>
              </a:defRPr>
            </a:lvl2pPr>
            <a:lvl3pPr marL="1143000" indent="-228600" algn="l" rtl="0" eaLnBrk="0" hangingPunct="0">
              <a:defRPr sz="2200">
                <a:solidFill>
                  <a:schemeClr val="tx1"/>
                </a:solidFill>
                <a:latin typeface="Arial" panose="020B0604020202020204" pitchFamily="34" charset="0"/>
              </a:defRPr>
            </a:lvl3pPr>
            <a:lvl4pPr marL="1600200" indent="-228600" algn="l" rtl="0" eaLnBrk="0" hangingPunct="0">
              <a:defRPr sz="2200">
                <a:solidFill>
                  <a:schemeClr val="tx1"/>
                </a:solidFill>
                <a:latin typeface="Arial" panose="020B0604020202020204" pitchFamily="34" charset="0"/>
              </a:defRPr>
            </a:lvl4pPr>
            <a:lvl5pPr marL="2057400" indent="-228600" algn="l" rtl="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r" eaLnBrk="1" hangingPunct="1"/>
            <a:fld id="{240FA39A-B294-492D-8B9F-B6DC8A4BD597}" type="slidenum">
              <a:rPr lang="en-US" altLang="en-US" sz="1200"/>
              <a:pPr algn="r" eaLnBrk="1" hangingPunct="1"/>
              <a:t>3</a:t>
            </a:fld>
            <a:endParaRPr lang="en-US" alt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CE399F-78E4-4283-9E12-0209D78C7CC3}"/>
              </a:ext>
            </a:extLst>
          </p:cNvPr>
          <p:cNvPicPr>
            <a:picLocks noChangeAspect="1"/>
          </p:cNvPicPr>
          <p:nvPr/>
        </p:nvPicPr>
        <p:blipFill>
          <a:blip r:embed="rId2"/>
          <a:srcRect t="29049" b="10955"/>
          <a:stretch>
            <a:fillRect/>
          </a:stretch>
        </p:blipFill>
        <p:spPr>
          <a:xfrm>
            <a:off x="609600" y="1481138"/>
            <a:ext cx="10972800" cy="4525962"/>
          </a:xfrm>
          <a:prstGeom prst="rect">
            <a:avLst/>
          </a:prstGeom>
          <a:noFill/>
        </p:spPr>
      </p:pic>
      <p:sp>
        <p:nvSpPr>
          <p:cNvPr id="15362" name="Rectangle 2">
            <a:extLst>
              <a:ext uri="{FF2B5EF4-FFF2-40B4-BE49-F238E27FC236}">
                <a16:creationId xmlns:a16="http://schemas.microsoft.com/office/drawing/2014/main" id="{4821B4E6-79B1-7403-97FB-1C5265726815}"/>
              </a:ext>
            </a:extLst>
          </p:cNvPr>
          <p:cNvSpPr>
            <a:spLocks noGrp="1" noChangeArrowheads="1"/>
          </p:cNvSpPr>
          <p:nvPr>
            <p:ph type="title"/>
          </p:nvPr>
        </p:nvSpPr>
        <p:spPr>
          <a:xfrm>
            <a:off x="609600" y="274638"/>
            <a:ext cx="10972800" cy="1143000"/>
          </a:xfrm>
        </p:spPr>
        <p:txBody>
          <a:bodyPr anchor="ctr">
            <a:normAutofit/>
          </a:bodyPr>
          <a:lstStyle/>
          <a:p>
            <a:pPr>
              <a:defRPr/>
            </a:pPr>
            <a:r>
              <a:rPr lang="en-US" sz="3800">
                <a:effectLst/>
              </a:rPr>
              <a:t>Three Sphere Model for Systems Management</a:t>
            </a:r>
          </a:p>
        </p:txBody>
      </p:sp>
      <p:sp>
        <p:nvSpPr>
          <p:cNvPr id="7" name="Footer Placeholder 6">
            <a:extLst>
              <a:ext uri="{FF2B5EF4-FFF2-40B4-BE49-F238E27FC236}">
                <a16:creationId xmlns:a16="http://schemas.microsoft.com/office/drawing/2014/main" id="{4BA99DC4-AD9E-B566-A8ED-B58A4F48B97F}"/>
              </a:ext>
            </a:extLst>
          </p:cNvPr>
          <p:cNvSpPr>
            <a:spLocks noGrp="1"/>
          </p:cNvSpPr>
          <p:nvPr>
            <p:ph type="ftr" sz="quarter" idx="10"/>
          </p:nvPr>
        </p:nvSpPr>
        <p:spPr>
          <a:xfrm>
            <a:off x="0" y="6492876"/>
            <a:ext cx="3454400" cy="365125"/>
          </a:xfrm>
        </p:spPr>
        <p:txBody>
          <a:bodyPr anchor="b">
            <a:normAutofit/>
          </a:bodyPr>
          <a:lstStyle/>
          <a:p>
            <a:pPr>
              <a:spcAft>
                <a:spcPts val="600"/>
              </a:spcAft>
              <a:defRPr/>
            </a:pPr>
            <a:r>
              <a:rPr lang="en-US"/>
              <a:t>Information Technology Project Management</a:t>
            </a:r>
          </a:p>
        </p:txBody>
      </p:sp>
      <p:sp>
        <p:nvSpPr>
          <p:cNvPr id="6" name="Slide Number Placeholder 5">
            <a:extLst>
              <a:ext uri="{FF2B5EF4-FFF2-40B4-BE49-F238E27FC236}">
                <a16:creationId xmlns:a16="http://schemas.microsoft.com/office/drawing/2014/main" id="{1AF56346-9E67-17BA-F9E9-3FBC7D1668D2}"/>
              </a:ext>
            </a:extLst>
          </p:cNvPr>
          <p:cNvSpPr>
            <a:spLocks noGrp="1"/>
          </p:cNvSpPr>
          <p:nvPr>
            <p:ph type="sldNum" sz="quarter" idx="11"/>
          </p:nvPr>
        </p:nvSpPr>
        <p:spPr>
          <a:xfrm>
            <a:off x="11451168" y="6492876"/>
            <a:ext cx="740833" cy="365125"/>
          </a:xfrm>
        </p:spPr>
        <p:txBody>
          <a:bodyPr wrap="square" anchor="b">
            <a:normAutofit/>
          </a:bodyPr>
          <a:lstStyle>
            <a:lvl1pPr algn="l" rtl="0" eaLnBrk="0" hangingPunct="0">
              <a:defRPr sz="2200">
                <a:solidFill>
                  <a:schemeClr val="tx1"/>
                </a:solidFill>
                <a:latin typeface="Arial" panose="020B0604020202020204" pitchFamily="34" charset="0"/>
              </a:defRPr>
            </a:lvl1pPr>
            <a:lvl2pPr marL="742950" indent="-285750" algn="l" rtl="0" eaLnBrk="0" hangingPunct="0">
              <a:defRPr sz="2200">
                <a:solidFill>
                  <a:schemeClr val="tx1"/>
                </a:solidFill>
                <a:latin typeface="Arial" panose="020B0604020202020204" pitchFamily="34" charset="0"/>
              </a:defRPr>
            </a:lvl2pPr>
            <a:lvl3pPr marL="1143000" indent="-228600" algn="l" rtl="0" eaLnBrk="0" hangingPunct="0">
              <a:defRPr sz="2200">
                <a:solidFill>
                  <a:schemeClr val="tx1"/>
                </a:solidFill>
                <a:latin typeface="Arial" panose="020B0604020202020204" pitchFamily="34" charset="0"/>
              </a:defRPr>
            </a:lvl3pPr>
            <a:lvl4pPr marL="1600200" indent="-228600" algn="l" rtl="0" eaLnBrk="0" hangingPunct="0">
              <a:defRPr sz="2200">
                <a:solidFill>
                  <a:schemeClr val="tx1"/>
                </a:solidFill>
                <a:latin typeface="Arial" panose="020B0604020202020204" pitchFamily="34" charset="0"/>
              </a:defRPr>
            </a:lvl4pPr>
            <a:lvl5pPr marL="2057400" indent="-228600" algn="l" rtl="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r" eaLnBrk="1" hangingPunct="1">
              <a:spcAft>
                <a:spcPts val="600"/>
              </a:spcAft>
            </a:pPr>
            <a:fld id="{8EE7A9CC-458F-43BE-8939-774DC5656FCE}" type="slidenum">
              <a:rPr lang="en-US" altLang="en-US" sz="1200" smtClean="0"/>
              <a:pPr algn="r" eaLnBrk="1" hangingPunct="1">
                <a:spcAft>
                  <a:spcPts val="600"/>
                </a:spcAft>
              </a:pPr>
              <a:t>4</a:t>
            </a:fld>
            <a:endParaRPr lang="en-US" alt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B9E08FA0-7A54-855D-1815-2BFAB4F4A69C}"/>
              </a:ext>
            </a:extLst>
          </p:cNvPr>
          <p:cNvGraphicFramePr>
            <a:graphicFrameLocks noGrp="1"/>
          </p:cNvGraphicFramePr>
          <p:nvPr>
            <p:ph idx="1"/>
            <p:extLst>
              <p:ext uri="{D42A27DB-BD31-4B8C-83A1-F6EECF244321}">
                <p14:modId xmlns:p14="http://schemas.microsoft.com/office/powerpoint/2010/main" val="2770027448"/>
              </p:ext>
            </p:extLst>
          </p:nvPr>
        </p:nvGraphicFramePr>
        <p:xfrm>
          <a:off x="762000" y="1481138"/>
          <a:ext cx="10591800" cy="46148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436" name="Rectangle 2">
            <a:extLst>
              <a:ext uri="{FF2B5EF4-FFF2-40B4-BE49-F238E27FC236}">
                <a16:creationId xmlns:a16="http://schemas.microsoft.com/office/drawing/2014/main" id="{F998F862-BBF2-CD68-D6FF-5681149ADC0F}"/>
              </a:ext>
            </a:extLst>
          </p:cNvPr>
          <p:cNvSpPr>
            <a:spLocks noGrp="1" noChangeArrowheads="1"/>
          </p:cNvSpPr>
          <p:nvPr>
            <p:ph type="title"/>
          </p:nvPr>
        </p:nvSpPr>
        <p:spPr/>
        <p:txBody>
          <a:bodyPr/>
          <a:lstStyle/>
          <a:p>
            <a:pPr>
              <a:defRPr/>
            </a:pPr>
            <a:r>
              <a:rPr lang="en-US" dirty="0"/>
              <a:t>Organizational Structures</a:t>
            </a:r>
          </a:p>
        </p:txBody>
      </p:sp>
      <p:sp>
        <p:nvSpPr>
          <p:cNvPr id="18434" name="Footer Placeholder 3">
            <a:extLst>
              <a:ext uri="{FF2B5EF4-FFF2-40B4-BE49-F238E27FC236}">
                <a16:creationId xmlns:a16="http://schemas.microsoft.com/office/drawing/2014/main" id="{C78D0004-16D3-198B-A764-510958064D3C}"/>
              </a:ext>
            </a:extLst>
          </p:cNvPr>
          <p:cNvSpPr>
            <a:spLocks noGrp="1"/>
          </p:cNvSpPr>
          <p:nvPr>
            <p:ph type="ftr" sz="quarter" idx="10"/>
          </p:nvPr>
        </p:nvSpPr>
        <p:spPr bwMode="auto">
          <a:ln>
            <a:miter lim="800000"/>
            <a:headEnd/>
            <a:tailEnd/>
          </a:ln>
        </p:spPr>
        <p:txBody>
          <a:bodyPr/>
          <a:lstStyle/>
          <a:p>
            <a:pPr>
              <a:defRPr/>
            </a:pPr>
            <a:r>
              <a:rPr lang="en-US" dirty="0"/>
              <a:t>Information Technology Project Management</a:t>
            </a:r>
          </a:p>
        </p:txBody>
      </p:sp>
      <p:sp>
        <p:nvSpPr>
          <p:cNvPr id="5" name="Slide Number Placeholder 4">
            <a:extLst>
              <a:ext uri="{FF2B5EF4-FFF2-40B4-BE49-F238E27FC236}">
                <a16:creationId xmlns:a16="http://schemas.microsoft.com/office/drawing/2014/main" id="{D8715E0E-EE74-4D2F-D3D9-9AF0AE10A599}"/>
              </a:ext>
            </a:extLst>
          </p:cNvPr>
          <p:cNvSpPr>
            <a:spLocks noGrp="1"/>
          </p:cNvSpPr>
          <p:nvPr>
            <p:ph type="sldNum" sz="quarter" idx="11"/>
          </p:nvPr>
        </p:nvSpPr>
        <p:spPr/>
        <p:txBody>
          <a:bodyPr/>
          <a:lstStyle>
            <a:lvl1pPr algn="l" rtl="0" eaLnBrk="0" hangingPunct="0">
              <a:defRPr sz="2200">
                <a:solidFill>
                  <a:schemeClr val="tx1"/>
                </a:solidFill>
                <a:latin typeface="Arial" panose="020B0604020202020204" pitchFamily="34" charset="0"/>
              </a:defRPr>
            </a:lvl1pPr>
            <a:lvl2pPr marL="742950" indent="-285750" algn="l" rtl="0" eaLnBrk="0" hangingPunct="0">
              <a:defRPr sz="2200">
                <a:solidFill>
                  <a:schemeClr val="tx1"/>
                </a:solidFill>
                <a:latin typeface="Arial" panose="020B0604020202020204" pitchFamily="34" charset="0"/>
              </a:defRPr>
            </a:lvl2pPr>
            <a:lvl3pPr marL="1143000" indent="-228600" algn="l" rtl="0" eaLnBrk="0" hangingPunct="0">
              <a:defRPr sz="2200">
                <a:solidFill>
                  <a:schemeClr val="tx1"/>
                </a:solidFill>
                <a:latin typeface="Arial" panose="020B0604020202020204" pitchFamily="34" charset="0"/>
              </a:defRPr>
            </a:lvl3pPr>
            <a:lvl4pPr marL="1600200" indent="-228600" algn="l" rtl="0" eaLnBrk="0" hangingPunct="0">
              <a:defRPr sz="2200">
                <a:solidFill>
                  <a:schemeClr val="tx1"/>
                </a:solidFill>
                <a:latin typeface="Arial" panose="020B0604020202020204" pitchFamily="34" charset="0"/>
              </a:defRPr>
            </a:lvl4pPr>
            <a:lvl5pPr marL="2057400" indent="-228600" algn="l" rtl="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r" eaLnBrk="1" hangingPunct="1"/>
            <a:fld id="{7FBFAF76-ADB4-4664-94FF-DA7A174EECAF}" type="slidenum">
              <a:rPr lang="en-US" altLang="en-US" sz="1200"/>
              <a:pPr algn="r" eaLnBrk="1" hangingPunct="1"/>
              <a:t>5</a:t>
            </a:fld>
            <a:endParaRPr lang="en-US" altLang="en-US"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D205BD6-7AB0-86C0-224E-84E44BB90858}"/>
              </a:ext>
            </a:extLst>
          </p:cNvPr>
          <p:cNvSpPr>
            <a:spLocks noGrp="1" noChangeArrowheads="1"/>
          </p:cNvSpPr>
          <p:nvPr>
            <p:ph type="title"/>
          </p:nvPr>
        </p:nvSpPr>
        <p:spPr>
          <a:xfrm>
            <a:off x="1981199" y="145330"/>
            <a:ext cx="8229600" cy="540470"/>
          </a:xfrm>
        </p:spPr>
        <p:txBody>
          <a:bodyPr>
            <a:normAutofit fontScale="90000"/>
          </a:bodyPr>
          <a:lstStyle/>
          <a:p>
            <a:pPr algn="ctr">
              <a:defRPr/>
            </a:pPr>
            <a:r>
              <a:rPr lang="en-US" sz="3600" dirty="0"/>
              <a:t>Organizational Structures</a:t>
            </a:r>
          </a:p>
        </p:txBody>
      </p:sp>
      <p:sp>
        <p:nvSpPr>
          <p:cNvPr id="19460" name="Footer Placeholder 3">
            <a:extLst>
              <a:ext uri="{FF2B5EF4-FFF2-40B4-BE49-F238E27FC236}">
                <a16:creationId xmlns:a16="http://schemas.microsoft.com/office/drawing/2014/main" id="{E3CC6299-17C6-00F8-33BD-0852517A4656}"/>
              </a:ext>
            </a:extLst>
          </p:cNvPr>
          <p:cNvSpPr>
            <a:spLocks noGrp="1"/>
          </p:cNvSpPr>
          <p:nvPr>
            <p:ph type="ftr" sz="quarter" idx="10"/>
          </p:nvPr>
        </p:nvSpPr>
        <p:spPr bwMode="auto">
          <a:ln>
            <a:miter lim="800000"/>
            <a:headEnd/>
            <a:tailEnd/>
          </a:ln>
        </p:spPr>
        <p:txBody>
          <a:bodyPr/>
          <a:lstStyle/>
          <a:p>
            <a:pPr algn="r">
              <a:defRPr/>
            </a:pPr>
            <a:r>
              <a:rPr lang="en-US" dirty="0"/>
              <a:t>Information Technology Project Management</a:t>
            </a:r>
          </a:p>
        </p:txBody>
      </p:sp>
      <p:sp>
        <p:nvSpPr>
          <p:cNvPr id="6" name="Slide Number Placeholder 5">
            <a:extLst>
              <a:ext uri="{FF2B5EF4-FFF2-40B4-BE49-F238E27FC236}">
                <a16:creationId xmlns:a16="http://schemas.microsoft.com/office/drawing/2014/main" id="{2D7C06F0-7B5D-61A9-C266-42FB11476CD0}"/>
              </a:ext>
            </a:extLst>
          </p:cNvPr>
          <p:cNvSpPr>
            <a:spLocks noGrp="1"/>
          </p:cNvSpPr>
          <p:nvPr>
            <p:ph type="sldNum" sz="quarter" idx="11"/>
          </p:nvPr>
        </p:nvSpPr>
        <p:spPr/>
        <p:txBody>
          <a:bodyPr/>
          <a:lstStyle>
            <a:lvl1pPr algn="l" rtl="0" eaLnBrk="0" hangingPunct="0">
              <a:defRPr sz="2200">
                <a:solidFill>
                  <a:schemeClr val="tx1"/>
                </a:solidFill>
                <a:latin typeface="Arial" panose="020B0604020202020204" pitchFamily="34" charset="0"/>
              </a:defRPr>
            </a:lvl1pPr>
            <a:lvl2pPr marL="742950" indent="-285750" algn="l" rtl="0" eaLnBrk="0" hangingPunct="0">
              <a:defRPr sz="2200">
                <a:solidFill>
                  <a:schemeClr val="tx1"/>
                </a:solidFill>
                <a:latin typeface="Arial" panose="020B0604020202020204" pitchFamily="34" charset="0"/>
              </a:defRPr>
            </a:lvl2pPr>
            <a:lvl3pPr marL="1143000" indent="-228600" algn="l" rtl="0" eaLnBrk="0" hangingPunct="0">
              <a:defRPr sz="2200">
                <a:solidFill>
                  <a:schemeClr val="tx1"/>
                </a:solidFill>
                <a:latin typeface="Arial" panose="020B0604020202020204" pitchFamily="34" charset="0"/>
              </a:defRPr>
            </a:lvl3pPr>
            <a:lvl4pPr marL="1600200" indent="-228600" algn="l" rtl="0" eaLnBrk="0" hangingPunct="0">
              <a:defRPr sz="2200">
                <a:solidFill>
                  <a:schemeClr val="tx1"/>
                </a:solidFill>
                <a:latin typeface="Arial" panose="020B0604020202020204" pitchFamily="34" charset="0"/>
              </a:defRPr>
            </a:lvl4pPr>
            <a:lvl5pPr marL="2057400" indent="-228600" algn="l" rtl="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r" eaLnBrk="1" hangingPunct="1"/>
            <a:fld id="{6BDF0F4C-09AA-4DAA-83BA-3AD2E2A38243}" type="slidenum">
              <a:rPr lang="en-US" altLang="en-US" sz="1200"/>
              <a:pPr algn="r" eaLnBrk="1" hangingPunct="1"/>
              <a:t>6</a:t>
            </a:fld>
            <a:endParaRPr lang="en-US" altLang="en-US" sz="1200"/>
          </a:p>
        </p:txBody>
      </p:sp>
      <p:sp>
        <p:nvSpPr>
          <p:cNvPr id="3" name="TextBox 2">
            <a:extLst>
              <a:ext uri="{FF2B5EF4-FFF2-40B4-BE49-F238E27FC236}">
                <a16:creationId xmlns:a16="http://schemas.microsoft.com/office/drawing/2014/main" id="{F43EB830-9EE6-6C6E-10DB-D66076363CFE}"/>
              </a:ext>
            </a:extLst>
          </p:cNvPr>
          <p:cNvSpPr txBox="1"/>
          <p:nvPr/>
        </p:nvSpPr>
        <p:spPr>
          <a:xfrm>
            <a:off x="1981200" y="1524001"/>
            <a:ext cx="1043335" cy="830997"/>
          </a:xfrm>
          <a:prstGeom prst="rect">
            <a:avLst/>
          </a:prstGeom>
          <a:noFill/>
        </p:spPr>
        <p:txBody>
          <a:bodyPr wrap="square">
            <a:spAutoFit/>
          </a:bodyPr>
          <a:lstStyle/>
          <a:p>
            <a:pPr algn="l" rtl="0" eaLnBrk="0" hangingPunct="0">
              <a:spcBef>
                <a:spcPct val="30000"/>
              </a:spcBef>
              <a:defRPr/>
            </a:pPr>
            <a:r>
              <a:rPr lang="en-US" sz="1600" dirty="0">
                <a:solidFill>
                  <a:srgbClr val="4D5156"/>
                </a:solidFill>
                <a:latin typeface="Times New Roman" panose="02020603050405020304" pitchFamily="18" charset="0"/>
                <a:ea typeface="Tahoma" panose="020B0604030504040204" pitchFamily="34" charset="0"/>
                <a:cs typeface="Times New Roman" panose="02020603050405020304" pitchFamily="18" charset="0"/>
              </a:rPr>
              <a:t> </a:t>
            </a:r>
            <a:r>
              <a:rPr lang="en-US" sz="1600" b="1" dirty="0">
                <a:solidFill>
                  <a:srgbClr val="5F6368"/>
                </a:solidFill>
                <a:latin typeface="Times New Roman" panose="02020603050405020304" pitchFamily="18" charset="0"/>
                <a:ea typeface="Tahoma" panose="020B0604030504040204" pitchFamily="34" charset="0"/>
                <a:cs typeface="Times New Roman" panose="02020603050405020304" pitchFamily="18" charset="0"/>
              </a:rPr>
              <a:t>Vice President</a:t>
            </a:r>
            <a:r>
              <a:rPr lang="en-US" sz="1600" dirty="0">
                <a:solidFill>
                  <a:srgbClr val="4D5156"/>
                </a:solidFill>
                <a:latin typeface="Times New Roman" panose="02020603050405020304" pitchFamily="18" charset="0"/>
                <a:ea typeface="Tahoma" panose="020B0604030504040204" pitchFamily="34" charset="0"/>
                <a:cs typeface="Times New Roman" panose="02020603050405020304" pitchFamily="18" charset="0"/>
              </a:rPr>
              <a:t> </a:t>
            </a:r>
            <a:endParaRPr lang="en-US" sz="16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FB94A180-C0B8-CBC1-C7FF-96D4E3A5C22D}"/>
              </a:ext>
            </a:extLst>
          </p:cNvPr>
          <p:cNvPicPr>
            <a:picLocks noChangeAspect="1"/>
          </p:cNvPicPr>
          <p:nvPr/>
        </p:nvPicPr>
        <p:blipFill>
          <a:blip r:embed="rId3"/>
          <a:stretch>
            <a:fillRect/>
          </a:stretch>
        </p:blipFill>
        <p:spPr>
          <a:xfrm>
            <a:off x="3137632" y="739892"/>
            <a:ext cx="6012000" cy="1751580"/>
          </a:xfrm>
          <a:prstGeom prst="rect">
            <a:avLst/>
          </a:prstGeom>
        </p:spPr>
      </p:pic>
      <p:pic>
        <p:nvPicPr>
          <p:cNvPr id="7" name="Picture 6">
            <a:extLst>
              <a:ext uri="{FF2B5EF4-FFF2-40B4-BE49-F238E27FC236}">
                <a16:creationId xmlns:a16="http://schemas.microsoft.com/office/drawing/2014/main" id="{A8BAFECD-F5B1-8E61-9F29-7D249AB1B4B5}"/>
              </a:ext>
            </a:extLst>
          </p:cNvPr>
          <p:cNvPicPr>
            <a:picLocks noChangeAspect="1"/>
          </p:cNvPicPr>
          <p:nvPr/>
        </p:nvPicPr>
        <p:blipFill>
          <a:blip r:embed="rId4"/>
          <a:stretch>
            <a:fillRect/>
          </a:stretch>
        </p:blipFill>
        <p:spPr>
          <a:xfrm>
            <a:off x="3137632" y="2485199"/>
            <a:ext cx="6012000" cy="1620683"/>
          </a:xfrm>
          <a:prstGeom prst="rect">
            <a:avLst/>
          </a:prstGeom>
        </p:spPr>
      </p:pic>
      <p:pic>
        <p:nvPicPr>
          <p:cNvPr id="9" name="Picture 8">
            <a:extLst>
              <a:ext uri="{FF2B5EF4-FFF2-40B4-BE49-F238E27FC236}">
                <a16:creationId xmlns:a16="http://schemas.microsoft.com/office/drawing/2014/main" id="{0AF18953-32E4-1075-B92B-4D4B25034397}"/>
              </a:ext>
            </a:extLst>
          </p:cNvPr>
          <p:cNvPicPr>
            <a:picLocks noChangeAspect="1"/>
          </p:cNvPicPr>
          <p:nvPr/>
        </p:nvPicPr>
        <p:blipFill>
          <a:blip r:embed="rId5"/>
          <a:stretch>
            <a:fillRect/>
          </a:stretch>
        </p:blipFill>
        <p:spPr>
          <a:xfrm>
            <a:off x="3150602" y="4045685"/>
            <a:ext cx="5976000" cy="27701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357B7D96-D193-56B2-526E-2C9357DE1BCB}"/>
              </a:ext>
            </a:extLst>
          </p:cNvPr>
          <p:cNvSpPr>
            <a:spLocks noGrp="1" noChangeArrowheads="1"/>
          </p:cNvSpPr>
          <p:nvPr>
            <p:ph type="title"/>
          </p:nvPr>
        </p:nvSpPr>
        <p:spPr>
          <a:xfrm>
            <a:off x="1905000" y="152400"/>
            <a:ext cx="8305800" cy="1143000"/>
          </a:xfrm>
        </p:spPr>
        <p:txBody>
          <a:bodyPr>
            <a:normAutofit/>
          </a:bodyPr>
          <a:lstStyle/>
          <a:p>
            <a:pPr>
              <a:defRPr/>
            </a:pPr>
            <a:r>
              <a:rPr lang="en-US" sz="2800" dirty="0">
                <a:effectLst/>
              </a:rPr>
              <a:t>Organizational Structure Influences on Projects</a:t>
            </a:r>
            <a:endParaRPr lang="en-US" sz="3600" dirty="0">
              <a:effectLst/>
            </a:endParaRPr>
          </a:p>
        </p:txBody>
      </p:sp>
      <p:sp>
        <p:nvSpPr>
          <p:cNvPr id="1027" name="Footer Placeholder 3">
            <a:extLst>
              <a:ext uri="{FF2B5EF4-FFF2-40B4-BE49-F238E27FC236}">
                <a16:creationId xmlns:a16="http://schemas.microsoft.com/office/drawing/2014/main" id="{051A7708-ACB1-FB6F-05B9-57ECC99A2733}"/>
              </a:ext>
            </a:extLst>
          </p:cNvPr>
          <p:cNvSpPr>
            <a:spLocks noGrp="1"/>
          </p:cNvSpPr>
          <p:nvPr>
            <p:ph type="ftr" sz="quarter" idx="10"/>
          </p:nvPr>
        </p:nvSpPr>
        <p:spPr bwMode="auto">
          <a:ln>
            <a:miter lim="800000"/>
            <a:headEnd/>
            <a:tailEnd/>
          </a:ln>
        </p:spPr>
        <p:txBody>
          <a:bodyPr/>
          <a:lstStyle/>
          <a:p>
            <a:pPr>
              <a:defRPr/>
            </a:pPr>
            <a:r>
              <a:rPr lang="en-US" dirty="0"/>
              <a:t>Information Technology Project Management</a:t>
            </a:r>
          </a:p>
        </p:txBody>
      </p:sp>
      <p:sp>
        <p:nvSpPr>
          <p:cNvPr id="5" name="Slide Number Placeholder 4">
            <a:extLst>
              <a:ext uri="{FF2B5EF4-FFF2-40B4-BE49-F238E27FC236}">
                <a16:creationId xmlns:a16="http://schemas.microsoft.com/office/drawing/2014/main" id="{19114C7A-F92B-E5BB-5AA8-E0A65FE4B1B8}"/>
              </a:ext>
            </a:extLst>
          </p:cNvPr>
          <p:cNvSpPr>
            <a:spLocks noGrp="1"/>
          </p:cNvSpPr>
          <p:nvPr>
            <p:ph type="sldNum" sz="quarter" idx="11"/>
          </p:nvPr>
        </p:nvSpPr>
        <p:spPr/>
        <p:txBody>
          <a:bodyPr/>
          <a:lstStyle>
            <a:lvl1pPr algn="l" rtl="0" eaLnBrk="0" hangingPunct="0">
              <a:defRPr sz="2200">
                <a:solidFill>
                  <a:schemeClr val="tx1"/>
                </a:solidFill>
                <a:latin typeface="Arial" panose="020B0604020202020204" pitchFamily="34" charset="0"/>
              </a:defRPr>
            </a:lvl1pPr>
            <a:lvl2pPr marL="742950" indent="-285750" algn="l" rtl="0" eaLnBrk="0" hangingPunct="0">
              <a:defRPr sz="2200">
                <a:solidFill>
                  <a:schemeClr val="tx1"/>
                </a:solidFill>
                <a:latin typeface="Arial" panose="020B0604020202020204" pitchFamily="34" charset="0"/>
              </a:defRPr>
            </a:lvl2pPr>
            <a:lvl3pPr marL="1143000" indent="-228600" algn="l" rtl="0" eaLnBrk="0" hangingPunct="0">
              <a:defRPr sz="2200">
                <a:solidFill>
                  <a:schemeClr val="tx1"/>
                </a:solidFill>
                <a:latin typeface="Arial" panose="020B0604020202020204" pitchFamily="34" charset="0"/>
              </a:defRPr>
            </a:lvl3pPr>
            <a:lvl4pPr marL="1600200" indent="-228600" algn="l" rtl="0" eaLnBrk="0" hangingPunct="0">
              <a:defRPr sz="2200">
                <a:solidFill>
                  <a:schemeClr val="tx1"/>
                </a:solidFill>
                <a:latin typeface="Arial" panose="020B0604020202020204" pitchFamily="34" charset="0"/>
              </a:defRPr>
            </a:lvl4pPr>
            <a:lvl5pPr marL="2057400" indent="-228600" algn="l" rtl="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r" eaLnBrk="1" hangingPunct="1"/>
            <a:fld id="{EA8163BD-044A-4E4C-967E-E56661AF4BCD}" type="slidenum">
              <a:rPr lang="en-US" altLang="en-US" sz="1200"/>
              <a:pPr algn="r" eaLnBrk="1" hangingPunct="1"/>
              <a:t>7</a:t>
            </a:fld>
            <a:endParaRPr lang="en-US" altLang="en-US" sz="1200"/>
          </a:p>
        </p:txBody>
      </p:sp>
      <p:graphicFrame>
        <p:nvGraphicFramePr>
          <p:cNvPr id="2" name="Table 1">
            <a:extLst>
              <a:ext uri="{FF2B5EF4-FFF2-40B4-BE49-F238E27FC236}">
                <a16:creationId xmlns:a16="http://schemas.microsoft.com/office/drawing/2014/main" id="{0D590635-B0A3-05D9-2980-B7A4784F2FF7}"/>
              </a:ext>
            </a:extLst>
          </p:cNvPr>
          <p:cNvGraphicFramePr>
            <a:graphicFrameLocks noGrp="1"/>
          </p:cNvGraphicFramePr>
          <p:nvPr>
            <p:extLst>
              <p:ext uri="{D42A27DB-BD31-4B8C-83A1-F6EECF244321}">
                <p14:modId xmlns:p14="http://schemas.microsoft.com/office/powerpoint/2010/main" val="3475759458"/>
              </p:ext>
            </p:extLst>
          </p:nvPr>
        </p:nvGraphicFramePr>
        <p:xfrm>
          <a:off x="914400" y="1524000"/>
          <a:ext cx="10667999" cy="4277088"/>
        </p:xfrm>
        <a:graphic>
          <a:graphicData uri="http://schemas.openxmlformats.org/drawingml/2006/table">
            <a:tbl>
              <a:tblPr>
                <a:tableStyleId>{5940675A-B579-460E-94D1-54222C63F5DA}</a:tableStyleId>
              </a:tblPr>
              <a:tblGrid>
                <a:gridCol w="2004589">
                  <a:extLst>
                    <a:ext uri="{9D8B030D-6E8A-4147-A177-3AD203B41FA5}">
                      <a16:colId xmlns:a16="http://schemas.microsoft.com/office/drawing/2014/main" val="1654860802"/>
                    </a:ext>
                  </a:extLst>
                </a:gridCol>
                <a:gridCol w="1747146">
                  <a:extLst>
                    <a:ext uri="{9D8B030D-6E8A-4147-A177-3AD203B41FA5}">
                      <a16:colId xmlns:a16="http://schemas.microsoft.com/office/drawing/2014/main" val="940612334"/>
                    </a:ext>
                  </a:extLst>
                </a:gridCol>
                <a:gridCol w="1744252">
                  <a:extLst>
                    <a:ext uri="{9D8B030D-6E8A-4147-A177-3AD203B41FA5}">
                      <a16:colId xmlns:a16="http://schemas.microsoft.com/office/drawing/2014/main" val="2751265124"/>
                    </a:ext>
                  </a:extLst>
                </a:gridCol>
                <a:gridCol w="1596728">
                  <a:extLst>
                    <a:ext uri="{9D8B030D-6E8A-4147-A177-3AD203B41FA5}">
                      <a16:colId xmlns:a16="http://schemas.microsoft.com/office/drawing/2014/main" val="3721405366"/>
                    </a:ext>
                  </a:extLst>
                </a:gridCol>
                <a:gridCol w="1804998">
                  <a:extLst>
                    <a:ext uri="{9D8B030D-6E8A-4147-A177-3AD203B41FA5}">
                      <a16:colId xmlns:a16="http://schemas.microsoft.com/office/drawing/2014/main" val="1924484400"/>
                    </a:ext>
                  </a:extLst>
                </a:gridCol>
                <a:gridCol w="1770286">
                  <a:extLst>
                    <a:ext uri="{9D8B030D-6E8A-4147-A177-3AD203B41FA5}">
                      <a16:colId xmlns:a16="http://schemas.microsoft.com/office/drawing/2014/main" val="3234329614"/>
                    </a:ext>
                  </a:extLst>
                </a:gridCol>
              </a:tblGrid>
              <a:tr h="781223">
                <a:tc rowSpan="2">
                  <a:txBody>
                    <a:bodyPr/>
                    <a:lstStyle/>
                    <a:p>
                      <a:pPr algn="ctr" fontAlgn="ctr"/>
                      <a:r>
                        <a:rPr lang="en-US" sz="2000" u="none" strike="noStrike" dirty="0">
                          <a:effectLst/>
                        </a:rPr>
                        <a:t>Project Characteristics</a:t>
                      </a:r>
                      <a:endParaRPr lang="en-US" sz="2000" b="0" i="0" u="none" strike="noStrike" dirty="0">
                        <a:solidFill>
                          <a:srgbClr val="000000"/>
                        </a:solidFill>
                        <a:effectLst/>
                        <a:latin typeface="Calibri" panose="020F0502020204030204" pitchFamily="34" charset="0"/>
                      </a:endParaRPr>
                    </a:p>
                  </a:txBody>
                  <a:tcPr marL="6694" marR="6694" marT="6694" marB="0" anchor="ctr">
                    <a:solidFill>
                      <a:schemeClr val="accent5">
                        <a:lumMod val="20000"/>
                        <a:lumOff val="80000"/>
                      </a:schemeClr>
                    </a:solidFill>
                  </a:tcPr>
                </a:tc>
                <a:tc rowSpan="2">
                  <a:txBody>
                    <a:bodyPr/>
                    <a:lstStyle/>
                    <a:p>
                      <a:pPr algn="ctr" fontAlgn="ctr"/>
                      <a:r>
                        <a:rPr lang="en-US" sz="2000" u="none" strike="noStrike" dirty="0">
                          <a:effectLst/>
                        </a:rPr>
                        <a:t>Functional</a:t>
                      </a:r>
                      <a:endParaRPr lang="en-US" sz="2000" b="0" i="0" u="none" strike="noStrike" dirty="0">
                        <a:solidFill>
                          <a:srgbClr val="000000"/>
                        </a:solidFill>
                        <a:effectLst/>
                        <a:latin typeface="Calibri" panose="020F0502020204030204" pitchFamily="34" charset="0"/>
                      </a:endParaRPr>
                    </a:p>
                  </a:txBody>
                  <a:tcPr marL="6694" marR="6694" marT="6694" marB="0" anchor="ctr">
                    <a:solidFill>
                      <a:schemeClr val="accent5">
                        <a:lumMod val="20000"/>
                        <a:lumOff val="80000"/>
                      </a:schemeClr>
                    </a:solidFill>
                  </a:tcPr>
                </a:tc>
                <a:tc gridSpan="3">
                  <a:txBody>
                    <a:bodyPr/>
                    <a:lstStyle/>
                    <a:p>
                      <a:pPr algn="ctr" fontAlgn="ctr"/>
                      <a:r>
                        <a:rPr lang="en-US" sz="2000" u="none" strike="noStrike">
                          <a:effectLst/>
                        </a:rPr>
                        <a:t>Matrix</a:t>
                      </a:r>
                      <a:endParaRPr lang="en-US" sz="2000" b="0" i="0" u="none" strike="noStrike">
                        <a:solidFill>
                          <a:srgbClr val="000000"/>
                        </a:solidFill>
                        <a:effectLst/>
                        <a:latin typeface="Calibri" panose="020F0502020204030204" pitchFamily="34" charset="0"/>
                      </a:endParaRPr>
                    </a:p>
                  </a:txBody>
                  <a:tcPr marL="6694" marR="6694" marT="6694" marB="0" anchor="ctr">
                    <a:solidFill>
                      <a:schemeClr val="accent5">
                        <a:lumMod val="20000"/>
                        <a:lumOff val="80000"/>
                      </a:schemeClr>
                    </a:solidFill>
                  </a:tcPr>
                </a:tc>
                <a:tc hMerge="1">
                  <a:txBody>
                    <a:bodyPr/>
                    <a:lstStyle/>
                    <a:p>
                      <a:endParaRPr lang="en-US"/>
                    </a:p>
                  </a:txBody>
                  <a:tcPr/>
                </a:tc>
                <a:tc hMerge="1">
                  <a:txBody>
                    <a:bodyPr/>
                    <a:lstStyle/>
                    <a:p>
                      <a:endParaRPr lang="en-US"/>
                    </a:p>
                  </a:txBody>
                  <a:tcPr/>
                </a:tc>
                <a:tc rowSpan="2">
                  <a:txBody>
                    <a:bodyPr/>
                    <a:lstStyle/>
                    <a:p>
                      <a:pPr algn="ctr" fontAlgn="ctr"/>
                      <a:r>
                        <a:rPr lang="en-US" sz="2000" u="none" strike="noStrike">
                          <a:effectLst/>
                        </a:rPr>
                        <a:t>Project</a:t>
                      </a:r>
                      <a:endParaRPr lang="en-US" sz="2000" b="0" i="0" u="none" strike="noStrike">
                        <a:solidFill>
                          <a:srgbClr val="000000"/>
                        </a:solidFill>
                        <a:effectLst/>
                        <a:latin typeface="Calibri" panose="020F0502020204030204" pitchFamily="34" charset="0"/>
                      </a:endParaRPr>
                    </a:p>
                  </a:txBody>
                  <a:tcPr marL="6694" marR="6694" marT="6694" marB="0" anchor="ctr">
                    <a:solidFill>
                      <a:schemeClr val="accent5">
                        <a:lumMod val="20000"/>
                        <a:lumOff val="80000"/>
                      </a:schemeClr>
                    </a:solidFill>
                  </a:tcPr>
                </a:tc>
                <a:extLst>
                  <a:ext uri="{0D108BD9-81ED-4DB2-BD59-A6C34878D82A}">
                    <a16:rowId xmlns:a16="http://schemas.microsoft.com/office/drawing/2014/main" val="3551655553"/>
                  </a:ext>
                </a:extLst>
              </a:tr>
              <a:tr h="633823">
                <a:tc vMerge="1">
                  <a:txBody>
                    <a:bodyPr/>
                    <a:lstStyle/>
                    <a:p>
                      <a:endParaRPr lang="en-US"/>
                    </a:p>
                  </a:txBody>
                  <a:tcPr/>
                </a:tc>
                <a:tc vMerge="1">
                  <a:txBody>
                    <a:bodyPr/>
                    <a:lstStyle/>
                    <a:p>
                      <a:endParaRPr lang="en-US"/>
                    </a:p>
                  </a:txBody>
                  <a:tcPr/>
                </a:tc>
                <a:tc>
                  <a:txBody>
                    <a:bodyPr/>
                    <a:lstStyle/>
                    <a:p>
                      <a:pPr algn="ctr" fontAlgn="ctr"/>
                      <a:r>
                        <a:rPr lang="en-US" sz="2000" u="none" strike="noStrike" dirty="0">
                          <a:effectLst/>
                        </a:rPr>
                        <a:t> Weak Matrix  </a:t>
                      </a:r>
                      <a:endParaRPr lang="en-US" sz="2000" b="0" i="0" u="none" strike="noStrike" dirty="0">
                        <a:solidFill>
                          <a:srgbClr val="000000"/>
                        </a:solidFill>
                        <a:effectLst/>
                        <a:latin typeface="Calibri" panose="020F0502020204030204" pitchFamily="34" charset="0"/>
                      </a:endParaRPr>
                    </a:p>
                  </a:txBody>
                  <a:tcPr marL="6694" marR="6694" marT="6694" marB="0" anchor="ctr">
                    <a:solidFill>
                      <a:schemeClr val="accent5">
                        <a:lumMod val="20000"/>
                        <a:lumOff val="80000"/>
                      </a:schemeClr>
                    </a:solidFill>
                  </a:tcPr>
                </a:tc>
                <a:tc>
                  <a:txBody>
                    <a:bodyPr/>
                    <a:lstStyle/>
                    <a:p>
                      <a:pPr algn="ctr" fontAlgn="ctr"/>
                      <a:r>
                        <a:rPr lang="en-US" sz="2000" u="none" strike="noStrike" dirty="0">
                          <a:effectLst/>
                        </a:rPr>
                        <a:t> Balanced Matrix  </a:t>
                      </a:r>
                      <a:endParaRPr lang="en-US" sz="2000" b="0" i="0" u="none" strike="noStrike" dirty="0">
                        <a:solidFill>
                          <a:srgbClr val="000000"/>
                        </a:solidFill>
                        <a:effectLst/>
                        <a:latin typeface="Calibri" panose="020F0502020204030204" pitchFamily="34" charset="0"/>
                      </a:endParaRPr>
                    </a:p>
                  </a:txBody>
                  <a:tcPr marL="6694" marR="6694" marT="6694" marB="0" anchor="ctr">
                    <a:solidFill>
                      <a:schemeClr val="accent5">
                        <a:lumMod val="20000"/>
                        <a:lumOff val="80000"/>
                      </a:schemeClr>
                    </a:solidFill>
                  </a:tcPr>
                </a:tc>
                <a:tc>
                  <a:txBody>
                    <a:bodyPr/>
                    <a:lstStyle/>
                    <a:p>
                      <a:pPr algn="ctr" fontAlgn="ctr"/>
                      <a:r>
                        <a:rPr lang="en-US" sz="2000" u="none" strike="noStrike" dirty="0">
                          <a:effectLst/>
                        </a:rPr>
                        <a:t> Strong Matrix  </a:t>
                      </a:r>
                      <a:endParaRPr lang="en-US" sz="2000" b="0" i="0" u="none" strike="noStrike" dirty="0">
                        <a:solidFill>
                          <a:srgbClr val="000000"/>
                        </a:solidFill>
                        <a:effectLst/>
                        <a:latin typeface="Calibri" panose="020F0502020204030204" pitchFamily="34" charset="0"/>
                      </a:endParaRPr>
                    </a:p>
                  </a:txBody>
                  <a:tcPr marL="6694" marR="6694" marT="6694" marB="0" anchor="ctr">
                    <a:solidFill>
                      <a:schemeClr val="accent5">
                        <a:lumMod val="20000"/>
                        <a:lumOff val="80000"/>
                      </a:schemeClr>
                    </a:solidFill>
                  </a:tcPr>
                </a:tc>
                <a:tc vMerge="1">
                  <a:txBody>
                    <a:bodyPr/>
                    <a:lstStyle/>
                    <a:p>
                      <a:endParaRPr lang="en-US"/>
                    </a:p>
                  </a:txBody>
                  <a:tcPr/>
                </a:tc>
                <a:extLst>
                  <a:ext uri="{0D108BD9-81ED-4DB2-BD59-A6C34878D82A}">
                    <a16:rowId xmlns:a16="http://schemas.microsoft.com/office/drawing/2014/main" val="4220174367"/>
                  </a:ext>
                </a:extLst>
              </a:tr>
              <a:tr h="619083">
                <a:tc>
                  <a:txBody>
                    <a:bodyPr/>
                    <a:lstStyle/>
                    <a:p>
                      <a:pPr algn="ctr" fontAlgn="ctr"/>
                      <a:r>
                        <a:rPr lang="en-US" sz="2000" u="none" strike="noStrike" dirty="0">
                          <a:effectLst/>
                        </a:rPr>
                        <a:t>PM Authority  </a:t>
                      </a:r>
                      <a:endParaRPr lang="en-US" sz="2000" b="0" i="0" u="none" strike="noStrike" dirty="0">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Little or none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Limited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Low to Moderate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Moderate to High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High to almost total  </a:t>
                      </a:r>
                      <a:endParaRPr lang="en-US" sz="2000" b="0" i="0" u="none" strike="noStrike">
                        <a:solidFill>
                          <a:srgbClr val="000000"/>
                        </a:solidFill>
                        <a:effectLst/>
                        <a:latin typeface="Calibri" panose="020F0502020204030204" pitchFamily="34" charset="0"/>
                      </a:endParaRPr>
                    </a:p>
                  </a:txBody>
                  <a:tcPr marL="6694" marR="6694" marT="6694" marB="0" anchor="ctr"/>
                </a:tc>
                <a:extLst>
                  <a:ext uri="{0D108BD9-81ED-4DB2-BD59-A6C34878D82A}">
                    <a16:rowId xmlns:a16="http://schemas.microsoft.com/office/drawing/2014/main" val="3824041869"/>
                  </a:ext>
                </a:extLst>
              </a:tr>
              <a:tr h="633823">
                <a:tc>
                  <a:txBody>
                    <a:bodyPr/>
                    <a:lstStyle/>
                    <a:p>
                      <a:pPr algn="ctr" fontAlgn="ctr"/>
                      <a:r>
                        <a:rPr lang="en-US" sz="2000" u="none" strike="noStrike" dirty="0">
                          <a:effectLst/>
                        </a:rPr>
                        <a:t>project budget  </a:t>
                      </a:r>
                      <a:endParaRPr lang="en-US" sz="2000" b="0" i="0" u="none" strike="noStrike" dirty="0">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Functional manager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Functional manager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Mixed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Project manager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Project manager  </a:t>
                      </a:r>
                      <a:endParaRPr lang="en-US" sz="2000" b="0" i="0" u="none" strike="noStrike">
                        <a:solidFill>
                          <a:srgbClr val="000000"/>
                        </a:solidFill>
                        <a:effectLst/>
                        <a:latin typeface="Calibri" panose="020F0502020204030204" pitchFamily="34" charset="0"/>
                      </a:endParaRPr>
                    </a:p>
                  </a:txBody>
                  <a:tcPr marL="6694" marR="6694" marT="6694" marB="0" anchor="ctr"/>
                </a:tc>
                <a:extLst>
                  <a:ext uri="{0D108BD9-81ED-4DB2-BD59-A6C34878D82A}">
                    <a16:rowId xmlns:a16="http://schemas.microsoft.com/office/drawing/2014/main" val="2263623271"/>
                  </a:ext>
                </a:extLst>
              </a:tr>
              <a:tr h="383242">
                <a:tc>
                  <a:txBody>
                    <a:bodyPr/>
                    <a:lstStyle/>
                    <a:p>
                      <a:pPr algn="ctr" fontAlgn="ctr"/>
                      <a:r>
                        <a:rPr lang="en-US" sz="2000" u="none" strike="noStrike" dirty="0">
                          <a:effectLst/>
                        </a:rPr>
                        <a:t> PM Role  </a:t>
                      </a:r>
                      <a:endParaRPr lang="en-US" sz="2000" b="0" i="0" u="none" strike="noStrike" dirty="0">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Part-time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Part-time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Full-time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Full-time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Full-time  </a:t>
                      </a:r>
                      <a:endParaRPr lang="en-US" sz="2000" b="0" i="0" u="none" strike="noStrike">
                        <a:solidFill>
                          <a:srgbClr val="000000"/>
                        </a:solidFill>
                        <a:effectLst/>
                        <a:latin typeface="Calibri" panose="020F0502020204030204" pitchFamily="34" charset="0"/>
                      </a:endParaRPr>
                    </a:p>
                  </a:txBody>
                  <a:tcPr marL="6694" marR="6694" marT="6694" marB="0" anchor="ctr"/>
                </a:tc>
                <a:extLst>
                  <a:ext uri="{0D108BD9-81ED-4DB2-BD59-A6C34878D82A}">
                    <a16:rowId xmlns:a16="http://schemas.microsoft.com/office/drawing/2014/main" val="4139430277"/>
                  </a:ext>
                </a:extLst>
              </a:tr>
              <a:tr h="1139806">
                <a:tc>
                  <a:txBody>
                    <a:bodyPr/>
                    <a:lstStyle/>
                    <a:p>
                      <a:pPr algn="ctr" fontAlgn="ctr"/>
                      <a:r>
                        <a:rPr lang="en-US" sz="2000" u="none" strike="noStrike" dirty="0">
                          <a:effectLst/>
                        </a:rPr>
                        <a:t> Common title</a:t>
                      </a:r>
                      <a:endParaRPr lang="en-US" sz="2000" b="0" i="0" u="none" strike="noStrike" dirty="0">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Project Coordinator/ Project Leader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Project Coordinator/ Project Leader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Project Manager/ Project Officer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a:effectLst/>
                        </a:rPr>
                        <a:t> Project Manager / Program Manager  </a:t>
                      </a:r>
                      <a:endParaRPr lang="en-US" sz="2000" b="0" i="0" u="none" strike="noStrike">
                        <a:solidFill>
                          <a:srgbClr val="000000"/>
                        </a:solidFill>
                        <a:effectLst/>
                        <a:latin typeface="Calibri" panose="020F0502020204030204" pitchFamily="34" charset="0"/>
                      </a:endParaRPr>
                    </a:p>
                  </a:txBody>
                  <a:tcPr marL="6694" marR="6694" marT="6694" marB="0" anchor="ctr"/>
                </a:tc>
                <a:tc>
                  <a:txBody>
                    <a:bodyPr/>
                    <a:lstStyle/>
                    <a:p>
                      <a:pPr algn="ctr" fontAlgn="ctr"/>
                      <a:r>
                        <a:rPr lang="en-US" sz="2000" u="none" strike="noStrike" dirty="0">
                          <a:effectLst/>
                        </a:rPr>
                        <a:t> Project Manager/ Program Manager  </a:t>
                      </a:r>
                      <a:endParaRPr lang="en-US" sz="2000" b="0" i="0" u="none" strike="noStrike" dirty="0">
                        <a:solidFill>
                          <a:srgbClr val="000000"/>
                        </a:solidFill>
                        <a:effectLst/>
                        <a:latin typeface="Calibri" panose="020F0502020204030204" pitchFamily="34" charset="0"/>
                      </a:endParaRPr>
                    </a:p>
                  </a:txBody>
                  <a:tcPr marL="6694" marR="6694" marT="6694" marB="0" anchor="ctr"/>
                </a:tc>
                <a:extLst>
                  <a:ext uri="{0D108BD9-81ED-4DB2-BD59-A6C34878D82A}">
                    <a16:rowId xmlns:a16="http://schemas.microsoft.com/office/drawing/2014/main" val="63951189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1">
            <a:extLst>
              <a:ext uri="{FF2B5EF4-FFF2-40B4-BE49-F238E27FC236}">
                <a16:creationId xmlns:a16="http://schemas.microsoft.com/office/drawing/2014/main" id="{CD39253D-A4D7-A7AA-AF46-146F03D378E8}"/>
              </a:ext>
            </a:extLst>
          </p:cNvPr>
          <p:cNvSpPr>
            <a:spLocks noGrp="1"/>
          </p:cNvSpPr>
          <p:nvPr>
            <p:ph idx="1"/>
          </p:nvPr>
        </p:nvSpPr>
        <p:spPr>
          <a:xfrm>
            <a:off x="381000" y="1447801"/>
            <a:ext cx="11277600" cy="4525963"/>
          </a:xfrm>
        </p:spPr>
        <p:txBody>
          <a:bodyPr/>
          <a:lstStyle/>
          <a:p>
            <a:pPr algn="just" eaLnBrk="1" hangingPunct="1"/>
            <a:r>
              <a:rPr lang="en-US" altLang="en-US" sz="3200" dirty="0"/>
              <a:t>People in </a:t>
            </a:r>
            <a:r>
              <a:rPr lang="en-US" altLang="en-US" sz="3200" b="1" dirty="0">
                <a:solidFill>
                  <a:srgbClr val="5B53FF"/>
                </a:solidFill>
              </a:rPr>
              <a:t>top management </a:t>
            </a:r>
            <a:r>
              <a:rPr lang="en-US" altLang="en-US" sz="3200" dirty="0"/>
              <a:t>positions are key </a:t>
            </a:r>
            <a:r>
              <a:rPr lang="en-US" altLang="en-US" sz="3200" b="1" dirty="0">
                <a:solidFill>
                  <a:srgbClr val="5B53FF"/>
                </a:solidFill>
              </a:rPr>
              <a:t>stakeholders</a:t>
            </a:r>
            <a:r>
              <a:rPr lang="en-US" altLang="en-US" sz="3200" dirty="0"/>
              <a:t> in projects</a:t>
            </a:r>
          </a:p>
          <a:p>
            <a:pPr algn="just" eaLnBrk="1" hangingPunct="1"/>
            <a:r>
              <a:rPr lang="en-US" altLang="en-US" sz="3200" dirty="0"/>
              <a:t> A very important factor in helping </a:t>
            </a:r>
            <a:r>
              <a:rPr lang="en-US" altLang="en-US" sz="3200" b="1" dirty="0">
                <a:solidFill>
                  <a:srgbClr val="5B53FF"/>
                </a:solidFill>
              </a:rPr>
              <a:t>project managers </a:t>
            </a:r>
            <a:r>
              <a:rPr lang="en-US" altLang="en-US" sz="3200" dirty="0"/>
              <a:t>successfully </a:t>
            </a:r>
            <a:r>
              <a:rPr lang="en-US" altLang="en-US" sz="3200" b="1" dirty="0">
                <a:solidFill>
                  <a:srgbClr val="5B53FF"/>
                </a:solidFill>
              </a:rPr>
              <a:t>lead</a:t>
            </a:r>
            <a:r>
              <a:rPr lang="en-US" altLang="en-US" sz="3200" dirty="0"/>
              <a:t> projects is the level of commitment and </a:t>
            </a:r>
            <a:r>
              <a:rPr lang="en-US" altLang="en-US" sz="3200" b="1" dirty="0">
                <a:solidFill>
                  <a:srgbClr val="5B53FF"/>
                </a:solidFill>
              </a:rPr>
              <a:t>support</a:t>
            </a:r>
            <a:r>
              <a:rPr lang="en-US" altLang="en-US" sz="3200" dirty="0"/>
              <a:t> they receive from top management</a:t>
            </a:r>
          </a:p>
          <a:p>
            <a:pPr algn="just" eaLnBrk="1" hangingPunct="1"/>
            <a:r>
              <a:rPr lang="en-US" altLang="en-US" sz="3200" dirty="0"/>
              <a:t>Without top management commitment, many projects will </a:t>
            </a:r>
            <a:r>
              <a:rPr lang="en-US" altLang="en-US" sz="3200" b="1" dirty="0">
                <a:solidFill>
                  <a:srgbClr val="FF0000"/>
                </a:solidFill>
              </a:rPr>
              <a:t>fail</a:t>
            </a:r>
            <a:r>
              <a:rPr lang="en-US" altLang="en-US" sz="3200" dirty="0"/>
              <a:t>.</a:t>
            </a:r>
          </a:p>
          <a:p>
            <a:pPr algn="just" eaLnBrk="1" hangingPunct="1"/>
            <a:r>
              <a:rPr lang="en-US" altLang="en-US" sz="3200" dirty="0"/>
              <a:t>Some projects have a senior manager called a </a:t>
            </a:r>
            <a:r>
              <a:rPr lang="en-US" altLang="en-US" sz="3200" b="1" dirty="0">
                <a:solidFill>
                  <a:srgbClr val="5B53FF"/>
                </a:solidFill>
              </a:rPr>
              <a:t>champion</a:t>
            </a:r>
            <a:r>
              <a:rPr lang="en-US" altLang="en-US" sz="3200" dirty="0"/>
              <a:t> who acts as a key proponent for a project.</a:t>
            </a:r>
          </a:p>
          <a:p>
            <a:pPr algn="just" eaLnBrk="1" hangingPunct="1"/>
            <a:endParaRPr lang="en-US" altLang="en-US" sz="3200" dirty="0"/>
          </a:p>
        </p:txBody>
      </p:sp>
      <p:sp>
        <p:nvSpPr>
          <p:cNvPr id="3" name="Title 2">
            <a:extLst>
              <a:ext uri="{FF2B5EF4-FFF2-40B4-BE49-F238E27FC236}">
                <a16:creationId xmlns:a16="http://schemas.microsoft.com/office/drawing/2014/main" id="{CAF9A251-62BD-6676-1EDB-F32E9E3F04ED}"/>
              </a:ext>
            </a:extLst>
          </p:cNvPr>
          <p:cNvSpPr>
            <a:spLocks noGrp="1"/>
          </p:cNvSpPr>
          <p:nvPr>
            <p:ph type="title"/>
          </p:nvPr>
        </p:nvSpPr>
        <p:spPr>
          <a:xfrm>
            <a:off x="1905000" y="274638"/>
            <a:ext cx="8534400" cy="1143000"/>
          </a:xfrm>
        </p:spPr>
        <p:txBody>
          <a:bodyPr>
            <a:noAutofit/>
          </a:bodyPr>
          <a:lstStyle/>
          <a:p>
            <a:pPr eaLnBrk="1" hangingPunct="1">
              <a:defRPr/>
            </a:pPr>
            <a:r>
              <a:rPr lang="en-US" sz="3000" dirty="0">
                <a:solidFill>
                  <a:srgbClr val="002060"/>
                </a:solidFill>
                <a:effectLst/>
                <a:latin typeface="Times New Roman" panose="02020603050405020304" pitchFamily="18" charset="0"/>
                <a:ea typeface="Tahoma" panose="020B0604030504040204" pitchFamily="34" charset="0"/>
                <a:cs typeface="Times New Roman" panose="02020603050405020304" pitchFamily="18" charset="0"/>
              </a:rPr>
              <a:t>The Importance of Top Management Commitment</a:t>
            </a:r>
          </a:p>
        </p:txBody>
      </p:sp>
      <p:sp>
        <p:nvSpPr>
          <p:cNvPr id="4" name="Footer Placeholder 3">
            <a:extLst>
              <a:ext uri="{FF2B5EF4-FFF2-40B4-BE49-F238E27FC236}">
                <a16:creationId xmlns:a16="http://schemas.microsoft.com/office/drawing/2014/main" id="{57610DD3-141F-0A01-A74D-CFF0744A8772}"/>
              </a:ext>
            </a:extLst>
          </p:cNvPr>
          <p:cNvSpPr>
            <a:spLocks noGrp="1"/>
          </p:cNvSpPr>
          <p:nvPr>
            <p:ph type="ftr" sz="quarter" idx="10"/>
          </p:nvPr>
        </p:nvSpPr>
        <p:spPr/>
        <p:txBody>
          <a:bodyPr/>
          <a:lstStyle/>
          <a:p>
            <a:pPr>
              <a:defRPr/>
            </a:pPr>
            <a:r>
              <a:rPr lang="en-US" dirty="0"/>
              <a:t>Information Technology Project Management</a:t>
            </a:r>
          </a:p>
        </p:txBody>
      </p:sp>
      <p:sp>
        <p:nvSpPr>
          <p:cNvPr id="29701" name="Slide Number Placeholder 4">
            <a:extLst>
              <a:ext uri="{FF2B5EF4-FFF2-40B4-BE49-F238E27FC236}">
                <a16:creationId xmlns:a16="http://schemas.microsoft.com/office/drawing/2014/main" id="{8DA4410F-416E-2100-01CE-5E1F56C05EC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9pPr>
          </a:lstStyle>
          <a:p>
            <a:pPr>
              <a:spcBef>
                <a:spcPct val="0"/>
              </a:spcBef>
              <a:buClrTx/>
              <a:buSzTx/>
              <a:buFontTx/>
              <a:buNone/>
            </a:pPr>
            <a:fld id="{0F44A2DA-17B2-4B98-AA95-24FD2F625E5F}" type="slidenum">
              <a:rPr lang="en-US" altLang="en-US" sz="1200"/>
              <a:pPr>
                <a:spcBef>
                  <a:spcPct val="0"/>
                </a:spcBef>
                <a:buClrTx/>
                <a:buSzTx/>
                <a:buFontTx/>
                <a:buNone/>
              </a:pPr>
              <a:t>8</a:t>
            </a:fld>
            <a:endParaRPr lang="en-US" altLang="en-US"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1E423DD1-FA2F-79E8-A61F-26942183DD5A}"/>
              </a:ext>
            </a:extLst>
          </p:cNvPr>
          <p:cNvGraphicFramePr>
            <a:graphicFrameLocks noGrp="1"/>
          </p:cNvGraphicFramePr>
          <p:nvPr>
            <p:ph idx="1"/>
            <p:extLst>
              <p:ext uri="{D42A27DB-BD31-4B8C-83A1-F6EECF244321}">
                <p14:modId xmlns:p14="http://schemas.microsoft.com/office/powerpoint/2010/main" val="4197888451"/>
              </p:ext>
            </p:extLst>
          </p:nvPr>
        </p:nvGraphicFramePr>
        <p:xfrm>
          <a:off x="609600" y="14811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F3663146-FFEF-8DFB-4FB0-1F86979817CF}"/>
              </a:ext>
            </a:extLst>
          </p:cNvPr>
          <p:cNvSpPr>
            <a:spLocks noGrp="1"/>
          </p:cNvSpPr>
          <p:nvPr>
            <p:ph type="title"/>
          </p:nvPr>
        </p:nvSpPr>
        <p:spPr>
          <a:xfrm>
            <a:off x="609600" y="274638"/>
            <a:ext cx="10841568" cy="1143000"/>
          </a:xfrm>
        </p:spPr>
        <p:txBody>
          <a:bodyPr>
            <a:noAutofit/>
          </a:bodyPr>
          <a:lstStyle/>
          <a:p>
            <a:pPr algn="ctr" eaLnBrk="1" hangingPunct="1">
              <a:defRPr/>
            </a:pPr>
            <a:r>
              <a:rPr lang="en-US" sz="3600" dirty="0">
                <a:solidFill>
                  <a:srgbClr val="002060"/>
                </a:solidFill>
                <a:effectLst/>
                <a:latin typeface="Times New Roman" panose="02020603050405020304" pitchFamily="18" charset="0"/>
                <a:cs typeface="Times New Roman" panose="02020603050405020304" pitchFamily="18" charset="0"/>
              </a:rPr>
              <a:t>How Top Management Can Help Project Managers</a:t>
            </a:r>
          </a:p>
        </p:txBody>
      </p:sp>
      <p:sp>
        <p:nvSpPr>
          <p:cNvPr id="4" name="Footer Placeholder 3">
            <a:extLst>
              <a:ext uri="{FF2B5EF4-FFF2-40B4-BE49-F238E27FC236}">
                <a16:creationId xmlns:a16="http://schemas.microsoft.com/office/drawing/2014/main" id="{484C7CB8-0306-EB93-FCB7-709F8FD2C36F}"/>
              </a:ext>
            </a:extLst>
          </p:cNvPr>
          <p:cNvSpPr>
            <a:spLocks noGrp="1"/>
          </p:cNvSpPr>
          <p:nvPr>
            <p:ph type="ftr" sz="quarter" idx="10"/>
          </p:nvPr>
        </p:nvSpPr>
        <p:spPr/>
        <p:txBody>
          <a:bodyPr/>
          <a:lstStyle/>
          <a:p>
            <a:pPr>
              <a:defRPr/>
            </a:pPr>
            <a:r>
              <a:rPr lang="en-US" dirty="0">
                <a:latin typeface="Times New Roman" panose="02020603050405020304" pitchFamily="18" charset="0"/>
                <a:cs typeface="Times New Roman" panose="02020603050405020304" pitchFamily="18" charset="0"/>
              </a:rPr>
              <a:t>Information Technology Project Management</a:t>
            </a:r>
          </a:p>
        </p:txBody>
      </p:sp>
      <p:sp>
        <p:nvSpPr>
          <p:cNvPr id="30725" name="Slide Number Placeholder 4">
            <a:extLst>
              <a:ext uri="{FF2B5EF4-FFF2-40B4-BE49-F238E27FC236}">
                <a16:creationId xmlns:a16="http://schemas.microsoft.com/office/drawing/2014/main" id="{BFC37A96-17E3-28D8-2823-5C00D39CC50C}"/>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9pPr>
          </a:lstStyle>
          <a:p>
            <a:pPr>
              <a:spcBef>
                <a:spcPct val="0"/>
              </a:spcBef>
              <a:buClrTx/>
              <a:buSzTx/>
              <a:buFontTx/>
              <a:buNone/>
            </a:pPr>
            <a:fld id="{63D1CE79-A9AE-4D63-9647-7DE2957E8B74}" type="slidenum">
              <a:rPr lang="en-US" altLang="en-US" sz="1200">
                <a:latin typeface="Times New Roman" panose="02020603050405020304" pitchFamily="18" charset="0"/>
                <a:cs typeface="Times New Roman" panose="02020603050405020304" pitchFamily="18" charset="0"/>
              </a:rPr>
              <a:pPr>
                <a:spcBef>
                  <a:spcPct val="0"/>
                </a:spcBef>
                <a:buClrTx/>
                <a:buSzTx/>
                <a:buFontTx/>
                <a:buNone/>
              </a:pPr>
              <a:t>9</a:t>
            </a:fld>
            <a:endParaRPr lang="en-US" altLang="en-US" sz="12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1D2227-79F3-1708-81B4-1A738C386528}"/>
              </a:ext>
            </a:extLst>
          </p:cNvPr>
          <p:cNvSpPr>
            <a:spLocks noGrp="1"/>
          </p:cNvSpPr>
          <p:nvPr>
            <p:ph idx="1"/>
          </p:nvPr>
        </p:nvSpPr>
        <p:spPr/>
        <p:txBody>
          <a:bodyPr/>
          <a:lstStyle/>
          <a:p>
            <a:r>
              <a:rPr lang="en-US" dirty="0">
                <a:hlinkClick r:id="rId2"/>
              </a:rPr>
              <a:t>https://youtu.be/845Rm6pGjqY</a:t>
            </a:r>
            <a:endParaRPr lang="ar-EG" dirty="0">
              <a:hlinkClick r:id="rId2"/>
            </a:endParaRPr>
          </a:p>
          <a:p>
            <a:r>
              <a:rPr lang="en-US" dirty="0">
                <a:hlinkClick r:id="rId2"/>
              </a:rPr>
              <a:t>https://youtu.be/N3N9-RLSbvo</a:t>
            </a:r>
            <a:endParaRPr lang="ar-EG" dirty="0">
              <a:hlinkClick r:id="rId2"/>
            </a:endParaRPr>
          </a:p>
          <a:p>
            <a:endParaRPr lang="ar-EG" dirty="0">
              <a:hlinkClick r:id="rId2"/>
            </a:endParaRPr>
          </a:p>
          <a:p>
            <a:r>
              <a:rPr lang="en-US" dirty="0">
                <a:hlinkClick r:id="rId2"/>
              </a:rPr>
              <a:t>https://youtu.be/5RocT_OdQcA</a:t>
            </a:r>
            <a:endParaRPr lang="en-US" dirty="0"/>
          </a:p>
          <a:p>
            <a:endParaRPr lang="en-US" dirty="0"/>
          </a:p>
        </p:txBody>
      </p:sp>
      <p:sp>
        <p:nvSpPr>
          <p:cNvPr id="3" name="Title 2">
            <a:extLst>
              <a:ext uri="{FF2B5EF4-FFF2-40B4-BE49-F238E27FC236}">
                <a16:creationId xmlns:a16="http://schemas.microsoft.com/office/drawing/2014/main" id="{03D021F1-DA89-722D-7F9C-D8D6EC9D04BF}"/>
              </a:ext>
            </a:extLst>
          </p:cNvPr>
          <p:cNvSpPr>
            <a:spLocks noGrp="1"/>
          </p:cNvSpPr>
          <p:nvPr>
            <p:ph type="title"/>
          </p:nvPr>
        </p:nvSpPr>
        <p:spPr/>
        <p:txBody>
          <a:bodyPr>
            <a:noAutofit/>
          </a:bodyPr>
          <a:lstStyle/>
          <a:p>
            <a:r>
              <a:rPr lang="en-US" sz="3200" dirty="0">
                <a:solidFill>
                  <a:srgbClr val="5B53FF"/>
                </a:solidFill>
                <a:effectLst/>
              </a:rPr>
              <a:t>Project Phases and the Project Life Cycle</a:t>
            </a:r>
            <a:endParaRPr lang="en-US" sz="3200" dirty="0"/>
          </a:p>
        </p:txBody>
      </p:sp>
      <p:sp>
        <p:nvSpPr>
          <p:cNvPr id="4" name="Footer Placeholder 3">
            <a:extLst>
              <a:ext uri="{FF2B5EF4-FFF2-40B4-BE49-F238E27FC236}">
                <a16:creationId xmlns:a16="http://schemas.microsoft.com/office/drawing/2014/main" id="{4ED3D876-53B5-85AB-5942-C69E5B160756}"/>
              </a:ext>
            </a:extLst>
          </p:cNvPr>
          <p:cNvSpPr>
            <a:spLocks noGrp="1"/>
          </p:cNvSpPr>
          <p:nvPr>
            <p:ph type="ftr" sz="quarter" idx="10"/>
          </p:nvPr>
        </p:nvSpPr>
        <p:spPr/>
        <p:txBody>
          <a:bodyPr/>
          <a:lstStyle/>
          <a:p>
            <a:pPr>
              <a:defRPr/>
            </a:pPr>
            <a:r>
              <a:rPr lang="en-US" dirty="0"/>
              <a:t>Information Technology Project Management</a:t>
            </a:r>
          </a:p>
        </p:txBody>
      </p:sp>
      <p:sp>
        <p:nvSpPr>
          <p:cNvPr id="5" name="Slide Number Placeholder 4">
            <a:extLst>
              <a:ext uri="{FF2B5EF4-FFF2-40B4-BE49-F238E27FC236}">
                <a16:creationId xmlns:a16="http://schemas.microsoft.com/office/drawing/2014/main" id="{B18700D1-B26E-5E28-ECB8-74D749647FD2}"/>
              </a:ext>
            </a:extLst>
          </p:cNvPr>
          <p:cNvSpPr>
            <a:spLocks noGrp="1"/>
          </p:cNvSpPr>
          <p:nvPr>
            <p:ph type="sldNum" sz="quarter" idx="11"/>
          </p:nvPr>
        </p:nvSpPr>
        <p:spPr/>
        <p:txBody>
          <a:bodyPr/>
          <a:lstStyle/>
          <a:p>
            <a:fld id="{AE71B86A-A49C-4952-879C-04CB70B528A7}" type="slidenum">
              <a:rPr lang="en-US" altLang="en-US" smtClean="0"/>
              <a:pPr/>
              <a:t>10</a:t>
            </a:fld>
            <a:endParaRPr lang="en-US" altLang="en-US"/>
          </a:p>
        </p:txBody>
      </p:sp>
    </p:spTree>
    <p:extLst>
      <p:ext uri="{BB962C8B-B14F-4D97-AF65-F5344CB8AC3E}">
        <p14:creationId xmlns:p14="http://schemas.microsoft.com/office/powerpoint/2010/main" val="1677963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a:extLst>
              <a:ext uri="{FF2B5EF4-FFF2-40B4-BE49-F238E27FC236}">
                <a16:creationId xmlns:a16="http://schemas.microsoft.com/office/drawing/2014/main" id="{9E6035EF-2A0E-C1CC-5E77-3A22393FC898}"/>
              </a:ext>
            </a:extLst>
          </p:cNvPr>
          <p:cNvSpPr>
            <a:spLocks noGrp="1" noChangeArrowheads="1"/>
          </p:cNvSpPr>
          <p:nvPr>
            <p:ph idx="1"/>
          </p:nvPr>
        </p:nvSpPr>
        <p:spPr>
          <a:xfrm>
            <a:off x="914400" y="1295400"/>
            <a:ext cx="10536768" cy="4525962"/>
          </a:xfrm>
        </p:spPr>
        <p:txBody>
          <a:bodyPr/>
          <a:lstStyle/>
          <a:p>
            <a:pPr>
              <a:lnSpc>
                <a:spcPct val="120000"/>
              </a:lnSpc>
            </a:pPr>
            <a:r>
              <a:rPr lang="en-US" altLang="en-US" sz="2800" dirty="0"/>
              <a:t>A </a:t>
            </a:r>
            <a:r>
              <a:rPr lang="en-US" altLang="en-US" sz="2800" b="1" dirty="0"/>
              <a:t>project life cycle</a:t>
            </a:r>
            <a:r>
              <a:rPr lang="en-US" altLang="en-US" sz="2800" dirty="0"/>
              <a:t> is a collection of project phases that defines</a:t>
            </a:r>
          </a:p>
          <a:p>
            <a:pPr lvl="1">
              <a:lnSpc>
                <a:spcPct val="120000"/>
              </a:lnSpc>
            </a:pPr>
            <a:r>
              <a:rPr lang="en-US" altLang="en-US" sz="2400" b="1" dirty="0">
                <a:solidFill>
                  <a:srgbClr val="C00000"/>
                </a:solidFill>
              </a:rPr>
              <a:t>what</a:t>
            </a:r>
            <a:r>
              <a:rPr lang="en-US" altLang="en-US" sz="2400" dirty="0"/>
              <a:t> work will be performed in each phase</a:t>
            </a:r>
          </a:p>
          <a:p>
            <a:pPr lvl="1">
              <a:lnSpc>
                <a:spcPct val="120000"/>
              </a:lnSpc>
            </a:pPr>
            <a:r>
              <a:rPr lang="en-US" altLang="en-US" sz="2400" b="1" dirty="0">
                <a:solidFill>
                  <a:srgbClr val="C00000"/>
                </a:solidFill>
              </a:rPr>
              <a:t>what</a:t>
            </a:r>
            <a:r>
              <a:rPr lang="en-US" altLang="en-US" sz="2400" dirty="0"/>
              <a:t> deliverables will be produced and </a:t>
            </a:r>
            <a:r>
              <a:rPr lang="en-US" altLang="en-US" sz="2400" b="1" dirty="0">
                <a:solidFill>
                  <a:srgbClr val="C00000"/>
                </a:solidFill>
              </a:rPr>
              <a:t>when</a:t>
            </a:r>
          </a:p>
          <a:p>
            <a:pPr lvl="1">
              <a:lnSpc>
                <a:spcPct val="120000"/>
              </a:lnSpc>
            </a:pPr>
            <a:r>
              <a:rPr lang="en-US" altLang="en-US" sz="2400" b="1" dirty="0">
                <a:solidFill>
                  <a:srgbClr val="C00000"/>
                </a:solidFill>
              </a:rPr>
              <a:t>who</a:t>
            </a:r>
            <a:r>
              <a:rPr lang="en-US" altLang="en-US" sz="2400" dirty="0"/>
              <a:t> is involved in each phase, and </a:t>
            </a:r>
          </a:p>
          <a:p>
            <a:pPr lvl="1">
              <a:lnSpc>
                <a:spcPct val="120000"/>
              </a:lnSpc>
            </a:pPr>
            <a:r>
              <a:rPr lang="en-US" altLang="en-US" sz="2400" b="1" dirty="0">
                <a:solidFill>
                  <a:srgbClr val="C00000"/>
                </a:solidFill>
              </a:rPr>
              <a:t>how</a:t>
            </a:r>
            <a:r>
              <a:rPr lang="en-US" altLang="en-US" sz="2400" dirty="0"/>
              <a:t> management will control and approve work produced in each phase</a:t>
            </a:r>
          </a:p>
          <a:p>
            <a:pPr>
              <a:lnSpc>
                <a:spcPct val="120000"/>
              </a:lnSpc>
            </a:pPr>
            <a:r>
              <a:rPr lang="en-US" sz="2800" dirty="0"/>
              <a:t>A </a:t>
            </a:r>
            <a:r>
              <a:rPr lang="en-US" sz="2800" b="1" dirty="0"/>
              <a:t>deliverable </a:t>
            </a:r>
            <a:r>
              <a:rPr lang="en-US" sz="2800" dirty="0"/>
              <a:t>is a product or service produced or provided as part of a project</a:t>
            </a:r>
          </a:p>
          <a:p>
            <a:pPr>
              <a:lnSpc>
                <a:spcPct val="120000"/>
              </a:lnSpc>
            </a:pPr>
            <a:endParaRPr lang="en-US" altLang="en-US" sz="2800" dirty="0"/>
          </a:p>
        </p:txBody>
      </p:sp>
      <p:sp>
        <p:nvSpPr>
          <p:cNvPr id="26628" name="Rectangle 2">
            <a:extLst>
              <a:ext uri="{FF2B5EF4-FFF2-40B4-BE49-F238E27FC236}">
                <a16:creationId xmlns:a16="http://schemas.microsoft.com/office/drawing/2014/main" id="{8CD1C68E-5EFC-9CC6-AEA3-A941D16405B2}"/>
              </a:ext>
            </a:extLst>
          </p:cNvPr>
          <p:cNvSpPr>
            <a:spLocks noGrp="1" noChangeArrowheads="1"/>
          </p:cNvSpPr>
          <p:nvPr>
            <p:ph type="title"/>
          </p:nvPr>
        </p:nvSpPr>
        <p:spPr/>
        <p:txBody>
          <a:bodyPr>
            <a:noAutofit/>
          </a:bodyPr>
          <a:lstStyle/>
          <a:p>
            <a:pPr algn="ctr">
              <a:defRPr/>
            </a:pPr>
            <a:r>
              <a:rPr lang="en-US" sz="4000" dirty="0">
                <a:solidFill>
                  <a:srgbClr val="5B53FF"/>
                </a:solidFill>
                <a:effectLst/>
              </a:rPr>
              <a:t>Project Phases and the Project Life Cycle</a:t>
            </a:r>
          </a:p>
        </p:txBody>
      </p:sp>
      <p:sp>
        <p:nvSpPr>
          <p:cNvPr id="26626" name="Footer Placeholder 3">
            <a:extLst>
              <a:ext uri="{FF2B5EF4-FFF2-40B4-BE49-F238E27FC236}">
                <a16:creationId xmlns:a16="http://schemas.microsoft.com/office/drawing/2014/main" id="{5246837A-4443-BB40-633A-529083C83C12}"/>
              </a:ext>
            </a:extLst>
          </p:cNvPr>
          <p:cNvSpPr>
            <a:spLocks noGrp="1"/>
          </p:cNvSpPr>
          <p:nvPr>
            <p:ph type="ftr" sz="quarter" idx="10"/>
          </p:nvPr>
        </p:nvSpPr>
        <p:spPr bwMode="auto">
          <a:ln>
            <a:miter lim="800000"/>
            <a:headEnd/>
            <a:tailEnd/>
          </a:ln>
        </p:spPr>
        <p:txBody>
          <a:bodyPr/>
          <a:lstStyle/>
          <a:p>
            <a:pPr>
              <a:defRPr/>
            </a:pPr>
            <a:r>
              <a:rPr lang="en-US" dirty="0"/>
              <a:t>Information Technology Project Management</a:t>
            </a:r>
          </a:p>
        </p:txBody>
      </p:sp>
      <p:sp>
        <p:nvSpPr>
          <p:cNvPr id="5" name="Slide Number Placeholder 4">
            <a:extLst>
              <a:ext uri="{FF2B5EF4-FFF2-40B4-BE49-F238E27FC236}">
                <a16:creationId xmlns:a16="http://schemas.microsoft.com/office/drawing/2014/main" id="{300B8356-6F53-FE30-B486-17E7102111F7}"/>
              </a:ext>
            </a:extLst>
          </p:cNvPr>
          <p:cNvSpPr>
            <a:spLocks noGrp="1"/>
          </p:cNvSpPr>
          <p:nvPr>
            <p:ph type="sldNum" sz="quarter" idx="11"/>
          </p:nvPr>
        </p:nvSpPr>
        <p:spPr/>
        <p:txBody>
          <a:bodyPr/>
          <a:lstStyle>
            <a:lvl1pPr algn="l" rtl="0" eaLnBrk="0" hangingPunct="0">
              <a:defRPr sz="2200">
                <a:solidFill>
                  <a:schemeClr val="tx1"/>
                </a:solidFill>
                <a:latin typeface="Arial" panose="020B0604020202020204" pitchFamily="34" charset="0"/>
              </a:defRPr>
            </a:lvl1pPr>
            <a:lvl2pPr marL="742950" indent="-285750" algn="l" rtl="0" eaLnBrk="0" hangingPunct="0">
              <a:defRPr sz="2200">
                <a:solidFill>
                  <a:schemeClr val="tx1"/>
                </a:solidFill>
                <a:latin typeface="Arial" panose="020B0604020202020204" pitchFamily="34" charset="0"/>
              </a:defRPr>
            </a:lvl2pPr>
            <a:lvl3pPr marL="1143000" indent="-228600" algn="l" rtl="0" eaLnBrk="0" hangingPunct="0">
              <a:defRPr sz="2200">
                <a:solidFill>
                  <a:schemeClr val="tx1"/>
                </a:solidFill>
                <a:latin typeface="Arial" panose="020B0604020202020204" pitchFamily="34" charset="0"/>
              </a:defRPr>
            </a:lvl3pPr>
            <a:lvl4pPr marL="1600200" indent="-228600" algn="l" rtl="0" eaLnBrk="0" hangingPunct="0">
              <a:defRPr sz="2200">
                <a:solidFill>
                  <a:schemeClr val="tx1"/>
                </a:solidFill>
                <a:latin typeface="Arial" panose="020B0604020202020204" pitchFamily="34" charset="0"/>
              </a:defRPr>
            </a:lvl4pPr>
            <a:lvl5pPr marL="2057400" indent="-228600" algn="l" rtl="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r" eaLnBrk="1" hangingPunct="1"/>
            <a:fld id="{F3C0F095-98CA-4E47-84E8-64BC4AA808EB}" type="slidenum">
              <a:rPr lang="en-US" altLang="en-US" sz="1200"/>
              <a:pPr algn="r" eaLnBrk="1" hangingPunct="1"/>
              <a:t>11</a:t>
            </a:fld>
            <a:endParaRPr lang="en-US" altLang="en-US"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a:extLst>
              <a:ext uri="{FF2B5EF4-FFF2-40B4-BE49-F238E27FC236}">
                <a16:creationId xmlns:a16="http://schemas.microsoft.com/office/drawing/2014/main" id="{8CD1C68E-5EFC-9CC6-AEA3-A941D16405B2}"/>
              </a:ext>
            </a:extLst>
          </p:cNvPr>
          <p:cNvSpPr>
            <a:spLocks noGrp="1" noChangeArrowheads="1"/>
          </p:cNvSpPr>
          <p:nvPr>
            <p:ph type="title"/>
          </p:nvPr>
        </p:nvSpPr>
        <p:spPr/>
        <p:txBody>
          <a:bodyPr>
            <a:noAutofit/>
          </a:bodyPr>
          <a:lstStyle/>
          <a:p>
            <a:pPr algn="ctr">
              <a:defRPr/>
            </a:pPr>
            <a:r>
              <a:rPr lang="en-US" sz="3600" dirty="0">
                <a:solidFill>
                  <a:srgbClr val="5B53FF"/>
                </a:solidFill>
                <a:effectLst/>
              </a:rPr>
              <a:t>Project Phases and the Project Life Cycle</a:t>
            </a:r>
          </a:p>
        </p:txBody>
      </p:sp>
      <p:sp>
        <p:nvSpPr>
          <p:cNvPr id="26626" name="Footer Placeholder 3">
            <a:extLst>
              <a:ext uri="{FF2B5EF4-FFF2-40B4-BE49-F238E27FC236}">
                <a16:creationId xmlns:a16="http://schemas.microsoft.com/office/drawing/2014/main" id="{5246837A-4443-BB40-633A-529083C83C12}"/>
              </a:ext>
            </a:extLst>
          </p:cNvPr>
          <p:cNvSpPr>
            <a:spLocks noGrp="1"/>
          </p:cNvSpPr>
          <p:nvPr>
            <p:ph type="ftr" sz="quarter" idx="10"/>
          </p:nvPr>
        </p:nvSpPr>
        <p:spPr bwMode="auto">
          <a:ln>
            <a:miter lim="800000"/>
            <a:headEnd/>
            <a:tailEnd/>
          </a:ln>
        </p:spPr>
        <p:txBody>
          <a:bodyPr/>
          <a:lstStyle/>
          <a:p>
            <a:pPr>
              <a:defRPr/>
            </a:pPr>
            <a:r>
              <a:rPr lang="en-US" dirty="0"/>
              <a:t>Information Technology Project Management</a:t>
            </a:r>
          </a:p>
        </p:txBody>
      </p:sp>
      <p:sp>
        <p:nvSpPr>
          <p:cNvPr id="5" name="Slide Number Placeholder 4">
            <a:extLst>
              <a:ext uri="{FF2B5EF4-FFF2-40B4-BE49-F238E27FC236}">
                <a16:creationId xmlns:a16="http://schemas.microsoft.com/office/drawing/2014/main" id="{300B8356-6F53-FE30-B486-17E7102111F7}"/>
              </a:ext>
            </a:extLst>
          </p:cNvPr>
          <p:cNvSpPr>
            <a:spLocks noGrp="1"/>
          </p:cNvSpPr>
          <p:nvPr>
            <p:ph type="sldNum" sz="quarter" idx="11"/>
          </p:nvPr>
        </p:nvSpPr>
        <p:spPr/>
        <p:txBody>
          <a:bodyPr/>
          <a:lstStyle>
            <a:lvl1pPr algn="l" rtl="0" eaLnBrk="0" hangingPunct="0">
              <a:defRPr sz="2200">
                <a:solidFill>
                  <a:schemeClr val="tx1"/>
                </a:solidFill>
                <a:latin typeface="Arial" panose="020B0604020202020204" pitchFamily="34" charset="0"/>
              </a:defRPr>
            </a:lvl1pPr>
            <a:lvl2pPr marL="742950" indent="-285750" algn="l" rtl="0" eaLnBrk="0" hangingPunct="0">
              <a:defRPr sz="2200">
                <a:solidFill>
                  <a:schemeClr val="tx1"/>
                </a:solidFill>
                <a:latin typeface="Arial" panose="020B0604020202020204" pitchFamily="34" charset="0"/>
              </a:defRPr>
            </a:lvl2pPr>
            <a:lvl3pPr marL="1143000" indent="-228600" algn="l" rtl="0" eaLnBrk="0" hangingPunct="0">
              <a:defRPr sz="2200">
                <a:solidFill>
                  <a:schemeClr val="tx1"/>
                </a:solidFill>
                <a:latin typeface="Arial" panose="020B0604020202020204" pitchFamily="34" charset="0"/>
              </a:defRPr>
            </a:lvl3pPr>
            <a:lvl4pPr marL="1600200" indent="-228600" algn="l" rtl="0" eaLnBrk="0" hangingPunct="0">
              <a:defRPr sz="2200">
                <a:solidFill>
                  <a:schemeClr val="tx1"/>
                </a:solidFill>
                <a:latin typeface="Arial" panose="020B0604020202020204" pitchFamily="34" charset="0"/>
              </a:defRPr>
            </a:lvl4pPr>
            <a:lvl5pPr marL="2057400" indent="-228600" algn="l" rtl="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r" eaLnBrk="1" hangingPunct="1"/>
            <a:fld id="{F3C0F095-98CA-4E47-84E8-64BC4AA808EB}" type="slidenum">
              <a:rPr lang="en-US" altLang="en-US" sz="1200"/>
              <a:pPr algn="r" eaLnBrk="1" hangingPunct="1"/>
              <a:t>12</a:t>
            </a:fld>
            <a:endParaRPr lang="en-US" altLang="en-US" sz="1200"/>
          </a:p>
        </p:txBody>
      </p:sp>
      <p:graphicFrame>
        <p:nvGraphicFramePr>
          <p:cNvPr id="3" name="Content Placeholder 2">
            <a:extLst>
              <a:ext uri="{FF2B5EF4-FFF2-40B4-BE49-F238E27FC236}">
                <a16:creationId xmlns:a16="http://schemas.microsoft.com/office/drawing/2014/main" id="{071A820E-EB5F-2078-1864-D044E21B337C}"/>
              </a:ext>
            </a:extLst>
          </p:cNvPr>
          <p:cNvGraphicFramePr>
            <a:graphicFrameLocks noGrp="1"/>
          </p:cNvGraphicFramePr>
          <p:nvPr>
            <p:ph idx="1"/>
            <p:extLst>
              <p:ext uri="{D42A27DB-BD31-4B8C-83A1-F6EECF244321}">
                <p14:modId xmlns:p14="http://schemas.microsoft.com/office/powerpoint/2010/main" val="3491760558"/>
              </p:ext>
            </p:extLst>
          </p:nvPr>
        </p:nvGraphicFramePr>
        <p:xfrm>
          <a:off x="1981200" y="14811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34801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ADB4E3B2-8E2A-2774-7FCC-881A352223AD}"/>
              </a:ext>
            </a:extLst>
          </p:cNvPr>
          <p:cNvSpPr>
            <a:spLocks noGrp="1" noChangeArrowheads="1"/>
          </p:cNvSpPr>
          <p:nvPr>
            <p:ph idx="1"/>
          </p:nvPr>
        </p:nvSpPr>
        <p:spPr/>
        <p:txBody>
          <a:bodyPr/>
          <a:lstStyle/>
          <a:p>
            <a:pPr>
              <a:lnSpc>
                <a:spcPct val="90000"/>
              </a:lnSpc>
            </a:pPr>
            <a:r>
              <a:rPr lang="en-US" altLang="en-US" sz="2800" dirty="0"/>
              <a:t>In </a:t>
            </a:r>
            <a:r>
              <a:rPr lang="en-US" altLang="en-US" sz="2800" u="sng" dirty="0">
                <a:solidFill>
                  <a:srgbClr val="5B53FF"/>
                </a:solidFill>
              </a:rPr>
              <a:t>early phases</a:t>
            </a:r>
            <a:r>
              <a:rPr lang="en-US" altLang="en-US" sz="2800" dirty="0"/>
              <a:t> of a project life cycle</a:t>
            </a:r>
          </a:p>
          <a:p>
            <a:pPr lvl="1">
              <a:lnSpc>
                <a:spcPct val="90000"/>
              </a:lnSpc>
            </a:pPr>
            <a:r>
              <a:rPr lang="en-US" altLang="en-US" sz="2400" b="1" dirty="0">
                <a:solidFill>
                  <a:srgbClr val="C00000"/>
                </a:solidFill>
              </a:rPr>
              <a:t>resource</a:t>
            </a:r>
            <a:r>
              <a:rPr lang="en-US" altLang="en-US" sz="2400" dirty="0"/>
              <a:t> needs are usually lowest</a:t>
            </a:r>
          </a:p>
          <a:p>
            <a:pPr lvl="1">
              <a:lnSpc>
                <a:spcPct val="90000"/>
              </a:lnSpc>
            </a:pPr>
            <a:r>
              <a:rPr lang="en-US" altLang="en-US" sz="2400" dirty="0"/>
              <a:t>the level of uncertainty (</a:t>
            </a:r>
            <a:r>
              <a:rPr lang="en-US" altLang="en-US" sz="2400" b="1" dirty="0">
                <a:solidFill>
                  <a:srgbClr val="C00000"/>
                </a:solidFill>
              </a:rPr>
              <a:t>risk</a:t>
            </a:r>
            <a:r>
              <a:rPr lang="en-US" altLang="en-US" sz="2400" dirty="0"/>
              <a:t>) is highest</a:t>
            </a:r>
          </a:p>
          <a:p>
            <a:pPr lvl="1">
              <a:lnSpc>
                <a:spcPct val="90000"/>
              </a:lnSpc>
            </a:pPr>
            <a:r>
              <a:rPr lang="en-US" altLang="en-US" sz="2400" dirty="0"/>
              <a:t>project </a:t>
            </a:r>
            <a:r>
              <a:rPr lang="en-US" altLang="en-US" sz="2400" dirty="0">
                <a:solidFill>
                  <a:srgbClr val="C00000"/>
                </a:solidFill>
              </a:rPr>
              <a:t>stakeholders</a:t>
            </a:r>
            <a:r>
              <a:rPr lang="en-US" altLang="en-US" sz="2400" dirty="0"/>
              <a:t> have the greatest opportunity to </a:t>
            </a:r>
            <a:r>
              <a:rPr lang="en-US" altLang="en-US" sz="2400" dirty="0">
                <a:solidFill>
                  <a:srgbClr val="C00000"/>
                </a:solidFill>
              </a:rPr>
              <a:t>influence</a:t>
            </a:r>
            <a:r>
              <a:rPr lang="en-US" altLang="en-US" sz="2400" dirty="0"/>
              <a:t> the project</a:t>
            </a:r>
          </a:p>
          <a:p>
            <a:pPr>
              <a:lnSpc>
                <a:spcPct val="90000"/>
              </a:lnSpc>
            </a:pPr>
            <a:r>
              <a:rPr lang="en-US" altLang="en-US" sz="2800" dirty="0"/>
              <a:t>In </a:t>
            </a:r>
            <a:r>
              <a:rPr lang="en-US" altLang="en-US" sz="2800" u="sng" dirty="0">
                <a:solidFill>
                  <a:srgbClr val="5B53FF"/>
                </a:solidFill>
              </a:rPr>
              <a:t>middle phases </a:t>
            </a:r>
            <a:r>
              <a:rPr lang="en-US" altLang="en-US" sz="2800" dirty="0"/>
              <a:t>of a project life cycle</a:t>
            </a:r>
          </a:p>
          <a:p>
            <a:pPr lvl="1">
              <a:lnSpc>
                <a:spcPct val="90000"/>
              </a:lnSpc>
            </a:pPr>
            <a:r>
              <a:rPr lang="en-US" altLang="en-US" sz="2400" dirty="0"/>
              <a:t>the certainty of completing a project improves</a:t>
            </a:r>
          </a:p>
          <a:p>
            <a:pPr lvl="1">
              <a:lnSpc>
                <a:spcPct val="90000"/>
              </a:lnSpc>
            </a:pPr>
            <a:r>
              <a:rPr lang="en-US" altLang="en-US" sz="2400" dirty="0"/>
              <a:t>more resources are needed</a:t>
            </a:r>
          </a:p>
          <a:p>
            <a:pPr>
              <a:lnSpc>
                <a:spcPct val="90000"/>
              </a:lnSpc>
            </a:pPr>
            <a:r>
              <a:rPr lang="en-US" altLang="en-US" sz="2800" dirty="0"/>
              <a:t>The </a:t>
            </a:r>
            <a:r>
              <a:rPr lang="en-US" altLang="en-US" sz="2800" b="1" u="sng" dirty="0">
                <a:solidFill>
                  <a:srgbClr val="5B53FF"/>
                </a:solidFill>
              </a:rPr>
              <a:t>final phase </a:t>
            </a:r>
            <a:r>
              <a:rPr lang="en-US" altLang="en-US" sz="2800" dirty="0"/>
              <a:t>of a project life cycle focuses on</a:t>
            </a:r>
          </a:p>
          <a:p>
            <a:pPr lvl="1">
              <a:lnSpc>
                <a:spcPct val="90000"/>
              </a:lnSpc>
            </a:pPr>
            <a:r>
              <a:rPr lang="en-US" altLang="en-US" sz="2400" dirty="0"/>
              <a:t>ensuring that project requirements were met</a:t>
            </a:r>
          </a:p>
          <a:p>
            <a:pPr lvl="1">
              <a:lnSpc>
                <a:spcPct val="90000"/>
              </a:lnSpc>
            </a:pPr>
            <a:r>
              <a:rPr lang="en-US" altLang="en-US" sz="2400" dirty="0"/>
              <a:t>the sponsor approves completion of the project</a:t>
            </a:r>
          </a:p>
          <a:p>
            <a:pPr lvl="1">
              <a:lnSpc>
                <a:spcPct val="90000"/>
              </a:lnSpc>
            </a:pPr>
            <a:endParaRPr lang="en-US" altLang="en-US" sz="2400" dirty="0"/>
          </a:p>
        </p:txBody>
      </p:sp>
      <p:sp>
        <p:nvSpPr>
          <p:cNvPr id="27652" name="Rectangle 2">
            <a:extLst>
              <a:ext uri="{FF2B5EF4-FFF2-40B4-BE49-F238E27FC236}">
                <a16:creationId xmlns:a16="http://schemas.microsoft.com/office/drawing/2014/main" id="{7CE9B06A-D4C4-2619-1F49-D5FAD3B100E3}"/>
              </a:ext>
            </a:extLst>
          </p:cNvPr>
          <p:cNvSpPr>
            <a:spLocks noGrp="1" noChangeArrowheads="1"/>
          </p:cNvSpPr>
          <p:nvPr>
            <p:ph type="title"/>
          </p:nvPr>
        </p:nvSpPr>
        <p:spPr/>
        <p:txBody>
          <a:bodyPr/>
          <a:lstStyle/>
          <a:p>
            <a:pPr>
              <a:defRPr/>
            </a:pPr>
            <a:r>
              <a:rPr lang="en-US" dirty="0">
                <a:solidFill>
                  <a:srgbClr val="5B53FF"/>
                </a:solidFill>
              </a:rPr>
              <a:t>More on Project Phases</a:t>
            </a:r>
          </a:p>
        </p:txBody>
      </p:sp>
      <p:sp>
        <p:nvSpPr>
          <p:cNvPr id="27650" name="Footer Placeholder 3">
            <a:extLst>
              <a:ext uri="{FF2B5EF4-FFF2-40B4-BE49-F238E27FC236}">
                <a16:creationId xmlns:a16="http://schemas.microsoft.com/office/drawing/2014/main" id="{EFC95FC5-19EF-CD7C-EF13-E2DABBE4E227}"/>
              </a:ext>
            </a:extLst>
          </p:cNvPr>
          <p:cNvSpPr>
            <a:spLocks noGrp="1"/>
          </p:cNvSpPr>
          <p:nvPr>
            <p:ph type="ftr" sz="quarter" idx="10"/>
          </p:nvPr>
        </p:nvSpPr>
        <p:spPr bwMode="auto">
          <a:ln>
            <a:miter lim="800000"/>
            <a:headEnd/>
            <a:tailEnd/>
          </a:ln>
        </p:spPr>
        <p:txBody>
          <a:bodyPr/>
          <a:lstStyle/>
          <a:p>
            <a:pPr>
              <a:defRPr/>
            </a:pPr>
            <a:r>
              <a:rPr lang="en-US" dirty="0"/>
              <a:t>Information Technology Project Management</a:t>
            </a:r>
          </a:p>
        </p:txBody>
      </p:sp>
      <p:sp>
        <p:nvSpPr>
          <p:cNvPr id="5" name="Slide Number Placeholder 4">
            <a:extLst>
              <a:ext uri="{FF2B5EF4-FFF2-40B4-BE49-F238E27FC236}">
                <a16:creationId xmlns:a16="http://schemas.microsoft.com/office/drawing/2014/main" id="{70FB326B-6599-7AFF-E7F0-9974F8C2FD98}"/>
              </a:ext>
            </a:extLst>
          </p:cNvPr>
          <p:cNvSpPr>
            <a:spLocks noGrp="1"/>
          </p:cNvSpPr>
          <p:nvPr>
            <p:ph type="sldNum" sz="quarter" idx="11"/>
          </p:nvPr>
        </p:nvSpPr>
        <p:spPr/>
        <p:txBody>
          <a:bodyPr/>
          <a:lstStyle>
            <a:lvl1pPr algn="l" rtl="0" eaLnBrk="0" hangingPunct="0">
              <a:defRPr sz="2200">
                <a:solidFill>
                  <a:schemeClr val="tx1"/>
                </a:solidFill>
                <a:latin typeface="Arial" panose="020B0604020202020204" pitchFamily="34" charset="0"/>
              </a:defRPr>
            </a:lvl1pPr>
            <a:lvl2pPr marL="742950" indent="-285750" algn="l" rtl="0" eaLnBrk="0" hangingPunct="0">
              <a:defRPr sz="2200">
                <a:solidFill>
                  <a:schemeClr val="tx1"/>
                </a:solidFill>
                <a:latin typeface="Arial" panose="020B0604020202020204" pitchFamily="34" charset="0"/>
              </a:defRPr>
            </a:lvl2pPr>
            <a:lvl3pPr marL="1143000" indent="-228600" algn="l" rtl="0" eaLnBrk="0" hangingPunct="0">
              <a:defRPr sz="2200">
                <a:solidFill>
                  <a:schemeClr val="tx1"/>
                </a:solidFill>
                <a:latin typeface="Arial" panose="020B0604020202020204" pitchFamily="34" charset="0"/>
              </a:defRPr>
            </a:lvl3pPr>
            <a:lvl4pPr marL="1600200" indent="-228600" algn="l" rtl="0" eaLnBrk="0" hangingPunct="0">
              <a:defRPr sz="2200">
                <a:solidFill>
                  <a:schemeClr val="tx1"/>
                </a:solidFill>
                <a:latin typeface="Arial" panose="020B0604020202020204" pitchFamily="34" charset="0"/>
              </a:defRPr>
            </a:lvl4pPr>
            <a:lvl5pPr marL="2057400" indent="-228600" algn="l" rtl="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r" eaLnBrk="1" hangingPunct="1"/>
            <a:fld id="{79506333-E77A-4995-AF59-0B9F72D8C78B}" type="slidenum">
              <a:rPr lang="en-US" altLang="en-US" sz="1200"/>
              <a:pPr algn="r" eaLnBrk="1" hangingPunct="1"/>
              <a:t>13</a:t>
            </a:fld>
            <a:endParaRPr lang="en-US" altLang="en-US"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C852-F270-D332-E8E4-F80EA812238A}"/>
              </a:ext>
            </a:extLst>
          </p:cNvPr>
          <p:cNvSpPr>
            <a:spLocks noGrp="1"/>
          </p:cNvSpPr>
          <p:nvPr>
            <p:ph type="title"/>
          </p:nvPr>
        </p:nvSpPr>
        <p:spPr>
          <a:xfrm>
            <a:off x="1981200" y="37514"/>
            <a:ext cx="8229600" cy="1143000"/>
          </a:xfrm>
        </p:spPr>
        <p:txBody>
          <a:bodyPr>
            <a:noAutofit/>
          </a:bodyPr>
          <a:lstStyle/>
          <a:p>
            <a:pPr algn="ctr">
              <a:defRPr/>
            </a:pPr>
            <a:r>
              <a:rPr lang="en-US" sz="3200" dirty="0"/>
              <a:t>Waterfall and Spiral Life Cycle Models</a:t>
            </a:r>
          </a:p>
        </p:txBody>
      </p:sp>
      <p:sp>
        <p:nvSpPr>
          <p:cNvPr id="4" name="Footer Placeholder 3">
            <a:extLst>
              <a:ext uri="{FF2B5EF4-FFF2-40B4-BE49-F238E27FC236}">
                <a16:creationId xmlns:a16="http://schemas.microsoft.com/office/drawing/2014/main" id="{0F382B76-1B57-4276-9043-79CA4597EDCE}"/>
              </a:ext>
            </a:extLst>
          </p:cNvPr>
          <p:cNvSpPr>
            <a:spLocks noGrp="1"/>
          </p:cNvSpPr>
          <p:nvPr>
            <p:ph type="ftr" sz="quarter" idx="10"/>
          </p:nvPr>
        </p:nvSpPr>
        <p:spPr/>
        <p:txBody>
          <a:bodyPr/>
          <a:lstStyle/>
          <a:p>
            <a:pPr>
              <a:defRPr/>
            </a:pPr>
            <a:r>
              <a:rPr lang="en-US" dirty="0"/>
              <a:t>Information Technology Project Management</a:t>
            </a:r>
          </a:p>
        </p:txBody>
      </p:sp>
      <p:sp>
        <p:nvSpPr>
          <p:cNvPr id="5" name="Slide Number Placeholder 4">
            <a:extLst>
              <a:ext uri="{FF2B5EF4-FFF2-40B4-BE49-F238E27FC236}">
                <a16:creationId xmlns:a16="http://schemas.microsoft.com/office/drawing/2014/main" id="{C8580072-F400-48D3-D760-337953CBA7C5}"/>
              </a:ext>
            </a:extLst>
          </p:cNvPr>
          <p:cNvSpPr>
            <a:spLocks noGrp="1"/>
          </p:cNvSpPr>
          <p:nvPr>
            <p:ph type="sldNum" sz="quarter" idx="11"/>
          </p:nvPr>
        </p:nvSpPr>
        <p:spPr/>
        <p:txBody>
          <a:bodyPr/>
          <a:lstStyle>
            <a:lvl1pPr algn="l" rtl="0" eaLnBrk="0" hangingPunct="0">
              <a:defRPr sz="2200">
                <a:solidFill>
                  <a:schemeClr val="tx1"/>
                </a:solidFill>
                <a:latin typeface="Arial" panose="020B0604020202020204" pitchFamily="34" charset="0"/>
              </a:defRPr>
            </a:lvl1pPr>
            <a:lvl2pPr marL="742950" indent="-285750" algn="l" rtl="0" eaLnBrk="0" hangingPunct="0">
              <a:defRPr sz="2200">
                <a:solidFill>
                  <a:schemeClr val="tx1"/>
                </a:solidFill>
                <a:latin typeface="Arial" panose="020B0604020202020204" pitchFamily="34" charset="0"/>
              </a:defRPr>
            </a:lvl2pPr>
            <a:lvl3pPr marL="1143000" indent="-228600" algn="l" rtl="0" eaLnBrk="0" hangingPunct="0">
              <a:defRPr sz="2200">
                <a:solidFill>
                  <a:schemeClr val="tx1"/>
                </a:solidFill>
                <a:latin typeface="Arial" panose="020B0604020202020204" pitchFamily="34" charset="0"/>
              </a:defRPr>
            </a:lvl3pPr>
            <a:lvl4pPr marL="1600200" indent="-228600" algn="l" rtl="0" eaLnBrk="0" hangingPunct="0">
              <a:defRPr sz="2200">
                <a:solidFill>
                  <a:schemeClr val="tx1"/>
                </a:solidFill>
                <a:latin typeface="Arial" panose="020B0604020202020204" pitchFamily="34" charset="0"/>
              </a:defRPr>
            </a:lvl4pPr>
            <a:lvl5pPr marL="2057400" indent="-228600" algn="l" rtl="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r" eaLnBrk="1" hangingPunct="1"/>
            <a:fld id="{B300071B-A0EC-4635-9E50-DBC6582485AB}" type="slidenum">
              <a:rPr lang="en-US" altLang="en-US" sz="1200"/>
              <a:pPr algn="r" eaLnBrk="1" hangingPunct="1"/>
              <a:t>14</a:t>
            </a:fld>
            <a:endParaRPr lang="en-US" altLang="en-US" sz="1200"/>
          </a:p>
        </p:txBody>
      </p:sp>
      <p:pic>
        <p:nvPicPr>
          <p:cNvPr id="6" name="Picture 5">
            <a:extLst>
              <a:ext uri="{FF2B5EF4-FFF2-40B4-BE49-F238E27FC236}">
                <a16:creationId xmlns:a16="http://schemas.microsoft.com/office/drawing/2014/main" id="{62DEAB77-6D85-FF6B-E828-9AD1B6C634D7}"/>
              </a:ext>
            </a:extLst>
          </p:cNvPr>
          <p:cNvPicPr>
            <a:picLocks noChangeAspect="1"/>
          </p:cNvPicPr>
          <p:nvPr/>
        </p:nvPicPr>
        <p:blipFill>
          <a:blip r:embed="rId2"/>
          <a:stretch>
            <a:fillRect/>
          </a:stretch>
        </p:blipFill>
        <p:spPr>
          <a:xfrm>
            <a:off x="2150665" y="1180515"/>
            <a:ext cx="7890670" cy="455556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E64218-A540-12E1-7381-1E05BC6EDC4B}"/>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7685B8BE-157A-7106-E267-ED89BBE82C33}"/>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7E9BE06A-DD0A-DF2C-F239-E5C12010C5E6}"/>
              </a:ext>
            </a:extLst>
          </p:cNvPr>
          <p:cNvSpPr>
            <a:spLocks noGrp="1"/>
          </p:cNvSpPr>
          <p:nvPr>
            <p:ph type="ftr" sz="quarter" idx="10"/>
          </p:nvPr>
        </p:nvSpPr>
        <p:spPr/>
        <p:txBody>
          <a:bodyPr/>
          <a:lstStyle/>
          <a:p>
            <a:pPr>
              <a:defRPr/>
            </a:pPr>
            <a:r>
              <a:rPr lang="en-US" dirty="0"/>
              <a:t>Information Technology Project Management</a:t>
            </a:r>
          </a:p>
        </p:txBody>
      </p:sp>
      <p:sp>
        <p:nvSpPr>
          <p:cNvPr id="5" name="Slide Number Placeholder 4">
            <a:extLst>
              <a:ext uri="{FF2B5EF4-FFF2-40B4-BE49-F238E27FC236}">
                <a16:creationId xmlns:a16="http://schemas.microsoft.com/office/drawing/2014/main" id="{A2588624-0E24-BB28-5107-D46A5495E356}"/>
              </a:ext>
            </a:extLst>
          </p:cNvPr>
          <p:cNvSpPr>
            <a:spLocks noGrp="1"/>
          </p:cNvSpPr>
          <p:nvPr>
            <p:ph type="sldNum" sz="quarter" idx="11"/>
          </p:nvPr>
        </p:nvSpPr>
        <p:spPr/>
        <p:txBody>
          <a:bodyPr/>
          <a:lstStyle/>
          <a:p>
            <a:fld id="{AE71B86A-A49C-4952-879C-04CB70B528A7}" type="slidenum">
              <a:rPr lang="en-US" altLang="en-US" smtClean="0"/>
              <a:pPr/>
              <a:t>15</a:t>
            </a:fld>
            <a:endParaRPr lang="en-US" altLang="en-US"/>
          </a:p>
        </p:txBody>
      </p:sp>
      <p:pic>
        <p:nvPicPr>
          <p:cNvPr id="7" name="Picture 6">
            <a:extLst>
              <a:ext uri="{FF2B5EF4-FFF2-40B4-BE49-F238E27FC236}">
                <a16:creationId xmlns:a16="http://schemas.microsoft.com/office/drawing/2014/main" id="{08C216E4-86E6-565D-AA72-915B66649653}"/>
              </a:ext>
            </a:extLst>
          </p:cNvPr>
          <p:cNvPicPr>
            <a:picLocks noChangeAspect="1"/>
          </p:cNvPicPr>
          <p:nvPr/>
        </p:nvPicPr>
        <p:blipFill>
          <a:blip r:embed="rId3"/>
          <a:stretch>
            <a:fillRect/>
          </a:stretch>
        </p:blipFill>
        <p:spPr>
          <a:xfrm>
            <a:off x="1524000" y="329339"/>
            <a:ext cx="9144000" cy="6199322"/>
          </a:xfrm>
          <a:prstGeom prst="rect">
            <a:avLst/>
          </a:prstGeom>
        </p:spPr>
      </p:pic>
    </p:spTree>
    <p:extLst>
      <p:ext uri="{BB962C8B-B14F-4D97-AF65-F5344CB8AC3E}">
        <p14:creationId xmlns:p14="http://schemas.microsoft.com/office/powerpoint/2010/main" val="3350480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5EF30E-184C-32BB-EBE7-0C650375B392}"/>
              </a:ext>
            </a:extLst>
          </p:cNvPr>
          <p:cNvSpPr>
            <a:spLocks noGrp="1"/>
          </p:cNvSpPr>
          <p:nvPr>
            <p:ph type="title"/>
          </p:nvPr>
        </p:nvSpPr>
        <p:spPr/>
        <p:txBody>
          <a:bodyPr/>
          <a:lstStyle/>
          <a:p>
            <a:r>
              <a:rPr lang="en-US" dirty="0"/>
              <a:t>Agile Model</a:t>
            </a:r>
          </a:p>
        </p:txBody>
      </p:sp>
      <p:sp>
        <p:nvSpPr>
          <p:cNvPr id="4" name="Footer Placeholder 3">
            <a:extLst>
              <a:ext uri="{FF2B5EF4-FFF2-40B4-BE49-F238E27FC236}">
                <a16:creationId xmlns:a16="http://schemas.microsoft.com/office/drawing/2014/main" id="{1E6653D0-78AE-CDBD-90D0-E02D65CDDC87}"/>
              </a:ext>
            </a:extLst>
          </p:cNvPr>
          <p:cNvSpPr>
            <a:spLocks noGrp="1"/>
          </p:cNvSpPr>
          <p:nvPr>
            <p:ph type="ftr" sz="quarter" idx="10"/>
          </p:nvPr>
        </p:nvSpPr>
        <p:spPr/>
        <p:txBody>
          <a:bodyPr/>
          <a:lstStyle/>
          <a:p>
            <a:pPr>
              <a:defRPr/>
            </a:pPr>
            <a:r>
              <a:rPr lang="en-US" dirty="0"/>
              <a:t>Information Technology Project Management</a:t>
            </a:r>
          </a:p>
        </p:txBody>
      </p:sp>
      <p:sp>
        <p:nvSpPr>
          <p:cNvPr id="5" name="Slide Number Placeholder 4">
            <a:extLst>
              <a:ext uri="{FF2B5EF4-FFF2-40B4-BE49-F238E27FC236}">
                <a16:creationId xmlns:a16="http://schemas.microsoft.com/office/drawing/2014/main" id="{FCEB264F-9145-1247-1627-1ECD4E8FEDF2}"/>
              </a:ext>
            </a:extLst>
          </p:cNvPr>
          <p:cNvSpPr>
            <a:spLocks noGrp="1"/>
          </p:cNvSpPr>
          <p:nvPr>
            <p:ph type="sldNum" sz="quarter" idx="11"/>
          </p:nvPr>
        </p:nvSpPr>
        <p:spPr/>
        <p:txBody>
          <a:bodyPr/>
          <a:lstStyle/>
          <a:p>
            <a:fld id="{AE71B86A-A49C-4952-879C-04CB70B528A7}" type="slidenum">
              <a:rPr lang="en-US" altLang="en-US" smtClean="0"/>
              <a:pPr/>
              <a:t>16</a:t>
            </a:fld>
            <a:endParaRPr lang="en-US" altLang="en-US"/>
          </a:p>
        </p:txBody>
      </p:sp>
      <p:pic>
        <p:nvPicPr>
          <p:cNvPr id="10" name="Picture 9">
            <a:extLst>
              <a:ext uri="{FF2B5EF4-FFF2-40B4-BE49-F238E27FC236}">
                <a16:creationId xmlns:a16="http://schemas.microsoft.com/office/drawing/2014/main" id="{A34A1220-D7C2-DB38-67A0-F411158B898C}"/>
              </a:ext>
            </a:extLst>
          </p:cNvPr>
          <p:cNvPicPr>
            <a:picLocks noChangeAspect="1"/>
          </p:cNvPicPr>
          <p:nvPr/>
        </p:nvPicPr>
        <p:blipFill rotWithShape="1">
          <a:blip r:embed="rId2"/>
          <a:srcRect l="3924" t="5925" r="13333" b="3475"/>
          <a:stretch/>
        </p:blipFill>
        <p:spPr>
          <a:xfrm>
            <a:off x="3048001" y="1417638"/>
            <a:ext cx="6324601" cy="4713592"/>
          </a:xfrm>
          <a:prstGeom prst="rect">
            <a:avLst/>
          </a:prstGeom>
        </p:spPr>
      </p:pic>
    </p:spTree>
    <p:extLst>
      <p:ext uri="{BB962C8B-B14F-4D97-AF65-F5344CB8AC3E}">
        <p14:creationId xmlns:p14="http://schemas.microsoft.com/office/powerpoint/2010/main" val="1146220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1">
            <a:extLst>
              <a:ext uri="{FF2B5EF4-FFF2-40B4-BE49-F238E27FC236}">
                <a16:creationId xmlns:a16="http://schemas.microsoft.com/office/drawing/2014/main" id="{C1FC1D54-4138-0E43-1859-D2B98158E04A}"/>
              </a:ext>
            </a:extLst>
          </p:cNvPr>
          <p:cNvSpPr>
            <a:spLocks noGrp="1"/>
          </p:cNvSpPr>
          <p:nvPr>
            <p:ph idx="1"/>
          </p:nvPr>
        </p:nvSpPr>
        <p:spPr/>
        <p:txBody>
          <a:bodyPr/>
          <a:lstStyle/>
          <a:p>
            <a:pPr algn="just">
              <a:lnSpc>
                <a:spcPct val="150000"/>
              </a:lnSpc>
            </a:pPr>
            <a:r>
              <a:rPr lang="en-US" altLang="en-US" dirty="0"/>
              <a:t>Agile software development has become popular to describe new approaches that focus on close collaboration between programming teams and business experts</a:t>
            </a:r>
          </a:p>
          <a:p>
            <a:pPr algn="just">
              <a:lnSpc>
                <a:spcPct val="150000"/>
              </a:lnSpc>
            </a:pPr>
            <a:endParaRPr lang="en-US" altLang="en-US" dirty="0"/>
          </a:p>
          <a:p>
            <a:pPr algn="just">
              <a:lnSpc>
                <a:spcPct val="150000"/>
              </a:lnSpc>
            </a:pPr>
            <a:endParaRPr lang="en-US" altLang="en-US" dirty="0"/>
          </a:p>
        </p:txBody>
      </p:sp>
      <p:sp>
        <p:nvSpPr>
          <p:cNvPr id="3" name="Title 2">
            <a:extLst>
              <a:ext uri="{FF2B5EF4-FFF2-40B4-BE49-F238E27FC236}">
                <a16:creationId xmlns:a16="http://schemas.microsoft.com/office/drawing/2014/main" id="{4DE5CD11-C099-498E-4054-34DCEFD3EAE4}"/>
              </a:ext>
            </a:extLst>
          </p:cNvPr>
          <p:cNvSpPr>
            <a:spLocks noGrp="1"/>
          </p:cNvSpPr>
          <p:nvPr>
            <p:ph type="title"/>
          </p:nvPr>
        </p:nvSpPr>
        <p:spPr/>
        <p:txBody>
          <a:bodyPr/>
          <a:lstStyle/>
          <a:p>
            <a:pPr>
              <a:defRPr/>
            </a:pPr>
            <a:r>
              <a:rPr lang="en-US" dirty="0"/>
              <a:t>Agile Software Development</a:t>
            </a:r>
          </a:p>
        </p:txBody>
      </p:sp>
      <p:sp>
        <p:nvSpPr>
          <p:cNvPr id="4" name="Footer Placeholder 3">
            <a:extLst>
              <a:ext uri="{FF2B5EF4-FFF2-40B4-BE49-F238E27FC236}">
                <a16:creationId xmlns:a16="http://schemas.microsoft.com/office/drawing/2014/main" id="{51FE305B-A29A-BF56-76A9-502B90EC0F41}"/>
              </a:ext>
            </a:extLst>
          </p:cNvPr>
          <p:cNvSpPr>
            <a:spLocks noGrp="1"/>
          </p:cNvSpPr>
          <p:nvPr>
            <p:ph type="ftr" sz="quarter" idx="10"/>
          </p:nvPr>
        </p:nvSpPr>
        <p:spPr/>
        <p:txBody>
          <a:bodyPr/>
          <a:lstStyle/>
          <a:p>
            <a:pPr>
              <a:defRPr/>
            </a:pPr>
            <a:r>
              <a:rPr lang="en-US" dirty="0"/>
              <a:t>Information Technology Project Management</a:t>
            </a:r>
          </a:p>
        </p:txBody>
      </p:sp>
      <p:sp>
        <p:nvSpPr>
          <p:cNvPr id="5" name="Slide Number Placeholder 4">
            <a:extLst>
              <a:ext uri="{FF2B5EF4-FFF2-40B4-BE49-F238E27FC236}">
                <a16:creationId xmlns:a16="http://schemas.microsoft.com/office/drawing/2014/main" id="{5A97EEDA-504E-FF36-AFF9-5FABACE5AB7C}"/>
              </a:ext>
            </a:extLst>
          </p:cNvPr>
          <p:cNvSpPr>
            <a:spLocks noGrp="1"/>
          </p:cNvSpPr>
          <p:nvPr>
            <p:ph type="sldNum" sz="quarter" idx="11"/>
          </p:nvPr>
        </p:nvSpPr>
        <p:spPr/>
        <p:txBody>
          <a:bodyPr/>
          <a:lstStyle>
            <a:lvl1pPr algn="l" rtl="0" eaLnBrk="0" hangingPunct="0">
              <a:defRPr sz="2200">
                <a:solidFill>
                  <a:schemeClr val="tx1"/>
                </a:solidFill>
                <a:latin typeface="Arial" panose="020B0604020202020204" pitchFamily="34" charset="0"/>
              </a:defRPr>
            </a:lvl1pPr>
            <a:lvl2pPr marL="742950" indent="-285750" algn="l" rtl="0" eaLnBrk="0" hangingPunct="0">
              <a:defRPr sz="2200">
                <a:solidFill>
                  <a:schemeClr val="tx1"/>
                </a:solidFill>
                <a:latin typeface="Arial" panose="020B0604020202020204" pitchFamily="34" charset="0"/>
              </a:defRPr>
            </a:lvl2pPr>
            <a:lvl3pPr marL="1143000" indent="-228600" algn="l" rtl="0" eaLnBrk="0" hangingPunct="0">
              <a:defRPr sz="2200">
                <a:solidFill>
                  <a:schemeClr val="tx1"/>
                </a:solidFill>
                <a:latin typeface="Arial" panose="020B0604020202020204" pitchFamily="34" charset="0"/>
              </a:defRPr>
            </a:lvl3pPr>
            <a:lvl4pPr marL="1600200" indent="-228600" algn="l" rtl="0" eaLnBrk="0" hangingPunct="0">
              <a:defRPr sz="2200">
                <a:solidFill>
                  <a:schemeClr val="tx1"/>
                </a:solidFill>
                <a:latin typeface="Arial" panose="020B0604020202020204" pitchFamily="34" charset="0"/>
              </a:defRPr>
            </a:lvl4pPr>
            <a:lvl5pPr marL="2057400" indent="-228600" algn="l" rtl="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r" eaLnBrk="1" hangingPunct="1"/>
            <a:fld id="{23AAD976-7814-4409-A621-4A6C7474850E}" type="slidenum">
              <a:rPr lang="en-US" altLang="en-US" sz="1200"/>
              <a:pPr algn="r" eaLnBrk="1" hangingPunct="1"/>
              <a:t>17</a:t>
            </a:fld>
            <a:endParaRPr lang="en-US" altLang="en-US" sz="1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39D29B37-5594-A0C4-436A-8B9763A7199C}"/>
              </a:ext>
            </a:extLst>
          </p:cNvPr>
          <p:cNvSpPr>
            <a:spLocks noGrp="1"/>
          </p:cNvSpPr>
          <p:nvPr>
            <p:ph idx="1"/>
          </p:nvPr>
        </p:nvSpPr>
        <p:spPr/>
        <p:txBody>
          <a:bodyPr/>
          <a:lstStyle/>
          <a:p>
            <a:pPr algn="just" eaLnBrk="1" hangingPunct="1"/>
            <a:r>
              <a:rPr lang="en-US" altLang="en-US" dirty="0"/>
              <a:t>A project should successfully pass through each of the project phases in order to continue on to the next</a:t>
            </a:r>
          </a:p>
          <a:p>
            <a:pPr algn="just" eaLnBrk="1" hangingPunct="1"/>
            <a:r>
              <a:rPr lang="en-US" altLang="en-US" dirty="0"/>
              <a:t>Management reviews, also called </a:t>
            </a:r>
            <a:r>
              <a:rPr lang="en-US" altLang="en-US" b="1" dirty="0"/>
              <a:t>phase exits</a:t>
            </a:r>
            <a:r>
              <a:rPr lang="en-US" altLang="en-US" dirty="0"/>
              <a:t> or </a:t>
            </a:r>
            <a:r>
              <a:rPr lang="en-US" altLang="en-US" b="1" dirty="0"/>
              <a:t>kill points</a:t>
            </a:r>
            <a:r>
              <a:rPr lang="en-US" altLang="en-US" dirty="0"/>
              <a:t>, should occur after each phase to evaluate the project’s progress, likely success, and continued compatibility with organizational goals</a:t>
            </a:r>
          </a:p>
        </p:txBody>
      </p:sp>
      <p:sp>
        <p:nvSpPr>
          <p:cNvPr id="31748" name="Rectangle 2">
            <a:extLst>
              <a:ext uri="{FF2B5EF4-FFF2-40B4-BE49-F238E27FC236}">
                <a16:creationId xmlns:a16="http://schemas.microsoft.com/office/drawing/2014/main" id="{AE3A63E7-8E0D-ED4B-4502-2C0675887A1D}"/>
              </a:ext>
            </a:extLst>
          </p:cNvPr>
          <p:cNvSpPr>
            <a:spLocks noGrp="1" noChangeArrowheads="1"/>
          </p:cNvSpPr>
          <p:nvPr>
            <p:ph type="title"/>
          </p:nvPr>
        </p:nvSpPr>
        <p:spPr/>
        <p:txBody>
          <a:bodyPr>
            <a:normAutofit fontScale="90000"/>
          </a:bodyPr>
          <a:lstStyle/>
          <a:p>
            <a:pPr eaLnBrk="1" hangingPunct="1">
              <a:defRPr/>
            </a:pPr>
            <a:r>
              <a:rPr lang="en-US" dirty="0"/>
              <a:t>The Importance of Project Phases and Management Reviews</a:t>
            </a:r>
          </a:p>
        </p:txBody>
      </p:sp>
      <p:sp>
        <p:nvSpPr>
          <p:cNvPr id="31746" name="Footer Placeholder 3">
            <a:extLst>
              <a:ext uri="{FF2B5EF4-FFF2-40B4-BE49-F238E27FC236}">
                <a16:creationId xmlns:a16="http://schemas.microsoft.com/office/drawing/2014/main" id="{7DB62CAE-2887-9449-8EAC-3ADB33DEAE52}"/>
              </a:ext>
            </a:extLst>
          </p:cNvPr>
          <p:cNvSpPr>
            <a:spLocks noGrp="1"/>
          </p:cNvSpPr>
          <p:nvPr>
            <p:ph type="ftr" sz="quarter" idx="10"/>
          </p:nvPr>
        </p:nvSpPr>
        <p:spPr bwMode="auto">
          <a:ln>
            <a:miter lim="800000"/>
            <a:headEnd/>
            <a:tailEnd/>
          </a:ln>
        </p:spPr>
        <p:txBody>
          <a:bodyPr/>
          <a:lstStyle/>
          <a:p>
            <a:pPr>
              <a:defRPr/>
            </a:pPr>
            <a:r>
              <a:rPr lang="en-US" dirty="0"/>
              <a:t>Information Technology Project Management</a:t>
            </a:r>
          </a:p>
        </p:txBody>
      </p:sp>
      <p:sp>
        <p:nvSpPr>
          <p:cNvPr id="41989" name="Slide Number Placeholder 4">
            <a:extLst>
              <a:ext uri="{FF2B5EF4-FFF2-40B4-BE49-F238E27FC236}">
                <a16:creationId xmlns:a16="http://schemas.microsoft.com/office/drawing/2014/main" id="{36941B1C-6AE1-0810-7871-EF6039027C31}"/>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9pPr>
          </a:lstStyle>
          <a:p>
            <a:pPr>
              <a:spcBef>
                <a:spcPct val="0"/>
              </a:spcBef>
              <a:buClrTx/>
              <a:buSzTx/>
              <a:buFontTx/>
              <a:buNone/>
            </a:pPr>
            <a:fld id="{F0C405CB-C74D-4E82-80B7-D25BA23FA634}" type="slidenum">
              <a:rPr lang="en-US" altLang="en-US" sz="1200"/>
              <a:pPr>
                <a:spcBef>
                  <a:spcPct val="0"/>
                </a:spcBef>
                <a:buClrTx/>
                <a:buSzTx/>
                <a:buFontTx/>
                <a:buNone/>
              </a:pPr>
              <a:t>18</a:t>
            </a:fld>
            <a:endParaRPr lang="en-US" altLang="en-US"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8BB3AC-A6E1-3B77-8D2F-56DB3A6C7603}"/>
              </a:ext>
            </a:extLst>
          </p:cNvPr>
          <p:cNvSpPr>
            <a:spLocks noGrp="1"/>
          </p:cNvSpPr>
          <p:nvPr>
            <p:ph type="title"/>
          </p:nvPr>
        </p:nvSpPr>
        <p:spPr>
          <a:xfrm>
            <a:off x="1981200" y="228600"/>
            <a:ext cx="8229600" cy="1143000"/>
          </a:xfrm>
        </p:spPr>
        <p:txBody>
          <a:bodyPr>
            <a:noAutofit/>
          </a:bodyPr>
          <a:lstStyle/>
          <a:p>
            <a:pPr eaLnBrk="1" hangingPunct="1">
              <a:defRPr/>
            </a:pPr>
            <a:r>
              <a:rPr lang="en-US" sz="3600" dirty="0">
                <a:solidFill>
                  <a:srgbClr val="5B53FF"/>
                </a:solidFill>
                <a:effectLst/>
                <a:latin typeface="Times New Roman" panose="02020603050405020304" pitchFamily="18" charset="0"/>
                <a:cs typeface="Times New Roman" panose="02020603050405020304" pitchFamily="18" charset="0"/>
              </a:rPr>
              <a:t>Trends Affecting IT Project Management</a:t>
            </a:r>
          </a:p>
        </p:txBody>
      </p:sp>
      <p:sp>
        <p:nvSpPr>
          <p:cNvPr id="4" name="Footer Placeholder 3">
            <a:extLst>
              <a:ext uri="{FF2B5EF4-FFF2-40B4-BE49-F238E27FC236}">
                <a16:creationId xmlns:a16="http://schemas.microsoft.com/office/drawing/2014/main" id="{E597B7E9-DC7C-A474-3691-5069880F90ED}"/>
              </a:ext>
            </a:extLst>
          </p:cNvPr>
          <p:cNvSpPr>
            <a:spLocks noGrp="1"/>
          </p:cNvSpPr>
          <p:nvPr>
            <p:ph type="ftr" sz="quarter" idx="10"/>
          </p:nvPr>
        </p:nvSpPr>
        <p:spPr/>
        <p:txBody>
          <a:bodyPr/>
          <a:lstStyle/>
          <a:p>
            <a:pPr>
              <a:defRPr/>
            </a:pPr>
            <a:r>
              <a:rPr lang="en-US" dirty="0"/>
              <a:t>Information Technology Project Management</a:t>
            </a:r>
          </a:p>
        </p:txBody>
      </p:sp>
      <p:sp>
        <p:nvSpPr>
          <p:cNvPr id="45061" name="Slide Number Placeholder 4">
            <a:extLst>
              <a:ext uri="{FF2B5EF4-FFF2-40B4-BE49-F238E27FC236}">
                <a16:creationId xmlns:a16="http://schemas.microsoft.com/office/drawing/2014/main" id="{718ED4A4-1058-E51C-680B-880ABD1E1604}"/>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9pPr>
          </a:lstStyle>
          <a:p>
            <a:pPr>
              <a:spcBef>
                <a:spcPct val="0"/>
              </a:spcBef>
              <a:buClrTx/>
              <a:buSzTx/>
              <a:buFontTx/>
              <a:buNone/>
            </a:pPr>
            <a:fld id="{17F4423B-CF8F-4A53-8C50-E81A22460611}" type="slidenum">
              <a:rPr lang="en-US" altLang="en-US" sz="1200"/>
              <a:pPr>
                <a:spcBef>
                  <a:spcPct val="0"/>
                </a:spcBef>
                <a:buClrTx/>
                <a:buSzTx/>
                <a:buFontTx/>
                <a:buNone/>
              </a:pPr>
              <a:t>19</a:t>
            </a:fld>
            <a:endParaRPr lang="en-US" altLang="en-US" sz="1200"/>
          </a:p>
        </p:txBody>
      </p:sp>
      <p:graphicFrame>
        <p:nvGraphicFramePr>
          <p:cNvPr id="5" name="Content Placeholder 4">
            <a:extLst>
              <a:ext uri="{FF2B5EF4-FFF2-40B4-BE49-F238E27FC236}">
                <a16:creationId xmlns:a16="http://schemas.microsoft.com/office/drawing/2014/main" id="{0FE0D2AD-B5DB-7149-63DF-A76ADB78935A}"/>
              </a:ext>
            </a:extLst>
          </p:cNvPr>
          <p:cNvGraphicFramePr>
            <a:graphicFrameLocks noGrp="1"/>
          </p:cNvGraphicFramePr>
          <p:nvPr>
            <p:ph idx="1"/>
            <p:extLst>
              <p:ext uri="{D42A27DB-BD31-4B8C-83A1-F6EECF244321}">
                <p14:modId xmlns:p14="http://schemas.microsoft.com/office/powerpoint/2010/main" val="1843812079"/>
              </p:ext>
            </p:extLst>
          </p:nvPr>
        </p:nvGraphicFramePr>
        <p:xfrm>
          <a:off x="1981200" y="1481138"/>
          <a:ext cx="8229600" cy="452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DB75E736-AE2B-B173-117E-3369FF7311AF}"/>
              </a:ext>
            </a:extLst>
          </p:cNvPr>
          <p:cNvSpPr txBox="1"/>
          <p:nvPr/>
        </p:nvSpPr>
        <p:spPr>
          <a:xfrm>
            <a:off x="3505200" y="5538114"/>
            <a:ext cx="4576762" cy="430887"/>
          </a:xfrm>
          <a:prstGeom prst="rect">
            <a:avLst/>
          </a:prstGeom>
          <a:noFill/>
        </p:spPr>
        <p:txBody>
          <a:bodyPr wrap="square">
            <a:spAutoFit/>
          </a:bodyPr>
          <a:lstStyle/>
          <a:p>
            <a:r>
              <a:rPr lang="en-US" dirty="0">
                <a:hlinkClick r:id="rId8"/>
              </a:rPr>
              <a:t>https://youtu.be/DjaLaUsrLKA</a:t>
            </a:r>
            <a:endParaRPr lang="en-US" dirty="0"/>
          </a:p>
        </p:txBody>
      </p:sp>
    </p:spTree>
    <p:extLst>
      <p:ext uri="{BB962C8B-B14F-4D97-AF65-F5344CB8AC3E}">
        <p14:creationId xmlns:p14="http://schemas.microsoft.com/office/powerpoint/2010/main" val="1242625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940D12A-A398-3408-02A8-A6EFB31E3848}"/>
              </a:ext>
            </a:extLst>
          </p:cNvPr>
          <p:cNvSpPr>
            <a:spLocks noGrp="1"/>
          </p:cNvSpPr>
          <p:nvPr>
            <p:ph type="sldNum" sz="quarter" idx="12"/>
          </p:nvPr>
        </p:nvSpPr>
        <p:spPr/>
        <p:txBody>
          <a:bodyPr/>
          <a:lstStyle/>
          <a:p>
            <a:fld id="{AE71B86A-A49C-4952-879C-04CB70B528A7}" type="slidenum">
              <a:rPr lang="en-US" altLang="en-US" smtClean="0"/>
              <a:pPr/>
              <a:t>20</a:t>
            </a:fld>
            <a:endParaRPr lang="en-US" altLang="en-US"/>
          </a:p>
        </p:txBody>
      </p:sp>
      <p:pic>
        <p:nvPicPr>
          <p:cNvPr id="1026" name="Picture 2" descr="Project Management Trends 2023 | Future Of Project Management">
            <a:extLst>
              <a:ext uri="{FF2B5EF4-FFF2-40B4-BE49-F238E27FC236}">
                <a16:creationId xmlns:a16="http://schemas.microsoft.com/office/drawing/2014/main" id="{077762FE-17BC-3483-6E39-D0D9B93B17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200" t="5223" r="6266" b="8210"/>
          <a:stretch/>
        </p:blipFill>
        <p:spPr bwMode="auto">
          <a:xfrm>
            <a:off x="2209800" y="533400"/>
            <a:ext cx="7772400" cy="5431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3404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a:extLst>
              <a:ext uri="{FF2B5EF4-FFF2-40B4-BE49-F238E27FC236}">
                <a16:creationId xmlns:a16="http://schemas.microsoft.com/office/drawing/2014/main" id="{FE24DE8C-4D31-C53A-7C79-2C0193EC95E4}"/>
              </a:ext>
            </a:extLst>
          </p:cNvPr>
          <p:cNvSpPr>
            <a:spLocks noGrp="1"/>
          </p:cNvSpPr>
          <p:nvPr>
            <p:ph idx="1"/>
          </p:nvPr>
        </p:nvSpPr>
        <p:spPr>
          <a:xfrm>
            <a:off x="762000" y="1143000"/>
            <a:ext cx="10972800" cy="4876800"/>
          </a:xfrm>
        </p:spPr>
        <p:txBody>
          <a:bodyPr/>
          <a:lstStyle/>
          <a:p>
            <a:pPr algn="just" eaLnBrk="1" hangingPunct="1">
              <a:lnSpc>
                <a:spcPct val="90000"/>
              </a:lnSpc>
            </a:pPr>
            <a:r>
              <a:rPr lang="en-US" altLang="en-US" sz="3200" dirty="0"/>
              <a:t>Project managers need to take a systems approach when working on projects</a:t>
            </a:r>
          </a:p>
          <a:p>
            <a:pPr algn="just" eaLnBrk="1" hangingPunct="1">
              <a:lnSpc>
                <a:spcPct val="90000"/>
              </a:lnSpc>
            </a:pPr>
            <a:r>
              <a:rPr lang="en-US" altLang="en-US" sz="3200" dirty="0"/>
              <a:t>The structure and culture of an organization have strong implications for project managers</a:t>
            </a:r>
          </a:p>
          <a:p>
            <a:pPr algn="just" eaLnBrk="1" hangingPunct="1">
              <a:lnSpc>
                <a:spcPct val="90000"/>
              </a:lnSpc>
            </a:pPr>
            <a:r>
              <a:rPr lang="en-US" altLang="en-US" sz="3200" dirty="0"/>
              <a:t>Projects should successfully pass through each phase of the project life cycle</a:t>
            </a:r>
          </a:p>
          <a:p>
            <a:pPr algn="just" eaLnBrk="1" hangingPunct="1">
              <a:lnSpc>
                <a:spcPct val="90000"/>
              </a:lnSpc>
            </a:pPr>
            <a:r>
              <a:rPr lang="en-US" altLang="en-US" sz="3200" dirty="0"/>
              <a:t>Recent trends affecting IT project management include globalization, outsourcing, virtual teams, and Agile</a:t>
            </a:r>
          </a:p>
        </p:txBody>
      </p:sp>
      <p:sp>
        <p:nvSpPr>
          <p:cNvPr id="34820" name="Rectangle 2">
            <a:extLst>
              <a:ext uri="{FF2B5EF4-FFF2-40B4-BE49-F238E27FC236}">
                <a16:creationId xmlns:a16="http://schemas.microsoft.com/office/drawing/2014/main" id="{A68E1DA8-B74D-FD03-940F-253190602317}"/>
              </a:ext>
            </a:extLst>
          </p:cNvPr>
          <p:cNvSpPr>
            <a:spLocks noGrp="1" noChangeArrowheads="1"/>
          </p:cNvSpPr>
          <p:nvPr>
            <p:ph type="title"/>
          </p:nvPr>
        </p:nvSpPr>
        <p:spPr>
          <a:xfrm>
            <a:off x="1905000" y="37514"/>
            <a:ext cx="8305800" cy="715962"/>
          </a:xfrm>
        </p:spPr>
        <p:txBody>
          <a:bodyPr>
            <a:normAutofit fontScale="90000"/>
          </a:bodyPr>
          <a:lstStyle/>
          <a:p>
            <a:pPr algn="ctr" eaLnBrk="1" hangingPunct="1">
              <a:defRPr/>
            </a:pPr>
            <a:r>
              <a:rPr lang="en-US" dirty="0"/>
              <a:t>Chapter Summary</a:t>
            </a:r>
          </a:p>
        </p:txBody>
      </p:sp>
      <p:sp>
        <p:nvSpPr>
          <p:cNvPr id="34818" name="Footer Placeholder 3">
            <a:extLst>
              <a:ext uri="{FF2B5EF4-FFF2-40B4-BE49-F238E27FC236}">
                <a16:creationId xmlns:a16="http://schemas.microsoft.com/office/drawing/2014/main" id="{88FCF77B-971D-4299-C86D-48A9FCFAEAE4}"/>
              </a:ext>
            </a:extLst>
          </p:cNvPr>
          <p:cNvSpPr>
            <a:spLocks noGrp="1"/>
          </p:cNvSpPr>
          <p:nvPr>
            <p:ph type="ftr" sz="quarter" idx="10"/>
          </p:nvPr>
        </p:nvSpPr>
        <p:spPr bwMode="auto">
          <a:ln>
            <a:miter lim="800000"/>
            <a:headEnd/>
            <a:tailEnd/>
          </a:ln>
        </p:spPr>
        <p:txBody>
          <a:bodyPr/>
          <a:lstStyle/>
          <a:p>
            <a:pPr>
              <a:defRPr/>
            </a:pPr>
            <a:r>
              <a:rPr lang="en-US" dirty="0"/>
              <a:t>Information Technology Project Management</a:t>
            </a:r>
          </a:p>
        </p:txBody>
      </p:sp>
      <p:sp>
        <p:nvSpPr>
          <p:cNvPr id="57349" name="Slide Number Placeholder 4">
            <a:extLst>
              <a:ext uri="{FF2B5EF4-FFF2-40B4-BE49-F238E27FC236}">
                <a16:creationId xmlns:a16="http://schemas.microsoft.com/office/drawing/2014/main" id="{6C818A13-156B-43B0-7BFD-F44001698159}"/>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defRPr>
            </a:lvl9pPr>
          </a:lstStyle>
          <a:p>
            <a:pPr>
              <a:spcBef>
                <a:spcPct val="0"/>
              </a:spcBef>
              <a:buClrTx/>
              <a:buSzTx/>
              <a:buFontTx/>
              <a:buNone/>
            </a:pPr>
            <a:fld id="{4614F0FB-01B2-471F-A83F-A3F49BF8D72C}" type="slidenum">
              <a:rPr lang="en-US" altLang="en-US" sz="1200"/>
              <a:pPr>
                <a:spcBef>
                  <a:spcPct val="0"/>
                </a:spcBef>
                <a:buClrTx/>
                <a:buSzTx/>
                <a:buFontTx/>
                <a:buNone/>
              </a:pPr>
              <a:t>21</a:t>
            </a:fld>
            <a:endParaRPr lang="en-US" altLang="en-US" sz="1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ADB054-D324-56AF-D462-B2D96D0F12DE}"/>
              </a:ext>
            </a:extLst>
          </p:cNvPr>
          <p:cNvSpPr>
            <a:spLocks noGrp="1"/>
          </p:cNvSpPr>
          <p:nvPr>
            <p:ph idx="1"/>
          </p:nvPr>
        </p:nvSpPr>
        <p:spPr/>
        <p:txBody>
          <a:bodyPr/>
          <a:lstStyle/>
          <a:p>
            <a:pPr lvl="0"/>
            <a:r>
              <a:rPr lang="en-US" dirty="0"/>
              <a:t>What is project management?</a:t>
            </a:r>
          </a:p>
          <a:p>
            <a:pPr lvl="0"/>
            <a:r>
              <a:rPr lang="en-US" dirty="0"/>
              <a:t>Define a project and distinguish between projects and operations.</a:t>
            </a:r>
          </a:p>
          <a:p>
            <a:pPr lvl="0"/>
            <a:r>
              <a:rPr lang="en-US" dirty="0"/>
              <a:t>What are the key characteristics of a project?</a:t>
            </a:r>
          </a:p>
          <a:p>
            <a:r>
              <a:rPr lang="en-US" dirty="0"/>
              <a:t>Explain the triple constraint and its role in project management.</a:t>
            </a:r>
          </a:p>
          <a:p>
            <a:pPr lvl="0"/>
            <a:r>
              <a:rPr lang="en-US" dirty="0"/>
              <a:t>What is a program? What is a project portfolio? Discuss the relationship between projects, programs, and portfolio management </a:t>
            </a:r>
          </a:p>
          <a:p>
            <a:pPr lvl="0"/>
            <a:r>
              <a:rPr lang="en-US" dirty="0"/>
              <a:t>What is the role of the project manager? What are the suggested skills for all project managers and for IT project managers?</a:t>
            </a:r>
          </a:p>
          <a:p>
            <a:pPr lvl="0"/>
            <a:r>
              <a:rPr lang="en-US" dirty="0"/>
              <a:t>List the stakeholders in project management.</a:t>
            </a:r>
          </a:p>
          <a:p>
            <a:endParaRPr lang="en-US" dirty="0"/>
          </a:p>
        </p:txBody>
      </p:sp>
      <p:sp>
        <p:nvSpPr>
          <p:cNvPr id="3" name="Title 2">
            <a:extLst>
              <a:ext uri="{FF2B5EF4-FFF2-40B4-BE49-F238E27FC236}">
                <a16:creationId xmlns:a16="http://schemas.microsoft.com/office/drawing/2014/main" id="{F340C6EE-B746-7636-3936-518CCF00BB3D}"/>
              </a:ext>
            </a:extLst>
          </p:cNvPr>
          <p:cNvSpPr>
            <a:spLocks noGrp="1"/>
          </p:cNvSpPr>
          <p:nvPr>
            <p:ph type="title"/>
          </p:nvPr>
        </p:nvSpPr>
        <p:spPr/>
        <p:txBody>
          <a:bodyPr/>
          <a:lstStyle/>
          <a:p>
            <a:pPr algn="ctr"/>
            <a:r>
              <a:rPr lang="en-US" dirty="0"/>
              <a:t>Questions</a:t>
            </a:r>
          </a:p>
        </p:txBody>
      </p:sp>
      <p:sp>
        <p:nvSpPr>
          <p:cNvPr id="4" name="Footer Placeholder 3">
            <a:extLst>
              <a:ext uri="{FF2B5EF4-FFF2-40B4-BE49-F238E27FC236}">
                <a16:creationId xmlns:a16="http://schemas.microsoft.com/office/drawing/2014/main" id="{662246DF-0757-A0E2-681E-1B9C80B4F0B0}"/>
              </a:ext>
            </a:extLst>
          </p:cNvPr>
          <p:cNvSpPr>
            <a:spLocks noGrp="1"/>
          </p:cNvSpPr>
          <p:nvPr>
            <p:ph type="ftr" sz="quarter" idx="10"/>
          </p:nvPr>
        </p:nvSpPr>
        <p:spPr/>
        <p:txBody>
          <a:bodyPr/>
          <a:lstStyle/>
          <a:p>
            <a:pPr>
              <a:defRPr/>
            </a:pPr>
            <a:r>
              <a:rPr lang="en-US" dirty="0"/>
              <a:t>Information Technology Project Management</a:t>
            </a:r>
          </a:p>
        </p:txBody>
      </p:sp>
      <p:sp>
        <p:nvSpPr>
          <p:cNvPr id="5" name="Slide Number Placeholder 4">
            <a:extLst>
              <a:ext uri="{FF2B5EF4-FFF2-40B4-BE49-F238E27FC236}">
                <a16:creationId xmlns:a16="http://schemas.microsoft.com/office/drawing/2014/main" id="{21613AEE-D954-4133-49DB-E129AF1CE36D}"/>
              </a:ext>
            </a:extLst>
          </p:cNvPr>
          <p:cNvSpPr>
            <a:spLocks noGrp="1"/>
          </p:cNvSpPr>
          <p:nvPr>
            <p:ph type="sldNum" sz="quarter" idx="11"/>
          </p:nvPr>
        </p:nvSpPr>
        <p:spPr/>
        <p:txBody>
          <a:bodyPr/>
          <a:lstStyle/>
          <a:p>
            <a:fld id="{AE71B86A-A49C-4952-879C-04CB70B528A7}" type="slidenum">
              <a:rPr lang="en-US" altLang="en-US" smtClean="0"/>
              <a:pPr/>
              <a:t>22</a:t>
            </a:fld>
            <a:endParaRPr lang="en-US" altLang="en-US"/>
          </a:p>
        </p:txBody>
      </p:sp>
    </p:spTree>
    <p:extLst>
      <p:ext uri="{BB962C8B-B14F-4D97-AF65-F5344CB8AC3E}">
        <p14:creationId xmlns:p14="http://schemas.microsoft.com/office/powerpoint/2010/main" val="3460237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21AC5B-1B44-B3B1-81A0-1C94DE77E534}"/>
              </a:ext>
            </a:extLst>
          </p:cNvPr>
          <p:cNvSpPr>
            <a:spLocks noGrp="1"/>
          </p:cNvSpPr>
          <p:nvPr>
            <p:ph idx="1"/>
          </p:nvPr>
        </p:nvSpPr>
        <p:spPr>
          <a:xfrm>
            <a:off x="609600" y="1447800"/>
            <a:ext cx="10972800" cy="4525962"/>
          </a:xfrm>
        </p:spPr>
        <p:txBody>
          <a:bodyPr/>
          <a:lstStyle/>
          <a:p>
            <a:pPr algn="just"/>
            <a:r>
              <a:rPr lang="en-US" sz="3200" dirty="0"/>
              <a:t>Briefly explain the differences between functional, matrix, and project organizations.</a:t>
            </a:r>
          </a:p>
          <a:p>
            <a:pPr algn="just"/>
            <a:r>
              <a:rPr lang="en-US" sz="3200" dirty="0"/>
              <a:t>Discuss the importance of top management commitment for successful project management.</a:t>
            </a:r>
          </a:p>
          <a:p>
            <a:pPr algn="just"/>
            <a:r>
              <a:rPr lang="en-US" sz="3200" dirty="0"/>
              <a:t>Define globalization, outsourcing, offshoring, virtual teams, and agile project management</a:t>
            </a:r>
          </a:p>
        </p:txBody>
      </p:sp>
      <p:sp>
        <p:nvSpPr>
          <p:cNvPr id="3" name="Title 2">
            <a:extLst>
              <a:ext uri="{FF2B5EF4-FFF2-40B4-BE49-F238E27FC236}">
                <a16:creationId xmlns:a16="http://schemas.microsoft.com/office/drawing/2014/main" id="{760F05DE-AB64-BE9F-F4C9-863808E94D6C}"/>
              </a:ext>
            </a:extLst>
          </p:cNvPr>
          <p:cNvSpPr>
            <a:spLocks noGrp="1"/>
          </p:cNvSpPr>
          <p:nvPr>
            <p:ph type="title"/>
          </p:nvPr>
        </p:nvSpPr>
        <p:spPr/>
        <p:txBody>
          <a:bodyPr/>
          <a:lstStyle/>
          <a:p>
            <a:pPr algn="ctr"/>
            <a:r>
              <a:rPr lang="en-US" dirty="0"/>
              <a:t>Questions</a:t>
            </a:r>
          </a:p>
        </p:txBody>
      </p:sp>
      <p:sp>
        <p:nvSpPr>
          <p:cNvPr id="4" name="Footer Placeholder 3">
            <a:extLst>
              <a:ext uri="{FF2B5EF4-FFF2-40B4-BE49-F238E27FC236}">
                <a16:creationId xmlns:a16="http://schemas.microsoft.com/office/drawing/2014/main" id="{5747532B-72DF-A832-F75C-984E3810DAD2}"/>
              </a:ext>
            </a:extLst>
          </p:cNvPr>
          <p:cNvSpPr>
            <a:spLocks noGrp="1"/>
          </p:cNvSpPr>
          <p:nvPr>
            <p:ph type="ftr" sz="quarter" idx="10"/>
          </p:nvPr>
        </p:nvSpPr>
        <p:spPr/>
        <p:txBody>
          <a:bodyPr/>
          <a:lstStyle/>
          <a:p>
            <a:pPr>
              <a:defRPr/>
            </a:pPr>
            <a:r>
              <a:rPr lang="en-US"/>
              <a:t>Information Technology Project Management</a:t>
            </a:r>
            <a:endParaRPr lang="en-US" dirty="0"/>
          </a:p>
        </p:txBody>
      </p:sp>
      <p:sp>
        <p:nvSpPr>
          <p:cNvPr id="5" name="Slide Number Placeholder 4">
            <a:extLst>
              <a:ext uri="{FF2B5EF4-FFF2-40B4-BE49-F238E27FC236}">
                <a16:creationId xmlns:a16="http://schemas.microsoft.com/office/drawing/2014/main" id="{5B824D93-1C3C-B833-FBC0-3E891DA40F2F}"/>
              </a:ext>
            </a:extLst>
          </p:cNvPr>
          <p:cNvSpPr>
            <a:spLocks noGrp="1"/>
          </p:cNvSpPr>
          <p:nvPr>
            <p:ph type="sldNum" sz="quarter" idx="11"/>
          </p:nvPr>
        </p:nvSpPr>
        <p:spPr/>
        <p:txBody>
          <a:bodyPr/>
          <a:lstStyle/>
          <a:p>
            <a:fld id="{AE71B86A-A49C-4952-879C-04CB70B528A7}" type="slidenum">
              <a:rPr lang="en-US" altLang="en-US" smtClean="0"/>
              <a:pPr/>
              <a:t>23</a:t>
            </a:fld>
            <a:endParaRPr lang="en-US" altLang="en-US"/>
          </a:p>
        </p:txBody>
      </p:sp>
    </p:spTree>
    <p:extLst>
      <p:ext uri="{BB962C8B-B14F-4D97-AF65-F5344CB8AC3E}">
        <p14:creationId xmlns:p14="http://schemas.microsoft.com/office/powerpoint/2010/main" val="332465868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A487BC2BF26614A9CAAAEBD57FAD89C" ma:contentTypeVersion="0" ma:contentTypeDescription="Create a new document." ma:contentTypeScope="" ma:versionID="16a91709517006e9be9a817ea865ea20">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86505F2-0545-4612-B58C-5B46D03D9384}">
  <ds:schemaRefs>
    <ds:schemaRef ds:uri="http://schemas.microsoft.com/sharepoint/v3/contenttype/forms"/>
  </ds:schemaRefs>
</ds:datastoreItem>
</file>

<file path=customXml/itemProps2.xml><?xml version="1.0" encoding="utf-8"?>
<ds:datastoreItem xmlns:ds="http://schemas.openxmlformats.org/officeDocument/2006/customXml" ds:itemID="{89035B8D-2235-430D-9754-CB1CC9B3CB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5876</TotalTime>
  <Words>1178</Words>
  <Application>Microsoft Office PowerPoint</Application>
  <PresentationFormat>Widescreen</PresentationFormat>
  <Paragraphs>193</Paragraphs>
  <Slides>23</Slides>
  <Notes>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23</vt:i4>
      </vt:variant>
    </vt:vector>
  </HeadingPairs>
  <TitlesOfParts>
    <vt:vector size="34" baseType="lpstr">
      <vt:lpstr>Arial</vt:lpstr>
      <vt:lpstr>Arial Rounded MT Bold</vt:lpstr>
      <vt:lpstr>Calibri</vt:lpstr>
      <vt:lpstr>Helvetica Neue</vt:lpstr>
      <vt:lpstr>Lucida Sans Unicode</vt:lpstr>
      <vt:lpstr>Times New Roman</vt:lpstr>
      <vt:lpstr>Verdana</vt:lpstr>
      <vt:lpstr>Wingdings 2</vt:lpstr>
      <vt:lpstr>Wingdings 3</vt:lpstr>
      <vt:lpstr>Custom Design</vt:lpstr>
      <vt:lpstr>Theme1</vt:lpstr>
      <vt:lpstr>Chapter 2: The Project Management and Information Technology Context</vt:lpstr>
      <vt:lpstr>Manager - Leader</vt:lpstr>
      <vt:lpstr>Projects Cannot Be Run In Isolation</vt:lpstr>
      <vt:lpstr>Three Sphere Model for Systems Management</vt:lpstr>
      <vt:lpstr>Organizational Structures</vt:lpstr>
      <vt:lpstr>Organizational Structures</vt:lpstr>
      <vt:lpstr>Organizational Structure Influences on Projects</vt:lpstr>
      <vt:lpstr>The Importance of Top Management Commitment</vt:lpstr>
      <vt:lpstr>How Top Management Can Help Project Managers</vt:lpstr>
      <vt:lpstr>Project Phases and the Project Life Cycle</vt:lpstr>
      <vt:lpstr>Project Phases and the Project Life Cycle</vt:lpstr>
      <vt:lpstr>Project Phases and the Project Life Cycle</vt:lpstr>
      <vt:lpstr>More on Project Phases</vt:lpstr>
      <vt:lpstr>Waterfall and Spiral Life Cycle Models</vt:lpstr>
      <vt:lpstr>PowerPoint Presentation</vt:lpstr>
      <vt:lpstr>Agile Model</vt:lpstr>
      <vt:lpstr>Agile Software Development</vt:lpstr>
      <vt:lpstr>The Importance of Project Phases and Management Reviews</vt:lpstr>
      <vt:lpstr>Trends Affecting IT Project Management</vt:lpstr>
      <vt:lpstr>PowerPoint Presentation</vt:lpstr>
      <vt:lpstr>Chapter Summary</vt:lpstr>
      <vt:lpstr>Questions</vt:lpstr>
      <vt:lpstr>Questions</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Ahmed khedr</cp:lastModifiedBy>
  <cp:revision>196</cp:revision>
  <dcterms:created xsi:type="dcterms:W3CDTF">2001-07-05T23:10:12Z</dcterms:created>
  <dcterms:modified xsi:type="dcterms:W3CDTF">2026-10-02T07:21:06Z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0x010100DA487BC2BF26614A9CAAAEBD57FAD89C</vt:lpwstr>
  </property>
</Properties>
</file>