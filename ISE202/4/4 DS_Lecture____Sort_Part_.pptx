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wmf" ContentType="image/x-wmf"/>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Default Extension="vml" ContentType="application/vnd.openxmlformats-officedocument.vmlDrawing"/>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Default Extension="bin" ContentType="application/vnd.openxmlformats-officedocument.oleObject"/>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Default Extension="jpeg" ContentType="image/jpeg"/>
  <Override PartName="/ppt/slideLayouts/slideLayout3.xml" ContentType="application/vnd.openxmlformats-officedocument.presentationml.slideLayout+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2" r:id="rId1"/>
  </p:sldMasterIdLst>
  <p:notesMasterIdLst>
    <p:notesMasterId r:id="rId36"/>
  </p:notesMasterIdLst>
  <p:sldIdLst>
    <p:sldId id="256" r:id="rId2"/>
    <p:sldId id="371" r:id="rId3"/>
    <p:sldId id="385" r:id="rId4"/>
    <p:sldId id="386" r:id="rId5"/>
    <p:sldId id="387" r:id="rId6"/>
    <p:sldId id="392" r:id="rId7"/>
    <p:sldId id="393" r:id="rId8"/>
    <p:sldId id="394" r:id="rId9"/>
    <p:sldId id="395" r:id="rId10"/>
    <p:sldId id="396" r:id="rId11"/>
    <p:sldId id="397" r:id="rId12"/>
    <p:sldId id="398" r:id="rId13"/>
    <p:sldId id="399" r:id="rId14"/>
    <p:sldId id="517" r:id="rId15"/>
    <p:sldId id="518" r:id="rId16"/>
    <p:sldId id="400" r:id="rId17"/>
    <p:sldId id="401" r:id="rId18"/>
    <p:sldId id="402" r:id="rId19"/>
    <p:sldId id="403" r:id="rId20"/>
    <p:sldId id="404" r:id="rId21"/>
    <p:sldId id="519" r:id="rId22"/>
    <p:sldId id="521" r:id="rId23"/>
    <p:sldId id="405" r:id="rId24"/>
    <p:sldId id="406" r:id="rId25"/>
    <p:sldId id="407" r:id="rId26"/>
    <p:sldId id="408" r:id="rId27"/>
    <p:sldId id="409" r:id="rId28"/>
    <p:sldId id="522" r:id="rId29"/>
    <p:sldId id="523" r:id="rId30"/>
    <p:sldId id="410" r:id="rId31"/>
    <p:sldId id="411" r:id="rId32"/>
    <p:sldId id="412" r:id="rId33"/>
    <p:sldId id="524" r:id="rId34"/>
    <p:sldId id="525" r:id="rId3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p:scale>
          <a:sx n="70" d="100"/>
          <a:sy n="70" d="100"/>
        </p:scale>
        <p:origin x="-1386" y="-54"/>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image" Target="../media/image7.wmf"/><Relationship Id="rId1" Type="http://schemas.openxmlformats.org/officeDocument/2006/relationships/image" Target="../media/image6.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237AA79-8CAD-4B20-B669-D01BF5DC0832}" type="datetimeFigureOut">
              <a:rPr lang="en-US" smtClean="0"/>
              <a:pPr/>
              <a:t>3/22/2014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E4E2AD1-020A-4F3E-BCC9-8444F9A355C7}"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Image Placeholder 1"/>
          <p:cNvSpPr>
            <a:spLocks noGrp="1" noRot="1" noChangeAspect="1"/>
          </p:cNvSpPr>
          <p:nvPr>
            <p:ph type="sldImg"/>
          </p:nvPr>
        </p:nvSpPr>
        <p:spPr bwMode="auto">
          <a:noFill/>
          <a:ln>
            <a:solidFill>
              <a:srgbClr val="000000"/>
            </a:solidFill>
            <a:miter lim="800000"/>
            <a:headEnd/>
            <a:tailEnd/>
          </a:ln>
        </p:spPr>
      </p:sp>
      <p:sp>
        <p:nvSpPr>
          <p:cNvPr id="17411"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smtClean="0">
              <a:ea typeface="ＭＳ Ｐゴシック" pitchFamily="-1" charset="-128"/>
            </a:endParaRPr>
          </a:p>
        </p:txBody>
      </p:sp>
      <p:sp>
        <p:nvSpPr>
          <p:cNvPr id="29700" name="Slide Number Placeholder 3"/>
          <p:cNvSpPr>
            <a:spLocks noGrp="1"/>
          </p:cNvSpPr>
          <p:nvPr>
            <p:ph type="sldNum" sz="quarter" idx="5"/>
          </p:nvPr>
        </p:nvSpPr>
        <p:spPr bwMode="auto">
          <a:ln>
            <a:miter lim="800000"/>
            <a:headEnd/>
            <a:tailEnd/>
          </a:ln>
        </p:spPr>
        <p:txBody>
          <a:bodyPr/>
          <a:lstStyle/>
          <a:p>
            <a:fld id="{90051142-5CB4-482E-AD40-535077CD58D9}" type="slidenum">
              <a:rPr lang="en-US"/>
              <a:pPr/>
              <a:t>3</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Image Placeholder 1"/>
          <p:cNvSpPr>
            <a:spLocks noGrp="1" noRot="1" noChangeAspect="1"/>
          </p:cNvSpPr>
          <p:nvPr>
            <p:ph type="sldImg"/>
          </p:nvPr>
        </p:nvSpPr>
        <p:spPr bwMode="auto">
          <a:noFill/>
          <a:ln>
            <a:solidFill>
              <a:srgbClr val="000000"/>
            </a:solidFill>
            <a:miter lim="800000"/>
            <a:headEnd/>
            <a:tailEnd/>
          </a:ln>
        </p:spPr>
      </p:sp>
      <p:sp>
        <p:nvSpPr>
          <p:cNvPr id="19459"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smtClean="0">
              <a:ea typeface="ＭＳ Ｐゴシック" pitchFamily="-1" charset="-128"/>
            </a:endParaRPr>
          </a:p>
        </p:txBody>
      </p:sp>
      <p:sp>
        <p:nvSpPr>
          <p:cNvPr id="31748" name="Slide Number Placeholder 3"/>
          <p:cNvSpPr>
            <a:spLocks noGrp="1"/>
          </p:cNvSpPr>
          <p:nvPr>
            <p:ph type="sldNum" sz="quarter" idx="5"/>
          </p:nvPr>
        </p:nvSpPr>
        <p:spPr bwMode="auto">
          <a:ln>
            <a:miter lim="800000"/>
            <a:headEnd/>
            <a:tailEnd/>
          </a:ln>
        </p:spPr>
        <p:txBody>
          <a:bodyPr/>
          <a:lstStyle/>
          <a:p>
            <a:fld id="{F41B6544-8599-4AB5-B731-F4F669F4B40F}" type="slidenum">
              <a:rPr lang="en-US"/>
              <a:pPr/>
              <a:t>4</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bwMode="auto">
          <a:ln>
            <a:miter lim="800000"/>
            <a:headEnd/>
            <a:tailEnd/>
          </a:ln>
        </p:spPr>
        <p:txBody>
          <a:bodyPr/>
          <a:lstStyle/>
          <a:p>
            <a:fld id="{B4EBBF8E-7789-460B-B3A1-7D0E036E5450}" type="slidenum">
              <a:rPr lang="en-US"/>
              <a:pPr/>
              <a:t>6</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bwMode="auto">
          <a:ln>
            <a:miter lim="800000"/>
            <a:headEnd/>
            <a:tailEnd/>
          </a:ln>
        </p:spPr>
        <p:txBody>
          <a:bodyPr/>
          <a:lstStyle/>
          <a:p>
            <a:fld id="{3FC1D8A6-8E2E-4C50-8CAF-0A57FCD6FBB8}" type="slidenum">
              <a:rPr lang="en-US"/>
              <a:pPr/>
              <a:t>20</a:t>
            </a:fld>
            <a:endParaRPr lang="en-US"/>
          </a:p>
        </p:txBody>
      </p:sp>
      <p:sp>
        <p:nvSpPr>
          <p:cNvPr id="40963" name="Rectangle 2"/>
          <p:cNvSpPr>
            <a:spLocks noGrp="1" noRot="1" noChangeAspect="1" noChangeArrowheads="1" noTextEdit="1"/>
          </p:cNvSpPr>
          <p:nvPr>
            <p:ph type="sldImg"/>
          </p:nvPr>
        </p:nvSpPr>
        <p:spPr bwMode="auto">
          <a:solidFill>
            <a:srgbClr val="FFFFFF"/>
          </a:solidFill>
          <a:ln>
            <a:solidFill>
              <a:srgbClr val="000000"/>
            </a:solidFill>
            <a:miter lim="800000"/>
            <a:headEnd/>
            <a:tailEnd/>
          </a:ln>
        </p:spPr>
      </p:sp>
      <p:sp>
        <p:nvSpPr>
          <p:cNvPr id="40964" name="Rectangle 3"/>
          <p:cNvSpPr>
            <a:spLocks noGrp="1" noChangeArrowheads="1"/>
          </p:cNvSpPr>
          <p:nvPr>
            <p:ph type="body" idx="1"/>
          </p:nvPr>
        </p:nvSpPr>
        <p:spPr bwMode="auto">
          <a:xfrm>
            <a:off x="914400" y="4343400"/>
            <a:ext cx="5029200" cy="4114800"/>
          </a:xfrm>
          <a:solidFill>
            <a:srgbClr val="FFFFFF"/>
          </a:solidFill>
          <a:ln>
            <a:solidFill>
              <a:srgbClr val="000000"/>
            </a:solidFill>
            <a:miter lim="800000"/>
            <a:headEnd/>
            <a:tailEnd/>
          </a:ln>
        </p:spPr>
        <p:txBody>
          <a:bodyPr wrap="square" numCol="1" anchor="t" anchorCtr="0" compatLnSpc="1">
            <a:prstTxWarp prst="textNoShape">
              <a:avLst/>
            </a:prstTxWarp>
          </a:bodyPr>
          <a:lstStyle/>
          <a:p>
            <a:pPr algn="just" eaLnBrk="1" hangingPunct="1">
              <a:spcBef>
                <a:spcPct val="0"/>
              </a:spcBef>
            </a:pPr>
            <a:r>
              <a:rPr lang="en-GB" smtClean="0">
                <a:ea typeface="ＭＳ Ｐゴシック" pitchFamily="-1" charset="-128"/>
              </a:rPr>
              <a:t>The selection sort marks the first element (27). It then goes through the remaining</a:t>
            </a:r>
          </a:p>
          <a:p>
            <a:pPr algn="just" eaLnBrk="1" hangingPunct="1">
              <a:spcBef>
                <a:spcPct val="0"/>
              </a:spcBef>
            </a:pPr>
            <a:r>
              <a:rPr lang="en-GB" smtClean="0">
                <a:ea typeface="ＭＳ Ｐゴシック" pitchFamily="-1" charset="-128"/>
              </a:rPr>
              <a:t>data to find the smallest number(1). It swaps this with the first element and the smallest element is now in its correct position.  It then marks the second element (63) and looks through the remaining data for the next smallest number (9). These two numbers are then swapped. This process continues until n-1 passes have been made. </a:t>
            </a:r>
          </a:p>
          <a:p>
            <a:pPr eaLnBrk="1" hangingPunct="1">
              <a:spcBef>
                <a:spcPct val="0"/>
              </a:spcBef>
            </a:pPr>
            <a:endParaRPr lang="en-GB" smtClean="0">
              <a:ea typeface="ＭＳ Ｐゴシック" pitchFamily="-1" charset="-128"/>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bwMode="auto">
          <a:ln>
            <a:miter lim="800000"/>
            <a:headEnd/>
            <a:tailEnd/>
          </a:ln>
        </p:spPr>
        <p:txBody>
          <a:bodyPr/>
          <a:lstStyle/>
          <a:p>
            <a:fld id="{BFA530CA-27C2-41FE-A90D-F7F8C4A8A511}" type="slidenum">
              <a:rPr lang="en-US"/>
              <a:pPr/>
              <a:t>24</a:t>
            </a:fld>
            <a:endParaRPr lang="en-US"/>
          </a:p>
        </p:txBody>
      </p:sp>
      <p:sp>
        <p:nvSpPr>
          <p:cNvPr id="44035" name="Rectangle 2"/>
          <p:cNvSpPr>
            <a:spLocks noGrp="1" noRot="1" noChangeAspect="1" noChangeArrowheads="1" noTextEdit="1"/>
          </p:cNvSpPr>
          <p:nvPr>
            <p:ph type="sldImg"/>
          </p:nvPr>
        </p:nvSpPr>
        <p:spPr bwMode="auto">
          <a:solidFill>
            <a:srgbClr val="FFFFFF"/>
          </a:solidFill>
          <a:ln>
            <a:solidFill>
              <a:srgbClr val="000000"/>
            </a:solidFill>
            <a:miter lim="800000"/>
            <a:headEnd/>
            <a:tailEnd/>
          </a:ln>
        </p:spPr>
      </p:sp>
      <p:sp>
        <p:nvSpPr>
          <p:cNvPr id="44036" name="Rectangle 3"/>
          <p:cNvSpPr>
            <a:spLocks noGrp="1" noChangeArrowheads="1"/>
          </p:cNvSpPr>
          <p:nvPr>
            <p:ph type="body" idx="1"/>
          </p:nvPr>
        </p:nvSpPr>
        <p:spPr bwMode="auto">
          <a:xfrm>
            <a:off x="914400" y="4343400"/>
            <a:ext cx="5029200" cy="4114800"/>
          </a:xfrm>
          <a:solidFill>
            <a:srgbClr val="FFFFFF"/>
          </a:solidFill>
          <a:ln>
            <a:solidFill>
              <a:srgbClr val="000000"/>
            </a:solidFill>
            <a:miter lim="800000"/>
            <a:headEnd/>
            <a:tailEnd/>
          </a:ln>
        </p:spPr>
        <p:txBody>
          <a:bodyPr wrap="square" numCol="1" anchor="t" anchorCtr="0" compatLnSpc="1">
            <a:prstTxWarp prst="textNoShape">
              <a:avLst/>
            </a:prstTxWarp>
          </a:bodyPr>
          <a:lstStyle/>
          <a:p>
            <a:pPr eaLnBrk="1" hangingPunct="1">
              <a:spcBef>
                <a:spcPct val="0"/>
              </a:spcBef>
            </a:pPr>
            <a:r>
              <a:rPr lang="en-US" dirty="0" smtClean="0">
                <a:ea typeface="ＭＳ Ｐゴシック" pitchFamily="-1" charset="-128"/>
              </a:rPr>
              <a:t>faster because fewer swaps are made.  (Constant c is smaller on O(n^2).)</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219200" y="3886200"/>
            <a:ext cx="6858000" cy="990600"/>
          </a:xfrm>
        </p:spPr>
        <p:txBody>
          <a:bodyPr anchor="t" anchorCtr="0"/>
          <a:lstStyle>
            <a:lvl1pPr algn="r">
              <a:defRPr sz="3200">
                <a:solidFill>
                  <a:schemeClr val="tx1"/>
                </a:solidFill>
              </a:defRPr>
            </a:lvl1pPr>
          </a:lstStyle>
          <a:p>
            <a:r>
              <a:rPr kumimoji="0" lang="en-US" smtClean="0"/>
              <a:t>Click to edit Master title style</a:t>
            </a:r>
            <a:endParaRPr kumimoji="0" lang="en-US"/>
          </a:p>
        </p:txBody>
      </p:sp>
      <p:sp>
        <p:nvSpPr>
          <p:cNvPr id="9" name="Subtitle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a:xfrm>
            <a:off x="6400800" y="6355080"/>
            <a:ext cx="2286000" cy="365760"/>
          </a:xfrm>
        </p:spPr>
        <p:txBody>
          <a:bodyPr/>
          <a:lstStyle>
            <a:lvl1pPr>
              <a:defRPr sz="1400"/>
            </a:lvl1pPr>
          </a:lstStyle>
          <a:p>
            <a:fld id="{1D8BD707-D9CF-40AE-B4C6-C98DA3205C09}" type="datetimeFigureOut">
              <a:rPr lang="en-US" smtClean="0"/>
              <a:pPr/>
              <a:t>3/22/2014</a:t>
            </a:fld>
            <a:endParaRPr lang="en-US"/>
          </a:p>
        </p:txBody>
      </p:sp>
      <p:sp>
        <p:nvSpPr>
          <p:cNvPr id="17" name="Footer Placeholder 16"/>
          <p:cNvSpPr>
            <a:spLocks noGrp="1"/>
          </p:cNvSpPr>
          <p:nvPr>
            <p:ph type="ftr" sz="quarter" idx="11"/>
          </p:nvPr>
        </p:nvSpPr>
        <p:spPr>
          <a:xfrm>
            <a:off x="2898648" y="6355080"/>
            <a:ext cx="3474720" cy="365760"/>
          </a:xfrm>
        </p:spPr>
        <p:txBody>
          <a:bodyPr/>
          <a:lstStyle/>
          <a:p>
            <a:endParaRPr lang="en-US"/>
          </a:p>
        </p:txBody>
      </p:sp>
      <p:sp>
        <p:nvSpPr>
          <p:cNvPr id="29" name="Slide Number Placeholder 28"/>
          <p:cNvSpPr>
            <a:spLocks noGrp="1"/>
          </p:cNvSpPr>
          <p:nvPr>
            <p:ph type="sldNum" sz="quarter" idx="12"/>
          </p:nvPr>
        </p:nvSpPr>
        <p:spPr>
          <a:xfrm>
            <a:off x="1216152" y="6355080"/>
            <a:ext cx="1219200" cy="365760"/>
          </a:xfrm>
        </p:spPr>
        <p:txBody>
          <a:bodyPr/>
          <a:lstStyle/>
          <a:p>
            <a:fld id="{B6F15528-21DE-4FAA-801E-634DDDAF4B2B}" type="slidenum">
              <a:rPr lang="en-US" smtClean="0"/>
              <a:pPr/>
              <a:t>‹#›</a:t>
            </a:fld>
            <a:endParaRPr lang="en-US"/>
          </a:p>
        </p:txBody>
      </p:sp>
      <p:sp>
        <p:nvSpPr>
          <p:cNvPr id="21" name="Rectangle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3" name="Rectangle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2" name="Rectangle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Rectangle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23A271A1-F6D6-438B-A432-4747EE7ECD40}" type="datetimeFigureOut">
              <a:rPr lang="en-US" smtClean="0"/>
              <a:pPr/>
              <a:t>3/22/2014</a:t>
            </a:fld>
            <a:endParaRPr lang="en-US" dirty="0"/>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8" name="Content Placeholder 7"/>
          <p:cNvSpPr>
            <a:spLocks noGrp="1"/>
          </p:cNvSpPr>
          <p:nvPr>
            <p:ph sz="quarter" idx="1"/>
          </p:nvPr>
        </p:nvSpPr>
        <p:spPr>
          <a:xfrm>
            <a:off x="457200" y="1219200"/>
            <a:ext cx="8229600" cy="4937760"/>
          </a:xfrm>
        </p:spPr>
        <p:txBody>
          <a:bodyPr/>
          <a:lstStyle/>
          <a:p>
            <a:pPr lvl="0" eaLnBrk="1" latinLnBrk="0" hangingPunct="1"/>
            <a:r>
              <a:rPr lang="en-US" dirty="0" smtClean="0"/>
              <a:t>Click to edit Master text styles</a:t>
            </a:r>
          </a:p>
          <a:p>
            <a:pPr lvl="1" eaLnBrk="1" latinLnBrk="0" hangingPunct="1"/>
            <a:r>
              <a:rPr lang="en-US" dirty="0" smtClean="0"/>
              <a:t>Second level</a:t>
            </a:r>
          </a:p>
          <a:p>
            <a:pPr lvl="2" eaLnBrk="1" latinLnBrk="0" hangingPunct="1"/>
            <a:r>
              <a:rPr lang="en-US" dirty="0" smtClean="0"/>
              <a:t>Third level</a:t>
            </a:r>
          </a:p>
          <a:p>
            <a:pPr lvl="3" eaLnBrk="1" latinLnBrk="0" hangingPunct="1"/>
            <a:r>
              <a:rPr lang="en-US" dirty="0" smtClean="0"/>
              <a:t>Fourth level</a:t>
            </a:r>
          </a:p>
          <a:p>
            <a:pPr lvl="4" eaLnBrk="1" latinLnBrk="0" hangingPunct="1"/>
            <a:r>
              <a:rPr lang="en-US" dirty="0" smtClean="0"/>
              <a:t>Fifth level</a:t>
            </a:r>
            <a:endParaRPr kumimoji="0"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219200" y="2971800"/>
            <a:ext cx="6858000" cy="1066800"/>
          </a:xfrm>
        </p:spPr>
        <p:txBody>
          <a:bodyPr anchor="t" anchorCtr="0"/>
          <a:lstStyle>
            <a:lvl1pPr algn="r">
              <a:buNone/>
              <a:defRPr sz="3200" b="0" cap="none" baseline="0"/>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1295400" y="4267200"/>
            <a:ext cx="67818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a:xfrm>
            <a:off x="6400800" y="6355080"/>
            <a:ext cx="2286000" cy="365760"/>
          </a:xfrm>
        </p:spPr>
        <p:txBody>
          <a:bodyPr/>
          <a:lstStyle/>
          <a:p>
            <a:fld id="{1D8BD707-D9CF-40AE-B4C6-C98DA3205C09}" type="datetimeFigureOut">
              <a:rPr lang="en-US" smtClean="0"/>
              <a:pPr/>
              <a:t>3/22/2014</a:t>
            </a:fld>
            <a:endParaRPr lang="en-US"/>
          </a:p>
        </p:txBody>
      </p:sp>
      <p:sp>
        <p:nvSpPr>
          <p:cNvPr id="5" name="Footer Placeholder 4"/>
          <p:cNvSpPr>
            <a:spLocks noGrp="1"/>
          </p:cNvSpPr>
          <p:nvPr>
            <p:ph type="ftr" sz="quarter" idx="11"/>
          </p:nvPr>
        </p:nvSpPr>
        <p:spPr>
          <a:xfrm>
            <a:off x="2898648" y="6355080"/>
            <a:ext cx="3474720" cy="365760"/>
          </a:xfrm>
        </p:spPr>
        <p:txBody>
          <a:bodyPr/>
          <a:lstStyle/>
          <a:p>
            <a:endParaRPr lang="en-US"/>
          </a:p>
        </p:txBody>
      </p:sp>
      <p:sp>
        <p:nvSpPr>
          <p:cNvPr id="6" name="Slide Number Placeholder 5"/>
          <p:cNvSpPr>
            <a:spLocks noGrp="1"/>
          </p:cNvSpPr>
          <p:nvPr>
            <p:ph type="sldNum" sz="quarter" idx="12"/>
          </p:nvPr>
        </p:nvSpPr>
        <p:spPr>
          <a:xfrm>
            <a:off x="1069848" y="6355080"/>
            <a:ext cx="1520952" cy="365760"/>
          </a:xfrm>
        </p:spPr>
        <p:txBody>
          <a:bodyPr/>
          <a:lstStyle/>
          <a:p>
            <a:fld id="{B6F15528-21DE-4FAA-801E-634DDDAF4B2B}" type="slidenum">
              <a:rPr lang="en-US" smtClean="0"/>
              <a:pPr/>
              <a:t>‹#›</a:t>
            </a:fld>
            <a:endParaRPr lang="en-US"/>
          </a:p>
        </p:txBody>
      </p:sp>
      <p:sp>
        <p:nvSpPr>
          <p:cNvPr id="7" name="Rectangle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3/22/2014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9" name="Content Placeholder 8"/>
          <p:cNvSpPr>
            <a:spLocks noGrp="1"/>
          </p:cNvSpPr>
          <p:nvPr>
            <p:ph sz="quarter" idx="1"/>
          </p:nvPr>
        </p:nvSpPr>
        <p:spPr>
          <a:xfrm>
            <a:off x="457200" y="1219200"/>
            <a:ext cx="4041648" cy="493776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632198" y="1216152"/>
            <a:ext cx="4041648" cy="493776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chor="ctr"/>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dirty="0" smtClean="0"/>
              <a:t>Click to edit Master text styles</a:t>
            </a:r>
          </a:p>
        </p:txBody>
      </p:sp>
      <p:sp>
        <p:nvSpPr>
          <p:cNvPr id="4" name="Text Placeholder 3"/>
          <p:cNvSpPr>
            <a:spLocks noGrp="1"/>
          </p:cNvSpPr>
          <p:nvPr>
            <p:ph type="body" sz="half" idx="3"/>
          </p:nvPr>
        </p:nvSpPr>
        <p:spPr>
          <a:xfrm>
            <a:off x="4648200"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dirty="0" smtClean="0"/>
              <a:t>Click to edit Master text styles</a:t>
            </a:r>
          </a:p>
        </p:txBody>
      </p:sp>
      <p:sp>
        <p:nvSpPr>
          <p:cNvPr id="7" name="Date Placeholder 6"/>
          <p:cNvSpPr>
            <a:spLocks noGrp="1"/>
          </p:cNvSpPr>
          <p:nvPr>
            <p:ph type="dt" sz="half" idx="10"/>
          </p:nvPr>
        </p:nvSpPr>
        <p:spPr/>
        <p:txBody>
          <a:bodyPr/>
          <a:lstStyle/>
          <a:p>
            <a:fld id="{1D8BD707-D9CF-40AE-B4C6-C98DA3205C09}" type="datetimeFigureOut">
              <a:rPr lang="en-US" smtClean="0"/>
              <a:pPr/>
              <a:t>3/22/2014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
        <p:nvSpPr>
          <p:cNvPr id="11" name="Content Placeholder 10"/>
          <p:cNvSpPr>
            <a:spLocks noGrp="1"/>
          </p:cNvSpPr>
          <p:nvPr>
            <p:ph sz="quarter" idx="2"/>
          </p:nvPr>
        </p:nvSpPr>
        <p:spPr>
          <a:xfrm>
            <a:off x="457200" y="2133600"/>
            <a:ext cx="4038600" cy="4038600"/>
          </a:xfrm>
        </p:spPr>
        <p:txBody>
          <a:bodyPr/>
          <a:lstStyle/>
          <a:p>
            <a:pPr lvl="0" eaLnBrk="1" latinLnBrk="0" hangingPunct="1"/>
            <a:r>
              <a:rPr lang="en-US" dirty="0" smtClean="0"/>
              <a:t>Click to edit Master text styles</a:t>
            </a:r>
          </a:p>
          <a:p>
            <a:pPr lvl="1" eaLnBrk="1" latinLnBrk="0" hangingPunct="1"/>
            <a:r>
              <a:rPr lang="en-US" dirty="0" smtClean="0"/>
              <a:t>Second level</a:t>
            </a:r>
          </a:p>
          <a:p>
            <a:pPr lvl="2" eaLnBrk="1" latinLnBrk="0" hangingPunct="1"/>
            <a:r>
              <a:rPr lang="en-US" dirty="0" smtClean="0"/>
              <a:t>Third level</a:t>
            </a:r>
          </a:p>
          <a:p>
            <a:pPr lvl="3" eaLnBrk="1" latinLnBrk="0" hangingPunct="1"/>
            <a:r>
              <a:rPr lang="en-US" dirty="0" smtClean="0"/>
              <a:t>Fourth level</a:t>
            </a:r>
          </a:p>
          <a:p>
            <a:pPr lvl="4" eaLnBrk="1" latinLnBrk="0" hangingPunct="1"/>
            <a:r>
              <a:rPr lang="en-US" dirty="0" smtClean="0"/>
              <a:t>Fifth level</a:t>
            </a:r>
            <a:endParaRPr kumimoji="0" lang="en-US" dirty="0"/>
          </a:p>
        </p:txBody>
      </p:sp>
      <p:sp>
        <p:nvSpPr>
          <p:cNvPr id="13" name="Content Placeholder 12"/>
          <p:cNvSpPr>
            <a:spLocks noGrp="1"/>
          </p:cNvSpPr>
          <p:nvPr>
            <p:ph sz="quarter" idx="4"/>
          </p:nvPr>
        </p:nvSpPr>
        <p:spPr>
          <a:xfrm>
            <a:off x="4648200" y="2133600"/>
            <a:ext cx="4038600" cy="4038600"/>
          </a:xfrm>
        </p:spPr>
        <p:txBody>
          <a:bodyPr/>
          <a:lstStyle/>
          <a:p>
            <a:pPr lvl="0" eaLnBrk="1" latinLnBrk="0" hangingPunct="1"/>
            <a:r>
              <a:rPr lang="en-US" dirty="0" smtClean="0"/>
              <a:t>Click to edit Master text styles</a:t>
            </a:r>
          </a:p>
          <a:p>
            <a:pPr lvl="1" eaLnBrk="1" latinLnBrk="0" hangingPunct="1"/>
            <a:r>
              <a:rPr lang="en-US" dirty="0" smtClean="0"/>
              <a:t>Second level</a:t>
            </a:r>
          </a:p>
          <a:p>
            <a:pPr lvl="2" eaLnBrk="1" latinLnBrk="0" hangingPunct="1"/>
            <a:r>
              <a:rPr lang="en-US" dirty="0" smtClean="0"/>
              <a:t>Third level</a:t>
            </a:r>
          </a:p>
          <a:p>
            <a:pPr lvl="3" eaLnBrk="1" latinLnBrk="0" hangingPunct="1"/>
            <a:r>
              <a:rPr lang="en-US" dirty="0" smtClean="0"/>
              <a:t>Fourth level</a:t>
            </a:r>
          </a:p>
          <a:p>
            <a:pPr lvl="4" eaLnBrk="1" latinLnBrk="0" hangingPunct="1"/>
            <a:r>
              <a:rPr lang="en-US" dirty="0" smtClean="0"/>
              <a:t>Fifth level</a:t>
            </a:r>
            <a:endParaRPr kumimoji="0"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1D8BD707-D9CF-40AE-B4C6-C98DA3205C09}" type="datetimeFigureOut">
              <a:rPr lang="en-US" smtClean="0"/>
              <a:pPr/>
              <a:t>3/22/2014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3/22/2014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
        <p:nvSpPr>
          <p:cNvPr id="5" name="Straight Connector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3/22/2014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Straight Connector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Content Placeholder 11"/>
          <p:cNvSpPr>
            <a:spLocks noGrp="1"/>
          </p:cNvSpPr>
          <p:nvPr>
            <p:ph sz="quarter" idx="1"/>
          </p:nvPr>
        </p:nvSpPr>
        <p:spPr>
          <a:xfrm>
            <a:off x="304800" y="304800"/>
            <a:ext cx="5715000" cy="5715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600"/>
              </a:spcBef>
              <a:buNone/>
              <a:defRPr sz="3200"/>
            </a:lvl1pPr>
          </a:lstStyle>
          <a:p>
            <a:r>
              <a:rPr kumimoji="0" lang="en-US" smtClean="0"/>
              <a:t>Click icon to add picture</a:t>
            </a:r>
            <a:endParaRPr kumimoji="0" lang="en-US" dirty="0"/>
          </a:p>
        </p:txBody>
      </p:sp>
      <p:sp>
        <p:nvSpPr>
          <p:cNvPr id="4" name="Text Placeholder 3"/>
          <p:cNvSpPr>
            <a:spLocks noGrp="1"/>
          </p:cNvSpPr>
          <p:nvPr>
            <p:ph type="body" sz="half" idx="2"/>
          </p:nvPr>
        </p:nvSpPr>
        <p:spPr>
          <a:xfrm>
            <a:off x="457200" y="1219200"/>
            <a:ext cx="82296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3/22/2014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3/22/2014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3/22/2014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7" name="Straight Connector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8" name="Isosceles Triangle 7"/>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traight Connector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152400"/>
            <a:ext cx="8229600" cy="990600"/>
          </a:xfrm>
          <a:prstGeom prst="rect">
            <a:avLst/>
          </a:prstGeom>
        </p:spPr>
        <p:txBody>
          <a:bodyPr vert="horz" anchor="b" anchorCtr="0">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400">
                <a:solidFill>
                  <a:schemeClr val="tx2"/>
                </a:solidFill>
              </a:defRPr>
            </a:lvl1pPr>
          </a:lstStyle>
          <a:p>
            <a:fld id="{23A271A1-F6D6-438B-A432-4747EE7ECD40}" type="datetimeFigureOut">
              <a:rPr lang="en-US" smtClean="0"/>
              <a:pPr/>
              <a:t>3/22/2014</a:t>
            </a:fld>
            <a:endParaRPr lang="en-US" sz="1400" dirty="0">
              <a:solidFill>
                <a:schemeClr val="tx2"/>
              </a:solidFill>
            </a:endParaRPr>
          </a:p>
        </p:txBody>
      </p:sp>
      <p:sp>
        <p:nvSpPr>
          <p:cNvPr id="3" name="Footer Placeholder 2"/>
          <p:cNvSpPr>
            <a:spLocks noGrp="1"/>
          </p:cNvSpPr>
          <p:nvPr>
            <p:ph type="ftr" sz="quarter" idx="3"/>
          </p:nvPr>
        </p:nvSpPr>
        <p:spPr>
          <a:xfrm>
            <a:off x="2898648" y="6356350"/>
            <a:ext cx="3505200" cy="365760"/>
          </a:xfrm>
          <a:prstGeom prst="rect">
            <a:avLst/>
          </a:prstGeom>
        </p:spPr>
        <p:txBody>
          <a:bodyPr vert="horz"/>
          <a:lstStyle>
            <a:lvl1pPr algn="r" eaLnBrk="1" latinLnBrk="0" hangingPunct="1">
              <a:defRPr kumimoji="0" sz="1400">
                <a:solidFill>
                  <a:schemeClr val="tx2"/>
                </a:solidFill>
              </a:defRPr>
            </a:lvl1pPr>
          </a:lstStyle>
          <a:p>
            <a:pPr algn="r" eaLnBrk="1" latinLnBrk="0" hangingPunct="1"/>
            <a:endParaRPr kumimoji="0" lang="en-US" sz="1400" dirty="0">
              <a:solidFill>
                <a:schemeClr val="tx2"/>
              </a:solidFill>
            </a:endParaRPr>
          </a:p>
        </p:txBody>
      </p:sp>
      <p:sp>
        <p:nvSpPr>
          <p:cNvPr id="23" name="Slide Number Placeholder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400">
                <a:solidFill>
                  <a:schemeClr val="tx2"/>
                </a:solidFill>
              </a:defRPr>
            </a:lvl1pPr>
          </a:lstStyle>
          <a:p>
            <a:fld id="{B6F15528-21DE-4FAA-801E-634DDDAF4B2B}" type="slidenum">
              <a:rPr lang="en-US" smtClean="0"/>
              <a:pPr/>
              <a:t>‹#›</a:t>
            </a:fld>
            <a:endParaRPr lang="en-US"/>
          </a:p>
        </p:txBody>
      </p:sp>
      <p:sp>
        <p:nvSpPr>
          <p:cNvPr id="28" name="Straight Connector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29" name="Straight Connector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Isosceles Triangle 9"/>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oleObject" Target="../embeddings/oleObject2.bin"/></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3.vml"/><Relationship Id="rId5" Type="http://schemas.openxmlformats.org/officeDocument/2006/relationships/oleObject" Target="../embeddings/oleObject5.bin"/><Relationship Id="rId4" Type="http://schemas.openxmlformats.org/officeDocument/2006/relationships/oleObject" Target="../embeddings/oleObject4.bin"/></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Data Structure &amp; Algorithm</a:t>
            </a:r>
            <a:endParaRPr lang="en-US" dirty="0"/>
          </a:p>
        </p:txBody>
      </p:sp>
      <p:sp>
        <p:nvSpPr>
          <p:cNvPr id="3" name="Subtitle 2"/>
          <p:cNvSpPr>
            <a:spLocks noGrp="1"/>
          </p:cNvSpPr>
          <p:nvPr>
            <p:ph type="subTitle" idx="1"/>
          </p:nvPr>
        </p:nvSpPr>
        <p:spPr/>
        <p:txBody>
          <a:bodyPr/>
          <a:lstStyle/>
          <a:p>
            <a:r>
              <a:rPr lang="en-US" dirty="0" smtClean="0"/>
              <a:t>Lecture 3: </a:t>
            </a:r>
            <a:r>
              <a:rPr lang="en-US" dirty="0" smtClean="0"/>
              <a:t>Sort-Part 1</a:t>
            </a:r>
            <a:endParaRPr lang="en-US" dirty="0"/>
          </a:p>
        </p:txBody>
      </p:sp>
      <p:sp>
        <p:nvSpPr>
          <p:cNvPr id="4" name="Subtitle 2"/>
          <p:cNvSpPr txBox="1">
            <a:spLocks/>
          </p:cNvSpPr>
          <p:nvPr/>
        </p:nvSpPr>
        <p:spPr>
          <a:xfrm>
            <a:off x="533400" y="5943600"/>
            <a:ext cx="8458200" cy="685800"/>
          </a:xfrm>
          <a:prstGeom prst="rect">
            <a:avLst/>
          </a:prstGeom>
        </p:spPr>
        <p:txBody>
          <a:bodyPr vert="horz" anchor="b">
            <a:normAutofit fontScale="85000" lnSpcReduction="20000"/>
          </a:bodyPr>
          <a:lstStyle/>
          <a:p>
            <a:pPr lvl="0" algn="r">
              <a:spcBef>
                <a:spcPct val="20000"/>
              </a:spcBef>
              <a:buClr>
                <a:schemeClr val="accent1"/>
              </a:buClr>
              <a:buSzPct val="70000"/>
            </a:pPr>
            <a:r>
              <a:rPr lang="en-US" sz="2400" b="1" dirty="0" smtClean="0">
                <a:solidFill>
                  <a:schemeClr val="tx2">
                    <a:shade val="75000"/>
                  </a:schemeClr>
                </a:solidFill>
              </a:rPr>
              <a:t>Dr. Mohamed Ezz  </a:t>
            </a:r>
          </a:p>
          <a:p>
            <a:pPr lvl="0" algn="r">
              <a:spcBef>
                <a:spcPct val="20000"/>
              </a:spcBef>
              <a:buClr>
                <a:schemeClr val="accent1"/>
              </a:buClr>
              <a:buSzPct val="70000"/>
            </a:pPr>
            <a:r>
              <a:rPr lang="en-US" sz="2400" b="1" dirty="0" smtClean="0">
                <a:solidFill>
                  <a:schemeClr val="tx2">
                    <a:shade val="75000"/>
                  </a:schemeClr>
                </a:solidFill>
              </a:rPr>
              <a:t>Al-</a:t>
            </a:r>
            <a:r>
              <a:rPr lang="en-US" sz="2400" b="1" dirty="0" err="1" smtClean="0">
                <a:solidFill>
                  <a:schemeClr val="tx2">
                    <a:shade val="75000"/>
                  </a:schemeClr>
                </a:solidFill>
              </a:rPr>
              <a:t>Azhar</a:t>
            </a:r>
            <a:r>
              <a:rPr lang="en-US" sz="2400" b="1" dirty="0" smtClean="0">
                <a:solidFill>
                  <a:schemeClr val="tx2">
                    <a:shade val="75000"/>
                  </a:schemeClr>
                </a:solidFill>
              </a:rPr>
              <a:t> University</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Agenda</a:t>
            </a:r>
            <a:endParaRPr lang="en-US" dirty="0"/>
          </a:p>
        </p:txBody>
      </p:sp>
      <p:sp>
        <p:nvSpPr>
          <p:cNvPr id="3" name="Content Placeholder 2"/>
          <p:cNvSpPr>
            <a:spLocks noGrp="1"/>
          </p:cNvSpPr>
          <p:nvPr>
            <p:ph sz="quarter" idx="1"/>
          </p:nvPr>
        </p:nvSpPr>
        <p:spPr/>
        <p:txBody>
          <a:bodyPr>
            <a:normAutofit/>
          </a:bodyPr>
          <a:lstStyle/>
          <a:p>
            <a:r>
              <a:rPr lang="en-US" dirty="0" smtClean="0"/>
              <a:t>Why Sorting</a:t>
            </a:r>
          </a:p>
          <a:p>
            <a:r>
              <a:rPr lang="en-US" dirty="0" smtClean="0"/>
              <a:t>The Bubble Sort </a:t>
            </a:r>
          </a:p>
          <a:p>
            <a:r>
              <a:rPr lang="en-US" dirty="0" smtClean="0"/>
              <a:t>The Selection Sort </a:t>
            </a:r>
          </a:p>
          <a:p>
            <a:r>
              <a:rPr lang="en-US" dirty="0" smtClean="0"/>
              <a:t>The Insertion Sort </a:t>
            </a:r>
          </a:p>
          <a:p>
            <a:r>
              <a:rPr lang="en-US" dirty="0" smtClean="0"/>
              <a:t>Merge Sort</a:t>
            </a:r>
          </a:p>
          <a:p>
            <a:r>
              <a:rPr lang="en-US" dirty="0" smtClean="0"/>
              <a:t>Quick Sort</a:t>
            </a:r>
          </a:p>
          <a:p>
            <a:endParaRPr lang="en-US" dirty="0"/>
          </a:p>
        </p:txBody>
      </p:sp>
      <p:sp>
        <p:nvSpPr>
          <p:cNvPr id="4" name="Slide Number Placeholder 5"/>
          <p:cNvSpPr>
            <a:spLocks noGrp="1"/>
          </p:cNvSpPr>
          <p:nvPr>
            <p:ph type="sldNum" sz="quarter" idx="12"/>
          </p:nvPr>
        </p:nvSpPr>
        <p:spPr bwMode="auto">
          <a:xfrm>
            <a:off x="612648" y="6356350"/>
            <a:ext cx="1981200" cy="365760"/>
          </a:xfrm>
          <a:noFill/>
          <a:ln>
            <a:miter lim="800000"/>
            <a:headEnd/>
            <a:tailEnd/>
          </a:ln>
        </p:spPr>
        <p:txBody>
          <a:bodyPr/>
          <a:lstStyle/>
          <a:p>
            <a:fld id="{23318B7D-B94A-4B8E-B15E-528393453063}" type="slidenum">
              <a:rPr lang="en-US"/>
              <a:pPr/>
              <a:t>2</a:t>
            </a:fld>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lstStyle/>
          <a:p>
            <a:pPr eaLnBrk="1" hangingPunct="1"/>
            <a:r>
              <a:rPr lang="en-US" smtClean="0"/>
              <a:t>Why Sorting?</a:t>
            </a:r>
          </a:p>
        </p:txBody>
      </p:sp>
      <p:sp>
        <p:nvSpPr>
          <p:cNvPr id="16387" name="Slide Number Placeholder 4"/>
          <p:cNvSpPr>
            <a:spLocks noGrp="1"/>
          </p:cNvSpPr>
          <p:nvPr>
            <p:ph type="sldNum" sz="quarter" idx="12"/>
          </p:nvPr>
        </p:nvSpPr>
        <p:spPr bwMode="auto">
          <a:noFill/>
          <a:ln>
            <a:miter lim="800000"/>
            <a:headEnd/>
            <a:tailEnd/>
          </a:ln>
        </p:spPr>
        <p:txBody>
          <a:bodyPr/>
          <a:lstStyle/>
          <a:p>
            <a:fld id="{40D38068-BCBA-475F-BE68-BFF134A83A18}" type="slidenum">
              <a:rPr lang="en-US"/>
              <a:pPr/>
              <a:t>3</a:t>
            </a:fld>
            <a:endParaRPr lang="en-US"/>
          </a:p>
        </p:txBody>
      </p:sp>
      <p:sp>
        <p:nvSpPr>
          <p:cNvPr id="3" name="Content Placeholder 2"/>
          <p:cNvSpPr>
            <a:spLocks noGrp="1"/>
          </p:cNvSpPr>
          <p:nvPr>
            <p:ph sz="quarter" idx="1"/>
          </p:nvPr>
        </p:nvSpPr>
        <p:spPr>
          <a:xfrm>
            <a:off x="457200" y="1219200"/>
            <a:ext cx="8229600" cy="4937125"/>
          </a:xfrm>
        </p:spPr>
        <p:txBody>
          <a:bodyPr>
            <a:normAutofit/>
          </a:bodyPr>
          <a:lstStyle/>
          <a:p>
            <a:pPr eaLnBrk="1" hangingPunct="1">
              <a:lnSpc>
                <a:spcPct val="80000"/>
              </a:lnSpc>
            </a:pPr>
            <a:r>
              <a:rPr lang="en-US" sz="2400" smtClean="0"/>
              <a:t>Practical application</a:t>
            </a:r>
          </a:p>
          <a:p>
            <a:pPr lvl="1" eaLnBrk="1" hangingPunct="1">
              <a:lnSpc>
                <a:spcPct val="80000"/>
              </a:lnSpc>
            </a:pPr>
            <a:r>
              <a:rPr lang="en-US" sz="2100" smtClean="0"/>
              <a:t>People by last name</a:t>
            </a:r>
          </a:p>
          <a:p>
            <a:pPr lvl="1" eaLnBrk="1" hangingPunct="1">
              <a:lnSpc>
                <a:spcPct val="80000"/>
              </a:lnSpc>
            </a:pPr>
            <a:r>
              <a:rPr lang="en-US" sz="2100" smtClean="0"/>
              <a:t>Countries by population</a:t>
            </a:r>
          </a:p>
          <a:p>
            <a:pPr lvl="1" eaLnBrk="1" hangingPunct="1">
              <a:lnSpc>
                <a:spcPct val="80000"/>
              </a:lnSpc>
            </a:pPr>
            <a:r>
              <a:rPr lang="en-US" sz="2100" smtClean="0"/>
              <a:t>Search engine results by relevance</a:t>
            </a:r>
          </a:p>
          <a:p>
            <a:pPr lvl="1" eaLnBrk="1" hangingPunct="1">
              <a:lnSpc>
                <a:spcPct val="80000"/>
              </a:lnSpc>
            </a:pPr>
            <a:endParaRPr lang="en-US" sz="2100" smtClean="0"/>
          </a:p>
          <a:p>
            <a:pPr eaLnBrk="1" hangingPunct="1">
              <a:lnSpc>
                <a:spcPct val="80000"/>
              </a:lnSpc>
            </a:pPr>
            <a:r>
              <a:rPr lang="en-US" sz="2400" smtClean="0"/>
              <a:t>Fundamental to other algorithms</a:t>
            </a:r>
          </a:p>
          <a:p>
            <a:pPr lvl="1" eaLnBrk="1" hangingPunct="1">
              <a:lnSpc>
                <a:spcPct val="80000"/>
              </a:lnSpc>
            </a:pPr>
            <a:endParaRPr lang="en-US" sz="2100" smtClean="0"/>
          </a:p>
          <a:p>
            <a:pPr eaLnBrk="1" hangingPunct="1">
              <a:lnSpc>
                <a:spcPct val="80000"/>
              </a:lnSpc>
            </a:pPr>
            <a:r>
              <a:rPr lang="en-US" sz="2400" smtClean="0"/>
              <a:t>Different algorithms have different asymptotic and constant-factor trade-offs</a:t>
            </a:r>
          </a:p>
          <a:p>
            <a:pPr lvl="1" eaLnBrk="1" hangingPunct="1">
              <a:lnSpc>
                <a:spcPct val="80000"/>
              </a:lnSpc>
            </a:pPr>
            <a:r>
              <a:rPr lang="en-US" sz="2100" smtClean="0"/>
              <a:t>No single ‘best’ sort for all scenarios</a:t>
            </a:r>
          </a:p>
          <a:p>
            <a:pPr lvl="1" eaLnBrk="1" hangingPunct="1">
              <a:lnSpc>
                <a:spcPct val="80000"/>
              </a:lnSpc>
            </a:pPr>
            <a:r>
              <a:rPr lang="en-US" sz="2100" smtClean="0"/>
              <a:t>Knowing one way to sort just isn’t enough</a:t>
            </a:r>
          </a:p>
          <a:p>
            <a:pPr lvl="1" eaLnBrk="1" hangingPunct="1">
              <a:lnSpc>
                <a:spcPct val="80000"/>
              </a:lnSpc>
            </a:pPr>
            <a:endParaRPr lang="en-US" sz="2100" smtClean="0"/>
          </a:p>
          <a:p>
            <a:pPr eaLnBrk="1" hangingPunct="1">
              <a:lnSpc>
                <a:spcPct val="80000"/>
              </a:lnSpc>
            </a:pPr>
            <a:r>
              <a:rPr lang="en-US" sz="2400" smtClean="0"/>
              <a:t>Many to approaches to sorting which can be used for other problems</a:t>
            </a:r>
          </a:p>
          <a:p>
            <a:pPr lvl="1" eaLnBrk="1" hangingPunct="1">
              <a:lnSpc>
                <a:spcPct val="80000"/>
              </a:lnSpc>
            </a:pPr>
            <a:endParaRPr lang="en-US" sz="2100" smtClean="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pPr eaLnBrk="1" hangingPunct="1"/>
            <a:r>
              <a:rPr lang="en-US" smtClean="0"/>
              <a:t>Problem statement</a:t>
            </a:r>
          </a:p>
        </p:txBody>
      </p:sp>
      <p:sp>
        <p:nvSpPr>
          <p:cNvPr id="18435" name="Slide Number Placeholder 4"/>
          <p:cNvSpPr>
            <a:spLocks noGrp="1"/>
          </p:cNvSpPr>
          <p:nvPr>
            <p:ph type="sldNum" sz="quarter" idx="12"/>
          </p:nvPr>
        </p:nvSpPr>
        <p:spPr bwMode="auto">
          <a:noFill/>
          <a:ln>
            <a:miter lim="800000"/>
            <a:headEnd/>
            <a:tailEnd/>
          </a:ln>
        </p:spPr>
        <p:txBody>
          <a:bodyPr/>
          <a:lstStyle/>
          <a:p>
            <a:fld id="{D9AB5CED-434C-4850-8042-90C16FCB080A}" type="slidenum">
              <a:rPr lang="en-US"/>
              <a:pPr/>
              <a:t>4</a:t>
            </a:fld>
            <a:endParaRPr lang="en-US"/>
          </a:p>
        </p:txBody>
      </p:sp>
      <p:sp>
        <p:nvSpPr>
          <p:cNvPr id="3" name="Content Placeholder 2"/>
          <p:cNvSpPr>
            <a:spLocks noGrp="1"/>
          </p:cNvSpPr>
          <p:nvPr>
            <p:ph sz="quarter" idx="1"/>
          </p:nvPr>
        </p:nvSpPr>
        <p:spPr>
          <a:xfrm>
            <a:off x="457200" y="1219200"/>
            <a:ext cx="8229600" cy="4937125"/>
          </a:xfrm>
        </p:spPr>
        <p:txBody>
          <a:bodyPr>
            <a:normAutofit lnSpcReduction="10000"/>
          </a:bodyPr>
          <a:lstStyle/>
          <a:p>
            <a:pPr eaLnBrk="1" hangingPunct="1"/>
            <a:r>
              <a:rPr lang="en-US" sz="2400" dirty="0" smtClean="0"/>
              <a:t>There are </a:t>
            </a:r>
            <a:r>
              <a:rPr lang="en-US" sz="2400" i="1" dirty="0" smtClean="0"/>
              <a:t>n</a:t>
            </a:r>
            <a:r>
              <a:rPr lang="en-US" sz="2400" dirty="0" smtClean="0"/>
              <a:t> comparable elements in an array and we want to rearrange them to be in increasing order</a:t>
            </a:r>
          </a:p>
          <a:p>
            <a:pPr eaLnBrk="1" hangingPunct="1"/>
            <a:endParaRPr lang="en-US" sz="2400" dirty="0" smtClean="0"/>
          </a:p>
          <a:p>
            <a:pPr eaLnBrk="1" hangingPunct="1"/>
            <a:r>
              <a:rPr lang="en-US" sz="2400" dirty="0" smtClean="0"/>
              <a:t>Pre:</a:t>
            </a:r>
          </a:p>
          <a:p>
            <a:pPr lvl="1" eaLnBrk="1" hangingPunct="1"/>
            <a:r>
              <a:rPr lang="en-US" sz="2100" dirty="0" smtClean="0"/>
              <a:t>An array </a:t>
            </a:r>
            <a:r>
              <a:rPr lang="en-US" sz="2100" b="1" dirty="0" smtClean="0">
                <a:latin typeface="Courier New" pitchFamily="-1" charset="0"/>
              </a:rPr>
              <a:t>A</a:t>
            </a:r>
            <a:r>
              <a:rPr lang="en-US" sz="2100" dirty="0" smtClean="0"/>
              <a:t> of data records</a:t>
            </a:r>
          </a:p>
          <a:p>
            <a:pPr lvl="1" eaLnBrk="1" hangingPunct="1"/>
            <a:r>
              <a:rPr lang="en-US" sz="2100" dirty="0" smtClean="0"/>
              <a:t>A value in each data record</a:t>
            </a:r>
          </a:p>
          <a:p>
            <a:pPr lvl="1" eaLnBrk="1" hangingPunct="1"/>
            <a:r>
              <a:rPr lang="en-US" sz="2100" dirty="0" smtClean="0"/>
              <a:t>A comparison function</a:t>
            </a:r>
          </a:p>
          <a:p>
            <a:pPr lvl="2" eaLnBrk="1" hangingPunct="1"/>
            <a:r>
              <a:rPr lang="en-US" sz="1900" dirty="0" smtClean="0">
                <a:latin typeface="Courier New" pitchFamily="-1" charset="0"/>
              </a:rPr>
              <a:t>&lt;</a:t>
            </a:r>
            <a:r>
              <a:rPr lang="en-US" sz="1900" dirty="0" smtClean="0"/>
              <a:t>,</a:t>
            </a:r>
            <a:r>
              <a:rPr lang="en-US" sz="1900" dirty="0" smtClean="0">
                <a:latin typeface="Courier New" pitchFamily="-1" charset="0"/>
              </a:rPr>
              <a:t> =</a:t>
            </a:r>
            <a:r>
              <a:rPr lang="en-US" sz="1900" dirty="0" smtClean="0"/>
              <a:t>,</a:t>
            </a:r>
            <a:r>
              <a:rPr lang="en-US" sz="1900" dirty="0" smtClean="0">
                <a:latin typeface="Courier New" pitchFamily="-1" charset="0"/>
              </a:rPr>
              <a:t> &gt;</a:t>
            </a:r>
            <a:r>
              <a:rPr lang="en-US" sz="1900" dirty="0" smtClean="0"/>
              <a:t>,</a:t>
            </a:r>
            <a:r>
              <a:rPr lang="en-US" sz="1900" dirty="0" smtClean="0">
                <a:latin typeface="Courier New" pitchFamily="-1" charset="0"/>
              </a:rPr>
              <a:t> </a:t>
            </a:r>
            <a:r>
              <a:rPr lang="en-US" sz="1900" dirty="0" err="1" smtClean="0">
                <a:latin typeface="Courier New" pitchFamily="-1" charset="0"/>
              </a:rPr>
              <a:t>compareTo</a:t>
            </a:r>
            <a:endParaRPr lang="en-US" sz="1900" dirty="0" smtClean="0">
              <a:latin typeface="Courier New" pitchFamily="-1" charset="0"/>
            </a:endParaRPr>
          </a:p>
          <a:p>
            <a:pPr eaLnBrk="1" hangingPunct="1"/>
            <a:endParaRPr lang="en-US" sz="2400" dirty="0" smtClean="0"/>
          </a:p>
          <a:p>
            <a:pPr eaLnBrk="1" hangingPunct="1"/>
            <a:r>
              <a:rPr lang="en-US" sz="2400" dirty="0" smtClean="0"/>
              <a:t>Post:</a:t>
            </a:r>
          </a:p>
          <a:p>
            <a:pPr lvl="1" eaLnBrk="1" hangingPunct="1"/>
            <a:r>
              <a:rPr lang="en-US" sz="2100" dirty="0" smtClean="0"/>
              <a:t>For each distinct position </a:t>
            </a:r>
            <a:r>
              <a:rPr lang="en-US" sz="2100" b="1" dirty="0" err="1" smtClean="0">
                <a:latin typeface="Courier New" pitchFamily="-1" charset="0"/>
              </a:rPr>
              <a:t>i</a:t>
            </a:r>
            <a:r>
              <a:rPr lang="en-US" sz="2100" dirty="0" smtClean="0"/>
              <a:t> and </a:t>
            </a:r>
            <a:r>
              <a:rPr lang="en-US" sz="2100" b="1" dirty="0" smtClean="0">
                <a:latin typeface="Courier New" pitchFamily="-1" charset="0"/>
              </a:rPr>
              <a:t>j</a:t>
            </a:r>
            <a:r>
              <a:rPr lang="en-US" sz="2100" dirty="0" smtClean="0"/>
              <a:t> of </a:t>
            </a:r>
            <a:r>
              <a:rPr lang="en-US" sz="2100" b="1" dirty="0" smtClean="0">
                <a:latin typeface="Courier New" pitchFamily="-1" charset="0"/>
              </a:rPr>
              <a:t>A</a:t>
            </a:r>
            <a:r>
              <a:rPr lang="en-US" sz="2100" dirty="0" smtClean="0"/>
              <a:t>, </a:t>
            </a:r>
          </a:p>
          <a:p>
            <a:pPr lvl="2"/>
            <a:r>
              <a:rPr lang="en-US" sz="1800" dirty="0" smtClean="0"/>
              <a:t>if </a:t>
            </a:r>
            <a:r>
              <a:rPr lang="en-US" sz="1800" b="1" dirty="0" err="1" smtClean="0">
                <a:latin typeface="Courier New" pitchFamily="-1" charset="0"/>
              </a:rPr>
              <a:t>i</a:t>
            </a:r>
            <a:r>
              <a:rPr lang="en-US" sz="1800" b="1" dirty="0" smtClean="0">
                <a:latin typeface="Courier New" pitchFamily="-1" charset="0"/>
              </a:rPr>
              <a:t>&lt;j </a:t>
            </a:r>
            <a:r>
              <a:rPr lang="en-US" sz="1800" dirty="0" smtClean="0"/>
              <a:t>then </a:t>
            </a:r>
            <a:r>
              <a:rPr lang="en-US" sz="1800" b="1" dirty="0" smtClean="0">
                <a:latin typeface="Courier New" pitchFamily="-1" charset="0"/>
              </a:rPr>
              <a:t>A[</a:t>
            </a:r>
            <a:r>
              <a:rPr lang="en-US" sz="1800" b="1" dirty="0" err="1" smtClean="0">
                <a:latin typeface="Courier New" pitchFamily="-1" charset="0"/>
              </a:rPr>
              <a:t>i</a:t>
            </a:r>
            <a:r>
              <a:rPr lang="en-US" sz="1800" b="1" dirty="0" smtClean="0">
                <a:latin typeface="Courier New" pitchFamily="-1" charset="0"/>
              </a:rPr>
              <a:t>] </a:t>
            </a:r>
            <a:r>
              <a:rPr lang="en-US" sz="1800" b="1" dirty="0" smtClean="0">
                <a:latin typeface="Courier New" pitchFamily="-1" charset="0"/>
                <a:sym typeface="Symbol" pitchFamily="-1" charset="2"/>
              </a:rPr>
              <a:t> </a:t>
            </a:r>
            <a:r>
              <a:rPr lang="en-US" sz="1800" b="1" dirty="0" smtClean="0">
                <a:latin typeface="Courier New" pitchFamily="-1" charset="0"/>
              </a:rPr>
              <a:t>A[j]</a:t>
            </a:r>
          </a:p>
          <a:p>
            <a:pPr lvl="1" eaLnBrk="1" hangingPunct="1"/>
            <a:r>
              <a:rPr lang="en-US" sz="2100" b="1" dirty="0" smtClean="0">
                <a:latin typeface="Courier New" pitchFamily="-1" charset="0"/>
              </a:rPr>
              <a:t>A</a:t>
            </a:r>
            <a:r>
              <a:rPr lang="en-US" sz="2100" dirty="0" smtClean="0"/>
              <a:t> has all the same data it started with</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10" end="10"/>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a:xfrm>
            <a:off x="457200" y="77788"/>
            <a:ext cx="8229600" cy="1143000"/>
          </a:xfrm>
        </p:spPr>
        <p:txBody>
          <a:bodyPr/>
          <a:lstStyle/>
          <a:p>
            <a:pPr eaLnBrk="1" hangingPunct="1"/>
            <a:r>
              <a:rPr lang="en-US" smtClean="0"/>
              <a:t>Sorting Classification</a:t>
            </a:r>
          </a:p>
        </p:txBody>
      </p:sp>
      <p:sp>
        <p:nvSpPr>
          <p:cNvPr id="20483" name="Slide Number Placeholder 4"/>
          <p:cNvSpPr>
            <a:spLocks noGrp="1"/>
          </p:cNvSpPr>
          <p:nvPr>
            <p:ph type="sldNum" sz="quarter" idx="12"/>
          </p:nvPr>
        </p:nvSpPr>
        <p:spPr bwMode="auto">
          <a:noFill/>
          <a:ln>
            <a:miter lim="800000"/>
            <a:headEnd/>
            <a:tailEnd/>
          </a:ln>
        </p:spPr>
        <p:txBody>
          <a:bodyPr/>
          <a:lstStyle/>
          <a:p>
            <a:fld id="{706C8244-1881-413B-A104-AE3BD382E8AF}" type="slidenum">
              <a:rPr lang="en-US"/>
              <a:pPr/>
              <a:t>5</a:t>
            </a:fld>
            <a:endParaRPr lang="en-US"/>
          </a:p>
        </p:txBody>
      </p:sp>
      <p:graphicFrame>
        <p:nvGraphicFramePr>
          <p:cNvPr id="4" name="Content Placeholder 3"/>
          <p:cNvGraphicFramePr>
            <a:graphicFrameLocks noGrp="1"/>
          </p:cNvGraphicFramePr>
          <p:nvPr>
            <p:ph sz="quarter" idx="1"/>
          </p:nvPr>
        </p:nvGraphicFramePr>
        <p:xfrm>
          <a:off x="609600" y="1382872"/>
          <a:ext cx="8077200" cy="4841637"/>
        </p:xfrm>
        <a:graphic>
          <a:graphicData uri="http://schemas.openxmlformats.org/drawingml/2006/table">
            <a:tbl>
              <a:tblPr>
                <a:tableStyleId>{35758FB7-9AC5-4552-8A53-C91805E547FA}</a:tableStyleId>
              </a:tblPr>
              <a:tblGrid>
                <a:gridCol w="2104996"/>
                <a:gridCol w="1781204"/>
                <a:gridCol w="1828800"/>
                <a:gridCol w="2362200"/>
              </a:tblGrid>
              <a:tr h="883206">
                <a:tc gridSpan="3">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800" u="none" strike="noStrike" cap="none" normalizeH="0" baseline="0" dirty="0" smtClean="0">
                          <a:ln>
                            <a:noFill/>
                          </a:ln>
                          <a:effectLst/>
                        </a:rPr>
                        <a:t>In memory sorting</a:t>
                      </a:r>
                      <a:endParaRPr kumimoji="0" lang="en-US" sz="2800" b="1" i="0" u="none" strike="noStrike" cap="none" normalizeH="0" baseline="0" dirty="0" smtClean="0">
                        <a:ln>
                          <a:noFill/>
                        </a:ln>
                        <a:solidFill>
                          <a:schemeClr val="tx1"/>
                        </a:solidFill>
                        <a:effectLst/>
                        <a:latin typeface="Gill Sans MT" pitchFamily="-1" charset="0"/>
                        <a:ea typeface="ＭＳ Ｐゴシック" pitchFamily="-1" charset="-128"/>
                      </a:endParaRPr>
                    </a:p>
                  </a:txBody>
                  <a:tcPr anchor="ctr" horzOverflow="overflow"/>
                </a:tc>
                <a:tc hMerge="1">
                  <a:txBody>
                    <a:bodyPr/>
                    <a:lstStyle/>
                    <a:p>
                      <a:endParaRPr lang="en-US"/>
                    </a:p>
                  </a:txBody>
                  <a:tcPr/>
                </a:tc>
                <a:tc hMerge="1">
                  <a:txBody>
                    <a:bodyPr/>
                    <a:lstStyle/>
                    <a:p>
                      <a:endParaRPr 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800" u="none" strike="noStrike" cap="none" normalizeH="0" baseline="0" dirty="0" smtClean="0">
                          <a:ln>
                            <a:noFill/>
                          </a:ln>
                          <a:effectLst/>
                        </a:rPr>
                        <a:t>External sorting</a:t>
                      </a:r>
                      <a:endParaRPr kumimoji="0" lang="en-US" sz="2800" b="1" i="0" u="none" strike="noStrike" cap="none" normalizeH="0" baseline="0" dirty="0" smtClean="0">
                        <a:ln>
                          <a:noFill/>
                        </a:ln>
                        <a:solidFill>
                          <a:schemeClr val="tx1"/>
                        </a:solidFill>
                        <a:effectLst/>
                        <a:latin typeface="Gill Sans MT" pitchFamily="-1" charset="0"/>
                        <a:ea typeface="ＭＳ Ｐゴシック" pitchFamily="-1" charset="-128"/>
                      </a:endParaRPr>
                    </a:p>
                  </a:txBody>
                  <a:tcPr anchor="ctr" horzOverflow="overflow"/>
                </a:tc>
              </a:tr>
              <a:tr h="883206">
                <a:tc grid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u="none" strike="noStrike" cap="none" normalizeH="0" baseline="0" dirty="0" smtClean="0">
                          <a:ln>
                            <a:noFill/>
                          </a:ln>
                          <a:effectLst/>
                        </a:rPr>
                        <a:t>Comparison sorting</a:t>
                      </a:r>
                    </a:p>
                  </a:txBody>
                  <a:tcPr anchor="ctr" horzOverflow="overflow"/>
                </a:tc>
                <a:tc hMerge="1">
                  <a:txBody>
                    <a:bodyPr/>
                    <a:lstStyle/>
                    <a:p>
                      <a:endParaRPr 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u="none" strike="noStrike" cap="none" normalizeH="0" baseline="0" dirty="0" smtClean="0">
                          <a:ln>
                            <a:noFill/>
                          </a:ln>
                          <a:effectLst/>
                        </a:rPr>
                        <a:t>Specialized Sorting</a:t>
                      </a:r>
                      <a:endParaRPr kumimoji="0" lang="en-US" sz="2400" b="1" i="0" u="none" strike="noStrike" cap="none" normalizeH="0" baseline="0" dirty="0" smtClean="0">
                        <a:ln>
                          <a:noFill/>
                        </a:ln>
                        <a:solidFill>
                          <a:srgbClr val="000000"/>
                        </a:solidFill>
                        <a:effectLst/>
                        <a:latin typeface="Gill Sans MT" pitchFamily="-1" charset="0"/>
                        <a:ea typeface="ＭＳ Ｐゴシック" pitchFamily="-1" charset="-128"/>
                      </a:endParaRPr>
                    </a:p>
                  </a:txBody>
                  <a:tcPr anchor="ctr" horzOverflow="overflow"/>
                </a:tc>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US" sz="2400" u="none" strike="noStrike" cap="none" normalizeH="0" baseline="0" smtClean="0">
                          <a:ln>
                            <a:noFill/>
                          </a:ln>
                          <a:effectLst/>
                        </a:rPr>
                        <a:t> </a:t>
                      </a:r>
                    </a:p>
                    <a:p>
                      <a:pPr marL="0" marR="0" lvl="0" indent="0" algn="l" defTabSz="457200" rtl="0" eaLnBrk="1" fontAlgn="base" latinLnBrk="0" hangingPunct="1">
                        <a:lnSpc>
                          <a:spcPct val="100000"/>
                        </a:lnSpc>
                        <a:spcBef>
                          <a:spcPct val="0"/>
                        </a:spcBef>
                        <a:spcAft>
                          <a:spcPct val="0"/>
                        </a:spcAft>
                        <a:buClrTx/>
                        <a:buSzTx/>
                        <a:buFontTx/>
                        <a:buNone/>
                        <a:tabLst/>
                      </a:pPr>
                      <a:endParaRPr kumimoji="0" lang="en-US" sz="2400" b="1" i="0" u="none" strike="noStrike" cap="none" normalizeH="0" baseline="0" smtClean="0">
                        <a:ln>
                          <a:noFill/>
                        </a:ln>
                        <a:solidFill>
                          <a:srgbClr val="000000"/>
                        </a:solidFill>
                        <a:effectLst/>
                        <a:latin typeface="Gill Sans MT" pitchFamily="-1" charset="0"/>
                        <a:ea typeface="ＭＳ Ｐゴシック" pitchFamily="-1" charset="-128"/>
                      </a:endParaRPr>
                    </a:p>
                  </a:txBody>
                  <a:tcPr horzOverflow="overflow"/>
                </a:tc>
              </a:tr>
              <a:tr h="88320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u="none" strike="noStrike" cap="none" normalizeH="0" baseline="0" dirty="0" smtClean="0">
                          <a:ln>
                            <a:noFill/>
                          </a:ln>
                          <a:effectLst/>
                        </a:rPr>
                        <a:t>O(N</a:t>
                      </a:r>
                      <a:r>
                        <a:rPr kumimoji="0" lang="en-US" sz="2400" u="none" strike="noStrike" cap="none" normalizeH="0" baseline="30000" dirty="0" smtClean="0">
                          <a:ln>
                            <a:noFill/>
                          </a:ln>
                          <a:effectLst/>
                        </a:rPr>
                        <a:t>2</a:t>
                      </a:r>
                      <a:r>
                        <a:rPr kumimoji="0" lang="en-US" sz="2400" u="none" strike="noStrike" cap="none" normalizeH="0" baseline="0" dirty="0" smtClean="0">
                          <a:ln>
                            <a:noFill/>
                          </a:ln>
                          <a:effectLst/>
                        </a:rPr>
                        <a:t>)</a:t>
                      </a:r>
                      <a:endParaRPr kumimoji="0" lang="en-US" sz="2400" b="1" i="0" u="none" strike="noStrike" cap="none" normalizeH="0" baseline="0" dirty="0" smtClean="0">
                        <a:ln>
                          <a:noFill/>
                        </a:ln>
                        <a:solidFill>
                          <a:srgbClr val="000000"/>
                        </a:solidFill>
                        <a:effectLst/>
                        <a:latin typeface="Gill Sans MT" pitchFamily="-1" charset="0"/>
                        <a:ea typeface="ＭＳ Ｐゴシック" pitchFamily="-1" charset="-128"/>
                      </a:endParaRPr>
                    </a:p>
                  </a:txBody>
                  <a:tcPr anchor="ct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u="none" strike="noStrike" cap="none" normalizeH="0" baseline="0" dirty="0" smtClean="0">
                          <a:ln>
                            <a:noFill/>
                          </a:ln>
                          <a:effectLst/>
                        </a:rPr>
                        <a:t>O(N log N)</a:t>
                      </a:r>
                      <a:endParaRPr kumimoji="0" lang="en-US" sz="2400" b="1" i="0" u="none" strike="noStrike" cap="none" normalizeH="0" baseline="0" dirty="0" smtClean="0">
                        <a:ln>
                          <a:noFill/>
                        </a:ln>
                        <a:solidFill>
                          <a:srgbClr val="000000"/>
                        </a:solidFill>
                        <a:effectLst/>
                        <a:latin typeface="Gill Sans MT" pitchFamily="-1" charset="0"/>
                        <a:ea typeface="ＭＳ Ｐゴシック" pitchFamily="-1" charset="-128"/>
                      </a:endParaRPr>
                    </a:p>
                  </a:txBody>
                  <a:tcPr anchor="ct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u="none" strike="noStrike" cap="none" normalizeH="0" baseline="0" dirty="0" smtClean="0">
                          <a:ln>
                            <a:noFill/>
                          </a:ln>
                          <a:effectLst/>
                        </a:rPr>
                        <a:t>O(N)</a:t>
                      </a:r>
                      <a:endParaRPr kumimoji="0" lang="en-US" sz="2400" b="1" i="0" u="none" strike="noStrike" cap="none" normalizeH="0" baseline="0" dirty="0" smtClean="0">
                        <a:ln>
                          <a:noFill/>
                        </a:ln>
                        <a:solidFill>
                          <a:srgbClr val="000000"/>
                        </a:solidFill>
                        <a:effectLst/>
                        <a:latin typeface="Gill Sans MT" pitchFamily="-1" charset="0"/>
                        <a:ea typeface="ＭＳ Ｐゴシック" pitchFamily="-1" charset="-128"/>
                      </a:endParaRPr>
                    </a:p>
                  </a:txBody>
                  <a:tcPr anchor="ctr"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400" u="none" strike="noStrike" cap="none" normalizeH="0" baseline="0" dirty="0" smtClean="0">
                          <a:ln>
                            <a:noFill/>
                          </a:ln>
                          <a:effectLst/>
                        </a:rPr>
                        <a:t># of tape accesses</a:t>
                      </a:r>
                      <a:endParaRPr kumimoji="0" lang="en-US" sz="2400" b="1" i="0" u="none" strike="noStrike" cap="none" normalizeH="0" baseline="0" dirty="0" smtClean="0">
                        <a:ln>
                          <a:noFill/>
                        </a:ln>
                        <a:solidFill>
                          <a:srgbClr val="000000"/>
                        </a:solidFill>
                        <a:effectLst/>
                        <a:latin typeface="Gill Sans MT" pitchFamily="-1" charset="0"/>
                        <a:ea typeface="ＭＳ Ｐゴシック" pitchFamily="-1" charset="-128"/>
                      </a:endParaRPr>
                    </a:p>
                  </a:txBody>
                  <a:tcPr horzOverflow="overflow"/>
                </a:tc>
              </a:tr>
              <a:tr h="2130345">
                <a:tc>
                  <a:txBody>
                    <a:bodyPr/>
                    <a:lstStyle/>
                    <a:p>
                      <a:pPr marL="342900" marR="0" lvl="0" indent="-342900" algn="l" defTabSz="914400" rtl="0" eaLnBrk="1" fontAlgn="base" latinLnBrk="0" hangingPunct="1">
                        <a:lnSpc>
                          <a:spcPct val="100000"/>
                        </a:lnSpc>
                        <a:spcBef>
                          <a:spcPct val="0"/>
                        </a:spcBef>
                        <a:spcAft>
                          <a:spcPct val="0"/>
                        </a:spcAft>
                        <a:buClrTx/>
                        <a:buSzTx/>
                        <a:buFont typeface="+mj-lt"/>
                        <a:buAutoNum type="arabicPeriod"/>
                        <a:tabLst/>
                      </a:pPr>
                      <a:r>
                        <a:rPr kumimoji="0" lang="en-US" sz="1800" u="none" strike="noStrike" cap="none" normalizeH="0" baseline="0" dirty="0" smtClean="0">
                          <a:ln>
                            <a:noFill/>
                          </a:ln>
                          <a:effectLst/>
                        </a:rPr>
                        <a:t> Bubble Sort</a:t>
                      </a:r>
                    </a:p>
                    <a:p>
                      <a:pPr marL="342900" marR="0" lvl="0" indent="-342900" algn="l" defTabSz="914400" rtl="0" eaLnBrk="1" fontAlgn="base" latinLnBrk="0" hangingPunct="1">
                        <a:lnSpc>
                          <a:spcPct val="100000"/>
                        </a:lnSpc>
                        <a:spcBef>
                          <a:spcPct val="0"/>
                        </a:spcBef>
                        <a:spcAft>
                          <a:spcPct val="0"/>
                        </a:spcAft>
                        <a:buClrTx/>
                        <a:buSzTx/>
                        <a:buFont typeface="+mj-lt"/>
                        <a:buAutoNum type="arabicPeriod"/>
                        <a:tabLst/>
                      </a:pPr>
                      <a:r>
                        <a:rPr kumimoji="0" lang="en-US" sz="1800" u="none" strike="noStrike" cap="none" normalizeH="0" baseline="0" dirty="0" smtClean="0">
                          <a:ln>
                            <a:noFill/>
                          </a:ln>
                          <a:effectLst/>
                        </a:rPr>
                        <a:t> Selection Sort</a:t>
                      </a:r>
                    </a:p>
                    <a:p>
                      <a:pPr marL="342900" marR="0" lvl="0" indent="-342900" algn="l" defTabSz="914400" rtl="0" eaLnBrk="1" fontAlgn="base" latinLnBrk="0" hangingPunct="1">
                        <a:lnSpc>
                          <a:spcPct val="100000"/>
                        </a:lnSpc>
                        <a:spcBef>
                          <a:spcPct val="0"/>
                        </a:spcBef>
                        <a:spcAft>
                          <a:spcPct val="0"/>
                        </a:spcAft>
                        <a:buClrTx/>
                        <a:buSzTx/>
                        <a:buFont typeface="+mj-lt"/>
                        <a:buAutoNum type="arabicPeriod"/>
                        <a:tabLst/>
                      </a:pPr>
                      <a:r>
                        <a:rPr kumimoji="0" lang="en-US" sz="1800" u="none" strike="noStrike" cap="none" normalizeH="0" baseline="0" dirty="0" smtClean="0">
                          <a:ln>
                            <a:noFill/>
                          </a:ln>
                          <a:effectLst/>
                        </a:rPr>
                        <a:t> Insertion Sort</a:t>
                      </a:r>
                    </a:p>
                    <a:p>
                      <a:pPr marL="342900" marR="0" lvl="0" indent="-342900" algn="l" defTabSz="914400" rtl="0" eaLnBrk="1" fontAlgn="base" latinLnBrk="0" hangingPunct="1">
                        <a:lnSpc>
                          <a:spcPct val="100000"/>
                        </a:lnSpc>
                        <a:spcBef>
                          <a:spcPct val="0"/>
                        </a:spcBef>
                        <a:spcAft>
                          <a:spcPct val="0"/>
                        </a:spcAft>
                        <a:buClrTx/>
                        <a:buSzTx/>
                        <a:buFont typeface="+mj-lt"/>
                        <a:buAutoNum type="arabicPeriod"/>
                        <a:tabLst/>
                      </a:pPr>
                      <a:r>
                        <a:rPr kumimoji="0" lang="en-US" sz="1800" u="none" strike="noStrike" cap="none" normalizeH="0" baseline="0" dirty="0" smtClean="0">
                          <a:ln>
                            <a:noFill/>
                          </a:ln>
                          <a:effectLst/>
                        </a:rPr>
                        <a:t> Shell Sort</a:t>
                      </a:r>
                      <a:endParaRPr kumimoji="0" lang="en-US" sz="1800" b="0" i="0" u="none" strike="noStrike" cap="none" normalizeH="0" baseline="0" dirty="0" smtClean="0">
                        <a:ln>
                          <a:noFill/>
                        </a:ln>
                        <a:solidFill>
                          <a:srgbClr val="A6A6A6"/>
                        </a:solidFill>
                        <a:effectLst/>
                        <a:latin typeface="Gill Sans MT" pitchFamily="-1" charset="0"/>
                        <a:ea typeface="ＭＳ Ｐゴシック" pitchFamily="-1" charset="-128"/>
                      </a:endParaRPr>
                    </a:p>
                  </a:txBody>
                  <a:tcPr horzOverflow="overflow"/>
                </a:tc>
                <a:tc>
                  <a:txBody>
                    <a:bodyPr/>
                    <a:lstStyle/>
                    <a:p>
                      <a:pPr marL="342900" marR="0" lvl="0" indent="-342900" algn="l" defTabSz="914400" rtl="0" eaLnBrk="1" fontAlgn="base" latinLnBrk="0" hangingPunct="1">
                        <a:lnSpc>
                          <a:spcPct val="100000"/>
                        </a:lnSpc>
                        <a:spcBef>
                          <a:spcPct val="0"/>
                        </a:spcBef>
                        <a:spcAft>
                          <a:spcPct val="0"/>
                        </a:spcAft>
                        <a:buClrTx/>
                        <a:buSzTx/>
                        <a:buFont typeface="+mj-lt"/>
                        <a:buAutoNum type="arabicPeriod"/>
                        <a:tabLst/>
                      </a:pPr>
                      <a:r>
                        <a:rPr kumimoji="0" lang="en-US" sz="1800" u="none" strike="noStrike" cap="none" normalizeH="0" baseline="0" dirty="0" smtClean="0">
                          <a:ln>
                            <a:noFill/>
                          </a:ln>
                          <a:effectLst/>
                        </a:rPr>
                        <a:t> Merge Sort</a:t>
                      </a:r>
                    </a:p>
                    <a:p>
                      <a:pPr marL="342900" marR="0" lvl="0" indent="-342900" algn="l" defTabSz="914400" rtl="0" eaLnBrk="1" fontAlgn="base" latinLnBrk="0" hangingPunct="1">
                        <a:lnSpc>
                          <a:spcPct val="100000"/>
                        </a:lnSpc>
                        <a:spcBef>
                          <a:spcPct val="0"/>
                        </a:spcBef>
                        <a:spcAft>
                          <a:spcPct val="0"/>
                        </a:spcAft>
                        <a:buClrTx/>
                        <a:buSzTx/>
                        <a:buFont typeface="+mj-lt"/>
                        <a:buAutoNum type="arabicPeriod"/>
                        <a:tabLst/>
                      </a:pPr>
                      <a:r>
                        <a:rPr kumimoji="0" lang="en-US" sz="1800" u="none" strike="noStrike" cap="none" normalizeH="0" baseline="0" dirty="0" smtClean="0">
                          <a:ln>
                            <a:noFill/>
                          </a:ln>
                          <a:effectLst/>
                        </a:rPr>
                        <a:t> Quick Sort</a:t>
                      </a:r>
                    </a:p>
                    <a:p>
                      <a:pPr marL="342900" marR="0" lvl="0" indent="-342900" algn="l" defTabSz="914400" rtl="0" eaLnBrk="1" fontAlgn="base" latinLnBrk="0" hangingPunct="1">
                        <a:lnSpc>
                          <a:spcPct val="100000"/>
                        </a:lnSpc>
                        <a:spcBef>
                          <a:spcPct val="0"/>
                        </a:spcBef>
                        <a:spcAft>
                          <a:spcPct val="0"/>
                        </a:spcAft>
                        <a:buClrTx/>
                        <a:buSzTx/>
                        <a:buFont typeface="+mj-lt"/>
                        <a:buAutoNum type="arabicPeriod"/>
                        <a:tabLst/>
                      </a:pPr>
                      <a:r>
                        <a:rPr kumimoji="0" lang="en-US" sz="1800" u="none" strike="noStrike" cap="none" normalizeH="0" baseline="0" dirty="0" smtClean="0">
                          <a:ln>
                            <a:noFill/>
                          </a:ln>
                          <a:effectLst/>
                        </a:rPr>
                        <a:t>Heap Sort</a:t>
                      </a:r>
                      <a:endParaRPr kumimoji="0" lang="en-US" sz="1800" b="0" i="0" u="none" strike="noStrike" cap="none" normalizeH="0" baseline="0" dirty="0" smtClean="0">
                        <a:ln>
                          <a:noFill/>
                        </a:ln>
                        <a:solidFill>
                          <a:srgbClr val="A6A6A6"/>
                        </a:solidFill>
                        <a:effectLst/>
                        <a:latin typeface="Gill Sans MT" pitchFamily="-1" charset="0"/>
                        <a:ea typeface="ＭＳ Ｐゴシック" pitchFamily="-1" charset="-128"/>
                      </a:endParaRPr>
                    </a:p>
                  </a:txBody>
                  <a:tcPr horzOverflow="overflow"/>
                </a:tc>
                <a:tc>
                  <a:txBody>
                    <a:bodyPr/>
                    <a:lstStyle/>
                    <a:p>
                      <a:pPr marL="342900" marR="0" lvl="0" indent="-342900" algn="l" defTabSz="914400" rtl="0" eaLnBrk="1" fontAlgn="base" latinLnBrk="0" hangingPunct="1">
                        <a:lnSpc>
                          <a:spcPct val="100000"/>
                        </a:lnSpc>
                        <a:spcBef>
                          <a:spcPct val="0"/>
                        </a:spcBef>
                        <a:spcAft>
                          <a:spcPct val="0"/>
                        </a:spcAft>
                        <a:buClrTx/>
                        <a:buSzTx/>
                        <a:buFont typeface="+mj-lt"/>
                        <a:buAutoNum type="arabicPeriod"/>
                        <a:tabLst/>
                      </a:pPr>
                      <a:r>
                        <a:rPr kumimoji="0" lang="en-US" sz="1800" u="none" strike="noStrike" cap="none" normalizeH="0" baseline="0" dirty="0" smtClean="0">
                          <a:ln>
                            <a:noFill/>
                          </a:ln>
                          <a:effectLst/>
                        </a:rPr>
                        <a:t> Bucket Sort</a:t>
                      </a:r>
                    </a:p>
                    <a:p>
                      <a:pPr marL="342900" marR="0" lvl="0" indent="-342900" algn="l" defTabSz="914400" rtl="0" eaLnBrk="1" fontAlgn="base" latinLnBrk="0" hangingPunct="1">
                        <a:lnSpc>
                          <a:spcPct val="100000"/>
                        </a:lnSpc>
                        <a:spcBef>
                          <a:spcPct val="0"/>
                        </a:spcBef>
                        <a:spcAft>
                          <a:spcPct val="0"/>
                        </a:spcAft>
                        <a:buClrTx/>
                        <a:buSzTx/>
                        <a:buFont typeface="+mj-lt"/>
                        <a:buAutoNum type="arabicPeriod"/>
                        <a:tabLst/>
                      </a:pPr>
                      <a:r>
                        <a:rPr kumimoji="0" lang="en-US" sz="1800" u="none" strike="noStrike" cap="none" normalizeH="0" baseline="0" dirty="0" smtClean="0">
                          <a:ln>
                            <a:noFill/>
                          </a:ln>
                          <a:effectLst/>
                        </a:rPr>
                        <a:t> Radix Sort</a:t>
                      </a:r>
                      <a:endParaRPr kumimoji="0" lang="en-US" sz="1800" b="0" i="0" u="none" strike="noStrike" cap="none" normalizeH="0" baseline="0" dirty="0" smtClean="0">
                        <a:ln>
                          <a:noFill/>
                        </a:ln>
                        <a:solidFill>
                          <a:srgbClr val="A6A6A6"/>
                        </a:solidFill>
                        <a:effectLst/>
                        <a:latin typeface="Gill Sans MT" pitchFamily="-1" charset="0"/>
                        <a:ea typeface="ＭＳ Ｐゴシック" pitchFamily="-1" charset="-128"/>
                      </a:endParaRPr>
                    </a:p>
                  </a:txBody>
                  <a:tcPr horzOverflow="overflow"/>
                </a:tc>
                <a:tc>
                  <a:txBody>
                    <a:bodyPr/>
                    <a:lstStyle/>
                    <a:p>
                      <a:pPr marL="342900" marR="0" lvl="0" indent="-342900" algn="l" defTabSz="914400" rtl="0" eaLnBrk="1" fontAlgn="base" latinLnBrk="0" hangingPunct="1">
                        <a:lnSpc>
                          <a:spcPct val="100000"/>
                        </a:lnSpc>
                        <a:spcBef>
                          <a:spcPct val="0"/>
                        </a:spcBef>
                        <a:spcAft>
                          <a:spcPct val="0"/>
                        </a:spcAft>
                        <a:buClrTx/>
                        <a:buSzTx/>
                        <a:buFont typeface="+mj-lt"/>
                        <a:buAutoNum type="arabicPeriod"/>
                        <a:tabLst/>
                      </a:pPr>
                      <a:r>
                        <a:rPr kumimoji="0" lang="en-US" sz="1800" u="none" strike="noStrike" cap="none" normalizeH="0" baseline="0" dirty="0" smtClean="0">
                          <a:ln>
                            <a:noFill/>
                          </a:ln>
                          <a:effectLst/>
                        </a:rPr>
                        <a:t> Simple External </a:t>
                      </a:r>
                    </a:p>
                    <a:p>
                      <a:pPr marL="342900" marR="0" lvl="0" indent="-342900" algn="l" defTabSz="914400" rtl="0" eaLnBrk="1" fontAlgn="base" latinLnBrk="0" hangingPunct="1">
                        <a:lnSpc>
                          <a:spcPct val="100000"/>
                        </a:lnSpc>
                        <a:spcBef>
                          <a:spcPct val="0"/>
                        </a:spcBef>
                        <a:spcAft>
                          <a:spcPct val="0"/>
                        </a:spcAft>
                        <a:buClrTx/>
                        <a:buSzTx/>
                        <a:buFont typeface="+mj-lt"/>
                        <a:buAutoNum type="arabicPeriod"/>
                        <a:tabLst/>
                      </a:pPr>
                      <a:r>
                        <a:rPr kumimoji="0" lang="en-US" sz="1800" u="none" strike="noStrike" cap="none" normalizeH="0" baseline="0" dirty="0" smtClean="0">
                          <a:ln>
                            <a:noFill/>
                          </a:ln>
                          <a:effectLst/>
                        </a:rPr>
                        <a:t>Merge Sort</a:t>
                      </a:r>
                    </a:p>
                    <a:p>
                      <a:pPr marL="342900" marR="0" lvl="0" indent="-342900" algn="l" defTabSz="914400" rtl="0" eaLnBrk="1" fontAlgn="base" latinLnBrk="0" hangingPunct="1">
                        <a:lnSpc>
                          <a:spcPct val="100000"/>
                        </a:lnSpc>
                        <a:spcBef>
                          <a:spcPct val="0"/>
                        </a:spcBef>
                        <a:spcAft>
                          <a:spcPct val="0"/>
                        </a:spcAft>
                        <a:buClr>
                          <a:srgbClr val="A6A6A6"/>
                        </a:buClr>
                        <a:buSzTx/>
                        <a:buFont typeface="+mj-lt"/>
                        <a:buAutoNum type="arabicPeriod"/>
                        <a:tabLst/>
                      </a:pPr>
                      <a:r>
                        <a:rPr kumimoji="0" lang="en-US" sz="1800" u="none" strike="noStrike" cap="none" normalizeH="0" baseline="0" dirty="0" smtClean="0">
                          <a:ln>
                            <a:noFill/>
                          </a:ln>
                          <a:effectLst/>
                        </a:rPr>
                        <a:t> Variations</a:t>
                      </a:r>
                      <a:endParaRPr kumimoji="0" lang="en-US" sz="1800" b="0" i="0" u="none" strike="noStrike" cap="none" normalizeH="0" baseline="0" dirty="0" smtClean="0">
                        <a:ln>
                          <a:noFill/>
                        </a:ln>
                        <a:solidFill>
                          <a:srgbClr val="A6A6A6"/>
                        </a:solidFill>
                        <a:effectLst/>
                        <a:latin typeface="Gill Sans MT" pitchFamily="-1" charset="0"/>
                        <a:ea typeface="ＭＳ Ｐゴシック" pitchFamily="-1" charset="-128"/>
                      </a:endParaRPr>
                    </a:p>
                  </a:txBody>
                  <a:tcPr horzOverflow="overflow"/>
                </a:tc>
              </a:tr>
            </a:tbl>
          </a:graphicData>
        </a:graphic>
      </p:graphicFrame>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ctrTitle"/>
          </p:nvPr>
        </p:nvSpPr>
        <p:spPr/>
        <p:txBody>
          <a:bodyPr lIns="90000" tIns="46800" rIns="90000" bIns="46800">
            <a:spAutoFit/>
          </a:bodyPr>
          <a:lstStyle/>
          <a:p>
            <a:pPr defTabSz="449263" eaLnBrk="1" hangingPunct="1">
              <a:buClr>
                <a:srgbClr val="000000"/>
              </a:buClr>
              <a:buFont typeface="Verdana" pitchFamily="-1"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smtClean="0"/>
              <a:t>O(n</a:t>
            </a:r>
            <a:r>
              <a:rPr lang="en-US" baseline="30000" smtClean="0"/>
              <a:t>2</a:t>
            </a:r>
            <a:r>
              <a:rPr lang="en-US" smtClean="0"/>
              <a:t>) Comparison Sorting</a:t>
            </a:r>
            <a:endParaRPr lang="en-GB" smtClean="0"/>
          </a:p>
        </p:txBody>
      </p:sp>
      <p:sp>
        <p:nvSpPr>
          <p:cNvPr id="6" name="Subtitle 5"/>
          <p:cNvSpPr>
            <a:spLocks noGrp="1"/>
          </p:cNvSpPr>
          <p:nvPr>
            <p:ph type="subTitle" idx="1"/>
          </p:nvPr>
        </p:nvSpPr>
        <p:spPr/>
        <p:txBody>
          <a:bodyPr>
            <a:normAutofit/>
          </a:bodyPr>
          <a:lstStyle/>
          <a:p>
            <a:pPr eaLnBrk="1" hangingPunct="1"/>
            <a:endParaRPr lang="en-US" smtClean="0">
              <a:ea typeface="ＭＳ Ｐゴシック" pitchFamily="-1" charset="-128"/>
            </a:endParaRPr>
          </a:p>
        </p:txBody>
      </p:sp>
    </p:spTree>
  </p:cSld>
  <p:clrMapOvr>
    <a:masterClrMapping/>
  </p:clrMapOvr>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pPr eaLnBrk="1" hangingPunct="1"/>
            <a:r>
              <a:rPr lang="en-US" smtClean="0"/>
              <a:t>Bubble sort</a:t>
            </a:r>
          </a:p>
        </p:txBody>
      </p:sp>
      <p:sp>
        <p:nvSpPr>
          <p:cNvPr id="28675" name="Slide Number Placeholder 4"/>
          <p:cNvSpPr>
            <a:spLocks noGrp="1"/>
          </p:cNvSpPr>
          <p:nvPr>
            <p:ph type="sldNum" sz="quarter" idx="12"/>
          </p:nvPr>
        </p:nvSpPr>
        <p:spPr bwMode="auto">
          <a:noFill/>
          <a:ln>
            <a:miter lim="800000"/>
            <a:headEnd/>
            <a:tailEnd/>
          </a:ln>
        </p:spPr>
        <p:txBody>
          <a:bodyPr/>
          <a:lstStyle/>
          <a:p>
            <a:fld id="{AAD40D03-39A2-4112-962C-5D8483DA100F}" type="slidenum">
              <a:rPr lang="en-US"/>
              <a:pPr/>
              <a:t>7</a:t>
            </a:fld>
            <a:endParaRPr lang="en-US"/>
          </a:p>
        </p:txBody>
      </p:sp>
      <p:sp>
        <p:nvSpPr>
          <p:cNvPr id="29700" name="Rectangle 3"/>
          <p:cNvSpPr>
            <a:spLocks noGrp="1" noChangeArrowheads="1"/>
          </p:cNvSpPr>
          <p:nvPr>
            <p:ph sz="quarter" idx="1"/>
          </p:nvPr>
        </p:nvSpPr>
        <p:spPr>
          <a:xfrm>
            <a:off x="457200" y="1219200"/>
            <a:ext cx="8229600" cy="4937125"/>
          </a:xfrm>
        </p:spPr>
        <p:txBody>
          <a:bodyPr/>
          <a:lstStyle/>
          <a:p>
            <a:pPr eaLnBrk="1" hangingPunct="1"/>
            <a:r>
              <a:rPr lang="en-US" b="1" smtClean="0"/>
              <a:t>bubble sort</a:t>
            </a:r>
            <a:r>
              <a:rPr lang="en-US" smtClean="0"/>
              <a:t>: orders a list of values by repetitively comparing neighboring elements and swapping their positions if necessary</a:t>
            </a:r>
          </a:p>
          <a:p>
            <a:pPr eaLnBrk="1" hangingPunct="1"/>
            <a:endParaRPr lang="en-US" smtClean="0"/>
          </a:p>
          <a:p>
            <a:pPr eaLnBrk="1" hangingPunct="1"/>
            <a:r>
              <a:rPr lang="en-US" smtClean="0"/>
              <a:t>more specifically:</a:t>
            </a:r>
          </a:p>
          <a:p>
            <a:pPr lvl="1" eaLnBrk="1" hangingPunct="1"/>
            <a:r>
              <a:rPr lang="en-US" smtClean="0"/>
              <a:t>scan the list, exchanging adjacent elements if they are not in relative order; this bubbles the highest value to the top</a:t>
            </a:r>
          </a:p>
          <a:p>
            <a:pPr lvl="1" eaLnBrk="1" hangingPunct="1"/>
            <a:r>
              <a:rPr lang="en-US" smtClean="0"/>
              <a:t>scan the list again, bubbling up the second highest value</a:t>
            </a:r>
          </a:p>
          <a:p>
            <a:pPr lvl="1" eaLnBrk="1" hangingPunct="1"/>
            <a:r>
              <a:rPr lang="en-US" smtClean="0"/>
              <a:t>repeat until all elements have been placed in their proper order</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700">
                                            <p:txEl>
                                              <p:pRg st="2" end="2"/>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9700">
                                            <p:txEl>
                                              <p:pRg st="3" end="3"/>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9700">
                                            <p:txEl>
                                              <p:pRg st="4" end="4"/>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9700">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0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2"/>
          <p:cNvSpPr>
            <a:spLocks noGrp="1" noChangeArrowheads="1"/>
          </p:cNvSpPr>
          <p:nvPr>
            <p:ph type="title"/>
          </p:nvPr>
        </p:nvSpPr>
        <p:spPr/>
        <p:txBody>
          <a:bodyPr/>
          <a:lstStyle/>
          <a:p>
            <a:pPr eaLnBrk="1" hangingPunct="1"/>
            <a:r>
              <a:rPr lang="en-US" smtClean="0"/>
              <a:t>"Bubbling" largest element</a:t>
            </a:r>
          </a:p>
        </p:txBody>
      </p:sp>
      <p:sp>
        <p:nvSpPr>
          <p:cNvPr id="29699" name="Slide Number Placeholder 23"/>
          <p:cNvSpPr>
            <a:spLocks noGrp="1"/>
          </p:cNvSpPr>
          <p:nvPr>
            <p:ph type="sldNum" sz="quarter" idx="12"/>
          </p:nvPr>
        </p:nvSpPr>
        <p:spPr bwMode="auto">
          <a:noFill/>
          <a:ln>
            <a:miter lim="800000"/>
            <a:headEnd/>
            <a:tailEnd/>
          </a:ln>
        </p:spPr>
        <p:txBody>
          <a:bodyPr/>
          <a:lstStyle/>
          <a:p>
            <a:fld id="{A1000B46-4959-4060-A6BE-B7C4880197CD}" type="slidenum">
              <a:rPr lang="en-US"/>
              <a:pPr/>
              <a:t>8</a:t>
            </a:fld>
            <a:endParaRPr lang="en-US"/>
          </a:p>
        </p:txBody>
      </p:sp>
      <p:sp>
        <p:nvSpPr>
          <p:cNvPr id="29700" name="Rectangle 2"/>
          <p:cNvSpPr>
            <a:spLocks noGrp="1" noChangeArrowheads="1"/>
          </p:cNvSpPr>
          <p:nvPr>
            <p:ph sz="quarter" idx="1"/>
          </p:nvPr>
        </p:nvSpPr>
        <p:spPr>
          <a:xfrm>
            <a:off x="457200" y="1219200"/>
            <a:ext cx="8229600" cy="4937125"/>
          </a:xfrm>
        </p:spPr>
        <p:txBody>
          <a:bodyPr/>
          <a:lstStyle/>
          <a:p>
            <a:pPr eaLnBrk="1" hangingPunct="1"/>
            <a:r>
              <a:rPr lang="en-US" smtClean="0"/>
              <a:t>Traverse a collection of elements</a:t>
            </a:r>
          </a:p>
          <a:p>
            <a:pPr lvl="1" eaLnBrk="1" hangingPunct="1"/>
            <a:r>
              <a:rPr lang="en-US" smtClean="0"/>
              <a:t>Move from the front to the end</a:t>
            </a:r>
          </a:p>
          <a:p>
            <a:pPr lvl="1" eaLnBrk="1" hangingPunct="1"/>
            <a:r>
              <a:rPr lang="en-US" smtClean="0"/>
              <a:t>"Bubble" the largest value to the end using pair-wise comparisons and swapping</a:t>
            </a:r>
          </a:p>
        </p:txBody>
      </p:sp>
      <p:sp>
        <p:nvSpPr>
          <p:cNvPr id="29701" name="Rectangle 3"/>
          <p:cNvSpPr>
            <a:spLocks noChangeArrowheads="1"/>
          </p:cNvSpPr>
          <p:nvPr/>
        </p:nvSpPr>
        <p:spPr bwMode="auto">
          <a:xfrm>
            <a:off x="1211263" y="4592638"/>
            <a:ext cx="6518275" cy="715962"/>
          </a:xfrm>
          <a:prstGeom prst="rect">
            <a:avLst/>
          </a:prstGeom>
          <a:noFill/>
          <a:ln w="38100">
            <a:solidFill>
              <a:schemeClr val="tx1"/>
            </a:solidFill>
            <a:miter lim="800000"/>
            <a:headEnd/>
            <a:tailEnd/>
          </a:ln>
        </p:spPr>
        <p:txBody>
          <a:bodyPr wrap="none" anchor="ctr"/>
          <a:lstStyle/>
          <a:p>
            <a:endParaRPr lang="en-US">
              <a:latin typeface="Calibri" pitchFamily="-1" charset="0"/>
            </a:endParaRPr>
          </a:p>
        </p:txBody>
      </p:sp>
      <p:sp>
        <p:nvSpPr>
          <p:cNvPr id="29702" name="Line 4"/>
          <p:cNvSpPr>
            <a:spLocks noChangeShapeType="1"/>
          </p:cNvSpPr>
          <p:nvPr/>
        </p:nvSpPr>
        <p:spPr bwMode="auto">
          <a:xfrm>
            <a:off x="2220913" y="4587875"/>
            <a:ext cx="0" cy="712788"/>
          </a:xfrm>
          <a:prstGeom prst="line">
            <a:avLst/>
          </a:prstGeom>
          <a:noFill/>
          <a:ln w="38100">
            <a:solidFill>
              <a:schemeClr val="tx1"/>
            </a:solidFill>
            <a:round/>
            <a:headEnd type="none" w="sm" len="sm"/>
            <a:tailEnd type="none" w="sm" len="sm"/>
          </a:ln>
        </p:spPr>
        <p:txBody>
          <a:bodyPr wrap="none" anchor="ctr"/>
          <a:lstStyle/>
          <a:p>
            <a:endParaRPr lang="en-US"/>
          </a:p>
        </p:txBody>
      </p:sp>
      <p:sp>
        <p:nvSpPr>
          <p:cNvPr id="29703" name="Line 5"/>
          <p:cNvSpPr>
            <a:spLocks noChangeShapeType="1"/>
          </p:cNvSpPr>
          <p:nvPr/>
        </p:nvSpPr>
        <p:spPr bwMode="auto">
          <a:xfrm>
            <a:off x="3238500" y="4587875"/>
            <a:ext cx="0" cy="725488"/>
          </a:xfrm>
          <a:prstGeom prst="line">
            <a:avLst/>
          </a:prstGeom>
          <a:noFill/>
          <a:ln w="38100">
            <a:solidFill>
              <a:schemeClr val="tx1"/>
            </a:solidFill>
            <a:round/>
            <a:headEnd type="none" w="sm" len="sm"/>
            <a:tailEnd type="none" w="sm" len="sm"/>
          </a:ln>
        </p:spPr>
        <p:txBody>
          <a:bodyPr wrap="none" anchor="ctr"/>
          <a:lstStyle/>
          <a:p>
            <a:endParaRPr lang="en-US"/>
          </a:p>
        </p:txBody>
      </p:sp>
      <p:sp>
        <p:nvSpPr>
          <p:cNvPr id="29704" name="Line 6"/>
          <p:cNvSpPr>
            <a:spLocks noChangeShapeType="1"/>
          </p:cNvSpPr>
          <p:nvPr/>
        </p:nvSpPr>
        <p:spPr bwMode="auto">
          <a:xfrm>
            <a:off x="4276725" y="4587875"/>
            <a:ext cx="0" cy="725488"/>
          </a:xfrm>
          <a:prstGeom prst="line">
            <a:avLst/>
          </a:prstGeom>
          <a:noFill/>
          <a:ln w="38100">
            <a:solidFill>
              <a:schemeClr val="tx1"/>
            </a:solidFill>
            <a:round/>
            <a:headEnd type="none" w="sm" len="sm"/>
            <a:tailEnd type="none" w="sm" len="sm"/>
          </a:ln>
        </p:spPr>
        <p:txBody>
          <a:bodyPr wrap="none" anchor="ctr"/>
          <a:lstStyle/>
          <a:p>
            <a:endParaRPr lang="en-US"/>
          </a:p>
        </p:txBody>
      </p:sp>
      <p:sp>
        <p:nvSpPr>
          <p:cNvPr id="29705" name="Line 7"/>
          <p:cNvSpPr>
            <a:spLocks noChangeShapeType="1"/>
          </p:cNvSpPr>
          <p:nvPr/>
        </p:nvSpPr>
        <p:spPr bwMode="auto">
          <a:xfrm>
            <a:off x="5386388" y="4587875"/>
            <a:ext cx="0" cy="725488"/>
          </a:xfrm>
          <a:prstGeom prst="line">
            <a:avLst/>
          </a:prstGeom>
          <a:noFill/>
          <a:ln w="38100">
            <a:solidFill>
              <a:schemeClr val="tx1"/>
            </a:solidFill>
            <a:round/>
            <a:headEnd type="none" w="sm" len="sm"/>
            <a:tailEnd type="none" w="sm" len="sm"/>
          </a:ln>
        </p:spPr>
        <p:txBody>
          <a:bodyPr wrap="none" anchor="ctr"/>
          <a:lstStyle/>
          <a:p>
            <a:endParaRPr lang="en-US"/>
          </a:p>
        </p:txBody>
      </p:sp>
      <p:sp>
        <p:nvSpPr>
          <p:cNvPr id="29706" name="Line 8"/>
          <p:cNvSpPr>
            <a:spLocks noChangeShapeType="1"/>
          </p:cNvSpPr>
          <p:nvPr/>
        </p:nvSpPr>
        <p:spPr bwMode="auto">
          <a:xfrm>
            <a:off x="6540500" y="4600575"/>
            <a:ext cx="0" cy="700088"/>
          </a:xfrm>
          <a:prstGeom prst="line">
            <a:avLst/>
          </a:prstGeom>
          <a:noFill/>
          <a:ln w="38100">
            <a:solidFill>
              <a:schemeClr val="tx1"/>
            </a:solidFill>
            <a:round/>
            <a:headEnd type="none" w="sm" len="sm"/>
            <a:tailEnd type="none" w="sm" len="sm"/>
          </a:ln>
        </p:spPr>
        <p:txBody>
          <a:bodyPr wrap="none" anchor="ctr"/>
          <a:lstStyle/>
          <a:p>
            <a:endParaRPr lang="en-US"/>
          </a:p>
        </p:txBody>
      </p:sp>
      <p:sp>
        <p:nvSpPr>
          <p:cNvPr id="29707" name="Rectangle 9"/>
          <p:cNvSpPr>
            <a:spLocks noChangeArrowheads="1"/>
          </p:cNvSpPr>
          <p:nvPr/>
        </p:nvSpPr>
        <p:spPr bwMode="auto">
          <a:xfrm>
            <a:off x="6958013" y="4767263"/>
            <a:ext cx="354012" cy="457200"/>
          </a:xfrm>
          <a:prstGeom prst="rect">
            <a:avLst/>
          </a:prstGeom>
          <a:noFill/>
          <a:ln w="9525">
            <a:noFill/>
            <a:miter lim="800000"/>
            <a:headEnd/>
            <a:tailEnd/>
          </a:ln>
        </p:spPr>
        <p:txBody>
          <a:bodyPr wrap="none" lIns="92075" tIns="46038" rIns="92075" bIns="46038">
            <a:spAutoFit/>
          </a:bodyPr>
          <a:lstStyle/>
          <a:p>
            <a:pPr eaLnBrk="0" hangingPunct="0"/>
            <a:r>
              <a:rPr lang="en-US" sz="2400" b="1"/>
              <a:t>5</a:t>
            </a:r>
          </a:p>
        </p:txBody>
      </p:sp>
      <p:sp>
        <p:nvSpPr>
          <p:cNvPr id="29708" name="Rectangle 10"/>
          <p:cNvSpPr>
            <a:spLocks noChangeArrowheads="1"/>
          </p:cNvSpPr>
          <p:nvPr/>
        </p:nvSpPr>
        <p:spPr bwMode="auto">
          <a:xfrm>
            <a:off x="4516438" y="4754563"/>
            <a:ext cx="523875" cy="457200"/>
          </a:xfrm>
          <a:prstGeom prst="rect">
            <a:avLst/>
          </a:prstGeom>
          <a:noFill/>
          <a:ln w="9525">
            <a:noFill/>
            <a:miter lim="800000"/>
            <a:headEnd/>
            <a:tailEnd/>
          </a:ln>
        </p:spPr>
        <p:txBody>
          <a:bodyPr wrap="none" lIns="92075" tIns="46038" rIns="92075" bIns="46038">
            <a:spAutoFit/>
          </a:bodyPr>
          <a:lstStyle/>
          <a:p>
            <a:pPr eaLnBrk="0" hangingPunct="0"/>
            <a:r>
              <a:rPr lang="en-US" sz="2400" b="1"/>
              <a:t>12</a:t>
            </a:r>
            <a:endParaRPr lang="en-US" sz="2400"/>
          </a:p>
        </p:txBody>
      </p:sp>
      <p:sp>
        <p:nvSpPr>
          <p:cNvPr id="29709" name="Rectangle 11"/>
          <p:cNvSpPr>
            <a:spLocks noChangeArrowheads="1"/>
          </p:cNvSpPr>
          <p:nvPr/>
        </p:nvSpPr>
        <p:spPr bwMode="auto">
          <a:xfrm>
            <a:off x="3430588" y="4767263"/>
            <a:ext cx="523875" cy="457200"/>
          </a:xfrm>
          <a:prstGeom prst="rect">
            <a:avLst/>
          </a:prstGeom>
          <a:noFill/>
          <a:ln w="9525">
            <a:noFill/>
            <a:miter lim="800000"/>
            <a:headEnd/>
            <a:tailEnd/>
          </a:ln>
        </p:spPr>
        <p:txBody>
          <a:bodyPr wrap="none" lIns="92075" tIns="46038" rIns="92075" bIns="46038">
            <a:spAutoFit/>
          </a:bodyPr>
          <a:lstStyle/>
          <a:p>
            <a:pPr eaLnBrk="0" hangingPunct="0"/>
            <a:r>
              <a:rPr lang="en-US" sz="2400" b="1"/>
              <a:t>35</a:t>
            </a:r>
            <a:endParaRPr lang="en-US" sz="2400"/>
          </a:p>
        </p:txBody>
      </p:sp>
      <p:sp>
        <p:nvSpPr>
          <p:cNvPr id="29710" name="Rectangle 12"/>
          <p:cNvSpPr>
            <a:spLocks noChangeArrowheads="1"/>
          </p:cNvSpPr>
          <p:nvPr/>
        </p:nvSpPr>
        <p:spPr bwMode="auto">
          <a:xfrm>
            <a:off x="2344738" y="4767263"/>
            <a:ext cx="523875" cy="457200"/>
          </a:xfrm>
          <a:prstGeom prst="rect">
            <a:avLst/>
          </a:prstGeom>
          <a:noFill/>
          <a:ln w="9525">
            <a:noFill/>
            <a:miter lim="800000"/>
            <a:headEnd/>
            <a:tailEnd/>
          </a:ln>
        </p:spPr>
        <p:txBody>
          <a:bodyPr wrap="none" lIns="92075" tIns="46038" rIns="92075" bIns="46038">
            <a:spAutoFit/>
          </a:bodyPr>
          <a:lstStyle/>
          <a:p>
            <a:pPr eaLnBrk="0" hangingPunct="0"/>
            <a:r>
              <a:rPr lang="en-US" sz="2400" b="1">
                <a:solidFill>
                  <a:srgbClr val="FF0033"/>
                </a:solidFill>
              </a:rPr>
              <a:t>42</a:t>
            </a:r>
            <a:endParaRPr lang="en-US" sz="2400">
              <a:solidFill>
                <a:srgbClr val="FF0033"/>
              </a:solidFill>
            </a:endParaRPr>
          </a:p>
        </p:txBody>
      </p:sp>
      <p:sp>
        <p:nvSpPr>
          <p:cNvPr id="29711" name="Rectangle 13"/>
          <p:cNvSpPr>
            <a:spLocks noChangeArrowheads="1"/>
          </p:cNvSpPr>
          <p:nvPr/>
        </p:nvSpPr>
        <p:spPr bwMode="auto">
          <a:xfrm>
            <a:off x="1376363" y="4781550"/>
            <a:ext cx="523875" cy="457200"/>
          </a:xfrm>
          <a:prstGeom prst="rect">
            <a:avLst/>
          </a:prstGeom>
          <a:noFill/>
          <a:ln w="9525">
            <a:noFill/>
            <a:miter lim="800000"/>
            <a:headEnd/>
            <a:tailEnd/>
          </a:ln>
        </p:spPr>
        <p:txBody>
          <a:bodyPr wrap="none" lIns="92075" tIns="46038" rIns="92075" bIns="46038">
            <a:spAutoFit/>
          </a:bodyPr>
          <a:lstStyle/>
          <a:p>
            <a:pPr eaLnBrk="0" hangingPunct="0"/>
            <a:r>
              <a:rPr lang="en-US" sz="2400" b="1">
                <a:solidFill>
                  <a:srgbClr val="FF0033"/>
                </a:solidFill>
              </a:rPr>
              <a:t>77</a:t>
            </a:r>
            <a:endParaRPr lang="en-US" sz="2400">
              <a:solidFill>
                <a:srgbClr val="FF0033"/>
              </a:solidFill>
            </a:endParaRPr>
          </a:p>
        </p:txBody>
      </p:sp>
      <p:sp>
        <p:nvSpPr>
          <p:cNvPr id="29712" name="Rectangle 14"/>
          <p:cNvSpPr>
            <a:spLocks noChangeArrowheads="1"/>
          </p:cNvSpPr>
          <p:nvPr/>
        </p:nvSpPr>
        <p:spPr bwMode="auto">
          <a:xfrm>
            <a:off x="5559425" y="4752975"/>
            <a:ext cx="693738" cy="457200"/>
          </a:xfrm>
          <a:prstGeom prst="rect">
            <a:avLst/>
          </a:prstGeom>
          <a:noFill/>
          <a:ln w="9525">
            <a:noFill/>
            <a:miter lim="800000"/>
            <a:headEnd/>
            <a:tailEnd/>
          </a:ln>
        </p:spPr>
        <p:txBody>
          <a:bodyPr wrap="none" lIns="92075" tIns="46038" rIns="92075" bIns="46038">
            <a:spAutoFit/>
          </a:bodyPr>
          <a:lstStyle/>
          <a:p>
            <a:pPr eaLnBrk="0" hangingPunct="0"/>
            <a:r>
              <a:rPr lang="en-US" sz="2400" b="1"/>
              <a:t>101</a:t>
            </a:r>
          </a:p>
        </p:txBody>
      </p:sp>
      <p:sp>
        <p:nvSpPr>
          <p:cNvPr id="29713" name="Rectangle 15"/>
          <p:cNvSpPr>
            <a:spLocks noChangeArrowheads="1"/>
          </p:cNvSpPr>
          <p:nvPr/>
        </p:nvSpPr>
        <p:spPr bwMode="auto">
          <a:xfrm>
            <a:off x="1524000" y="4132263"/>
            <a:ext cx="5830888" cy="461962"/>
          </a:xfrm>
          <a:prstGeom prst="rect">
            <a:avLst/>
          </a:prstGeom>
          <a:noFill/>
          <a:ln w="9525">
            <a:noFill/>
            <a:miter lim="800000"/>
            <a:headEnd/>
            <a:tailEnd/>
          </a:ln>
        </p:spPr>
        <p:txBody>
          <a:bodyPr wrap="none" lIns="92075" tIns="46038" rIns="92075" bIns="46038">
            <a:spAutoFit/>
          </a:bodyPr>
          <a:lstStyle/>
          <a:p>
            <a:pPr eaLnBrk="0" hangingPunct="0"/>
            <a:r>
              <a:rPr lang="en-US" sz="2400" b="1"/>
              <a:t>0          1          2          3            4            5</a:t>
            </a:r>
            <a:endParaRPr lang="en-US" sz="2400"/>
          </a:p>
        </p:txBody>
      </p:sp>
      <p:sp>
        <p:nvSpPr>
          <p:cNvPr id="29714" name="Rectangle 16"/>
          <p:cNvSpPr>
            <a:spLocks noChangeArrowheads="1"/>
          </p:cNvSpPr>
          <p:nvPr/>
        </p:nvSpPr>
        <p:spPr bwMode="auto">
          <a:xfrm>
            <a:off x="1211263" y="4600575"/>
            <a:ext cx="1009650" cy="708025"/>
          </a:xfrm>
          <a:prstGeom prst="rect">
            <a:avLst/>
          </a:prstGeom>
          <a:noFill/>
          <a:ln w="76200">
            <a:solidFill>
              <a:srgbClr val="FF0033"/>
            </a:solidFill>
            <a:miter lim="800000"/>
            <a:headEnd type="none" w="sm" len="sm"/>
            <a:tailEnd type="none" w="sm" len="sm"/>
          </a:ln>
        </p:spPr>
        <p:txBody>
          <a:bodyPr wrap="none" anchor="ctr"/>
          <a:lstStyle/>
          <a:p>
            <a:endParaRPr lang="en-US">
              <a:latin typeface="Calibri" pitchFamily="-1" charset="0"/>
            </a:endParaRPr>
          </a:p>
        </p:txBody>
      </p:sp>
      <p:sp>
        <p:nvSpPr>
          <p:cNvPr id="29715" name="Rectangle 17"/>
          <p:cNvSpPr>
            <a:spLocks noChangeArrowheads="1"/>
          </p:cNvSpPr>
          <p:nvPr/>
        </p:nvSpPr>
        <p:spPr bwMode="auto">
          <a:xfrm>
            <a:off x="2220913" y="4600575"/>
            <a:ext cx="1009650" cy="708025"/>
          </a:xfrm>
          <a:prstGeom prst="rect">
            <a:avLst/>
          </a:prstGeom>
          <a:noFill/>
          <a:ln w="76200">
            <a:solidFill>
              <a:srgbClr val="FF0033"/>
            </a:solidFill>
            <a:miter lim="800000"/>
            <a:headEnd type="none" w="sm" len="sm"/>
            <a:tailEnd type="none" w="sm" len="sm"/>
          </a:ln>
        </p:spPr>
        <p:txBody>
          <a:bodyPr wrap="none" anchor="ctr"/>
          <a:lstStyle/>
          <a:p>
            <a:endParaRPr lang="en-US">
              <a:latin typeface="Calibri" pitchFamily="-1" charset="0"/>
            </a:endParaRPr>
          </a:p>
        </p:txBody>
      </p:sp>
      <p:sp>
        <p:nvSpPr>
          <p:cNvPr id="1566738" name="AutoShape 18"/>
          <p:cNvSpPr>
            <a:spLocks noChangeArrowheads="1"/>
          </p:cNvSpPr>
          <p:nvPr/>
        </p:nvSpPr>
        <p:spPr bwMode="auto">
          <a:xfrm>
            <a:off x="1011238" y="4132263"/>
            <a:ext cx="2419350" cy="1536700"/>
          </a:xfrm>
          <a:prstGeom prst="irregularSeal1">
            <a:avLst/>
          </a:prstGeom>
          <a:solidFill>
            <a:srgbClr val="FFCC00"/>
          </a:solidFill>
          <a:ln w="38100">
            <a:solidFill>
              <a:schemeClr val="tx1"/>
            </a:solidFill>
            <a:miter lim="800000"/>
            <a:headEnd type="none" w="sm" len="sm"/>
            <a:tailEnd type="none" w="sm" len="sm"/>
          </a:ln>
        </p:spPr>
        <p:txBody>
          <a:bodyPr wrap="none" anchor="ctr"/>
          <a:lstStyle/>
          <a:p>
            <a:pPr algn="ctr" eaLnBrk="0" hangingPunct="0"/>
            <a:r>
              <a:rPr lang="en-US" sz="2400" b="1"/>
              <a:t>Swap</a:t>
            </a:r>
          </a:p>
        </p:txBody>
      </p:sp>
      <p:grpSp>
        <p:nvGrpSpPr>
          <p:cNvPr id="2" name="Group 19"/>
          <p:cNvGrpSpPr>
            <a:grpSpLocks/>
          </p:cNvGrpSpPr>
          <p:nvPr/>
        </p:nvGrpSpPr>
        <p:grpSpPr bwMode="auto">
          <a:xfrm>
            <a:off x="1206500" y="4595813"/>
            <a:ext cx="2019300" cy="708025"/>
            <a:chOff x="760" y="2895"/>
            <a:chExt cx="1272" cy="446"/>
          </a:xfrm>
        </p:grpSpPr>
        <p:sp>
          <p:nvSpPr>
            <p:cNvPr id="29718" name="Rectangle 20"/>
            <p:cNvSpPr>
              <a:spLocks noChangeArrowheads="1"/>
            </p:cNvSpPr>
            <p:nvPr/>
          </p:nvSpPr>
          <p:spPr bwMode="auto">
            <a:xfrm>
              <a:off x="760" y="2895"/>
              <a:ext cx="636" cy="446"/>
            </a:xfrm>
            <a:prstGeom prst="rect">
              <a:avLst/>
            </a:prstGeom>
            <a:solidFill>
              <a:schemeClr val="bg1"/>
            </a:solidFill>
            <a:ln w="76200">
              <a:solidFill>
                <a:srgbClr val="FF0033"/>
              </a:solidFill>
              <a:miter lim="800000"/>
              <a:headEnd type="none" w="sm" len="sm"/>
              <a:tailEnd type="none" w="sm" len="sm"/>
            </a:ln>
          </p:spPr>
          <p:txBody>
            <a:bodyPr wrap="none" anchor="ctr"/>
            <a:lstStyle/>
            <a:p>
              <a:pPr algn="ctr" eaLnBrk="0" hangingPunct="0"/>
              <a:r>
                <a:rPr lang="en-US" sz="2400" b="1"/>
                <a:t>42</a:t>
              </a:r>
            </a:p>
          </p:txBody>
        </p:sp>
        <p:sp>
          <p:nvSpPr>
            <p:cNvPr id="29719" name="Rectangle 21"/>
            <p:cNvSpPr>
              <a:spLocks noChangeArrowheads="1"/>
            </p:cNvSpPr>
            <p:nvPr/>
          </p:nvSpPr>
          <p:spPr bwMode="auto">
            <a:xfrm>
              <a:off x="1396" y="2895"/>
              <a:ext cx="636" cy="446"/>
            </a:xfrm>
            <a:prstGeom prst="rect">
              <a:avLst/>
            </a:prstGeom>
            <a:solidFill>
              <a:schemeClr val="bg1"/>
            </a:solidFill>
            <a:ln w="76200">
              <a:solidFill>
                <a:srgbClr val="FF0033"/>
              </a:solidFill>
              <a:miter lim="800000"/>
              <a:headEnd type="none" w="sm" len="sm"/>
              <a:tailEnd type="none" w="sm" len="sm"/>
            </a:ln>
          </p:spPr>
          <p:txBody>
            <a:bodyPr wrap="none" anchor="ctr"/>
            <a:lstStyle/>
            <a:p>
              <a:pPr algn="ctr" eaLnBrk="0" hangingPunct="0"/>
              <a:r>
                <a:rPr lang="en-US" sz="2400" b="1"/>
                <a:t>77</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1566738"/>
                                        </p:tgtEl>
                                        <p:attrNameLst>
                                          <p:attrName>style.visibility</p:attrName>
                                        </p:attrNameLst>
                                      </p:cBhvr>
                                      <p:to>
                                        <p:strVal val="visible"/>
                                      </p:to>
                                    </p:set>
                                    <p:anim calcmode="lin" valueType="num">
                                      <p:cBhvr>
                                        <p:cTn id="7" dur="500" fill="hold"/>
                                        <p:tgtEl>
                                          <p:spTgt spid="1566738"/>
                                        </p:tgtEl>
                                        <p:attrNameLst>
                                          <p:attrName>ppt_w</p:attrName>
                                        </p:attrNameLst>
                                      </p:cBhvr>
                                      <p:tavLst>
                                        <p:tav tm="0">
                                          <p:val>
                                            <p:fltVal val="0"/>
                                          </p:val>
                                        </p:tav>
                                        <p:tav tm="100000">
                                          <p:val>
                                            <p:strVal val="#ppt_w"/>
                                          </p:val>
                                        </p:tav>
                                      </p:tavLst>
                                    </p:anim>
                                    <p:anim calcmode="lin" valueType="num">
                                      <p:cBhvr>
                                        <p:cTn id="8" dur="500" fill="hold"/>
                                        <p:tgtEl>
                                          <p:spTgt spid="1566738"/>
                                        </p:tgtEl>
                                        <p:attrNameLst>
                                          <p:attrName>ppt_h</p:attrName>
                                        </p:attrNameLst>
                                      </p:cBhvr>
                                      <p:tavLst>
                                        <p:tav tm="0">
                                          <p:val>
                                            <p:fltVal val="0"/>
                                          </p:val>
                                        </p:tav>
                                        <p:tav tm="100000">
                                          <p:val>
                                            <p:strVal val="#ppt_h"/>
                                          </p:val>
                                        </p:tav>
                                      </p:tavLst>
                                    </p:anim>
                                  </p:childTnLst>
                                  <p:subTnLst>
                                    <p:set>
                                      <p:cBhvr override="childStyle">
                                        <p:cTn dur="1" fill="hold" display="0" masterRel="sameClick" afterEffect="1">
                                          <p:stCondLst>
                                            <p:cond evt="end" delay="0">
                                              <p:tn val="5"/>
                                            </p:cond>
                                          </p:stCondLst>
                                        </p:cTn>
                                        <p:tgtEl>
                                          <p:spTgt spid="1566738"/>
                                        </p:tgtEl>
                                        <p:attrNameLst>
                                          <p:attrName>style.visibility</p:attrName>
                                        </p:attrNameLst>
                                      </p:cBhvr>
                                      <p:to>
                                        <p:strVal val="hidden"/>
                                      </p:to>
                                    </p:set>
                                  </p:subTnLst>
                                </p:cTn>
                              </p:par>
                            </p:childTnLst>
                          </p:cTn>
                        </p:par>
                        <p:par>
                          <p:cTn id="9" fill="hold">
                            <p:stCondLst>
                              <p:cond delay="500"/>
                            </p:stCondLst>
                            <p:childTnLst>
                              <p:par>
                                <p:cTn id="10" presetID="1" presetClass="entr" presetSubtype="0" fill="hold" nodeType="afterEffect">
                                  <p:stCondLst>
                                    <p:cond delay="0"/>
                                  </p:stCondLst>
                                  <p:childTnLst>
                                    <p:set>
                                      <p:cBhvr>
                                        <p:cTn id="11" dur="1" fill="hold">
                                          <p:stCondLst>
                                            <p:cond delay="499"/>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66738" grpId="0" animBg="1"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pPr eaLnBrk="1" hangingPunct="1"/>
            <a:r>
              <a:rPr lang="en-US" smtClean="0"/>
              <a:t>"Bubbling" largest element</a:t>
            </a:r>
          </a:p>
        </p:txBody>
      </p:sp>
      <p:sp>
        <p:nvSpPr>
          <p:cNvPr id="30723" name="Slide Number Placeholder 23"/>
          <p:cNvSpPr>
            <a:spLocks noGrp="1"/>
          </p:cNvSpPr>
          <p:nvPr>
            <p:ph type="sldNum" sz="quarter" idx="12"/>
          </p:nvPr>
        </p:nvSpPr>
        <p:spPr bwMode="auto">
          <a:noFill/>
          <a:ln>
            <a:miter lim="800000"/>
            <a:headEnd/>
            <a:tailEnd/>
          </a:ln>
        </p:spPr>
        <p:txBody>
          <a:bodyPr/>
          <a:lstStyle/>
          <a:p>
            <a:fld id="{DF3E7A6B-C2DB-49FB-AA77-0E275EE1E31E}" type="slidenum">
              <a:rPr lang="en-US"/>
              <a:pPr/>
              <a:t>9</a:t>
            </a:fld>
            <a:endParaRPr lang="en-US"/>
          </a:p>
        </p:txBody>
      </p:sp>
      <p:sp>
        <p:nvSpPr>
          <p:cNvPr id="30724" name="Rectangle 3"/>
          <p:cNvSpPr>
            <a:spLocks noGrp="1" noChangeArrowheads="1"/>
          </p:cNvSpPr>
          <p:nvPr>
            <p:ph sz="quarter" idx="1"/>
          </p:nvPr>
        </p:nvSpPr>
        <p:spPr>
          <a:xfrm>
            <a:off x="457200" y="1219200"/>
            <a:ext cx="8229600" cy="4937125"/>
          </a:xfrm>
        </p:spPr>
        <p:txBody>
          <a:bodyPr/>
          <a:lstStyle/>
          <a:p>
            <a:pPr eaLnBrk="1" hangingPunct="1"/>
            <a:r>
              <a:rPr lang="en-US" smtClean="0"/>
              <a:t>Traverse a collection of elements</a:t>
            </a:r>
          </a:p>
          <a:p>
            <a:pPr lvl="1" eaLnBrk="1" hangingPunct="1"/>
            <a:r>
              <a:rPr lang="en-US" smtClean="0"/>
              <a:t>Move from the front to the end</a:t>
            </a:r>
          </a:p>
          <a:p>
            <a:pPr lvl="1" eaLnBrk="1" hangingPunct="1"/>
            <a:r>
              <a:rPr lang="en-US" smtClean="0"/>
              <a:t>"Bubble" the largest value to the end using pair-wise comparisons and swapping</a:t>
            </a:r>
          </a:p>
        </p:txBody>
      </p:sp>
      <p:sp>
        <p:nvSpPr>
          <p:cNvPr id="30725" name="Rectangle 4"/>
          <p:cNvSpPr>
            <a:spLocks noChangeArrowheads="1"/>
          </p:cNvSpPr>
          <p:nvPr/>
        </p:nvSpPr>
        <p:spPr bwMode="auto">
          <a:xfrm>
            <a:off x="1211263" y="4592638"/>
            <a:ext cx="6518275" cy="715962"/>
          </a:xfrm>
          <a:prstGeom prst="rect">
            <a:avLst/>
          </a:prstGeom>
          <a:noFill/>
          <a:ln w="38100">
            <a:solidFill>
              <a:schemeClr val="tx1"/>
            </a:solidFill>
            <a:miter lim="800000"/>
            <a:headEnd/>
            <a:tailEnd/>
          </a:ln>
        </p:spPr>
        <p:txBody>
          <a:bodyPr wrap="none" anchor="ctr"/>
          <a:lstStyle/>
          <a:p>
            <a:endParaRPr lang="en-US">
              <a:latin typeface="Calibri" pitchFamily="-1" charset="0"/>
            </a:endParaRPr>
          </a:p>
        </p:txBody>
      </p:sp>
      <p:sp>
        <p:nvSpPr>
          <p:cNvPr id="30726" name="Line 5"/>
          <p:cNvSpPr>
            <a:spLocks noChangeShapeType="1"/>
          </p:cNvSpPr>
          <p:nvPr/>
        </p:nvSpPr>
        <p:spPr bwMode="auto">
          <a:xfrm>
            <a:off x="2220913" y="4587875"/>
            <a:ext cx="0" cy="712788"/>
          </a:xfrm>
          <a:prstGeom prst="line">
            <a:avLst/>
          </a:prstGeom>
          <a:noFill/>
          <a:ln w="38100">
            <a:solidFill>
              <a:schemeClr val="tx1"/>
            </a:solidFill>
            <a:round/>
            <a:headEnd type="none" w="sm" len="sm"/>
            <a:tailEnd type="none" w="sm" len="sm"/>
          </a:ln>
        </p:spPr>
        <p:txBody>
          <a:bodyPr wrap="none" anchor="ctr"/>
          <a:lstStyle/>
          <a:p>
            <a:endParaRPr lang="en-US"/>
          </a:p>
        </p:txBody>
      </p:sp>
      <p:sp>
        <p:nvSpPr>
          <p:cNvPr id="30727" name="Line 6"/>
          <p:cNvSpPr>
            <a:spLocks noChangeShapeType="1"/>
          </p:cNvSpPr>
          <p:nvPr/>
        </p:nvSpPr>
        <p:spPr bwMode="auto">
          <a:xfrm>
            <a:off x="3238500" y="4587875"/>
            <a:ext cx="0" cy="725488"/>
          </a:xfrm>
          <a:prstGeom prst="line">
            <a:avLst/>
          </a:prstGeom>
          <a:noFill/>
          <a:ln w="38100">
            <a:solidFill>
              <a:schemeClr val="tx1"/>
            </a:solidFill>
            <a:round/>
            <a:headEnd type="none" w="sm" len="sm"/>
            <a:tailEnd type="none" w="sm" len="sm"/>
          </a:ln>
        </p:spPr>
        <p:txBody>
          <a:bodyPr wrap="none" anchor="ctr"/>
          <a:lstStyle/>
          <a:p>
            <a:endParaRPr lang="en-US"/>
          </a:p>
        </p:txBody>
      </p:sp>
      <p:sp>
        <p:nvSpPr>
          <p:cNvPr id="30728" name="Line 7"/>
          <p:cNvSpPr>
            <a:spLocks noChangeShapeType="1"/>
          </p:cNvSpPr>
          <p:nvPr/>
        </p:nvSpPr>
        <p:spPr bwMode="auto">
          <a:xfrm>
            <a:off x="4276725" y="4587875"/>
            <a:ext cx="0" cy="725488"/>
          </a:xfrm>
          <a:prstGeom prst="line">
            <a:avLst/>
          </a:prstGeom>
          <a:noFill/>
          <a:ln w="38100">
            <a:solidFill>
              <a:schemeClr val="tx1"/>
            </a:solidFill>
            <a:round/>
            <a:headEnd type="none" w="sm" len="sm"/>
            <a:tailEnd type="none" w="sm" len="sm"/>
          </a:ln>
        </p:spPr>
        <p:txBody>
          <a:bodyPr wrap="none" anchor="ctr"/>
          <a:lstStyle/>
          <a:p>
            <a:endParaRPr lang="en-US"/>
          </a:p>
        </p:txBody>
      </p:sp>
      <p:sp>
        <p:nvSpPr>
          <p:cNvPr id="30729" name="Line 8"/>
          <p:cNvSpPr>
            <a:spLocks noChangeShapeType="1"/>
          </p:cNvSpPr>
          <p:nvPr/>
        </p:nvSpPr>
        <p:spPr bwMode="auto">
          <a:xfrm>
            <a:off x="5386388" y="4587875"/>
            <a:ext cx="0" cy="725488"/>
          </a:xfrm>
          <a:prstGeom prst="line">
            <a:avLst/>
          </a:prstGeom>
          <a:noFill/>
          <a:ln w="38100">
            <a:solidFill>
              <a:schemeClr val="tx1"/>
            </a:solidFill>
            <a:round/>
            <a:headEnd type="none" w="sm" len="sm"/>
            <a:tailEnd type="none" w="sm" len="sm"/>
          </a:ln>
        </p:spPr>
        <p:txBody>
          <a:bodyPr wrap="none" anchor="ctr"/>
          <a:lstStyle/>
          <a:p>
            <a:endParaRPr lang="en-US"/>
          </a:p>
        </p:txBody>
      </p:sp>
      <p:sp>
        <p:nvSpPr>
          <p:cNvPr id="30730" name="Line 9"/>
          <p:cNvSpPr>
            <a:spLocks noChangeShapeType="1"/>
          </p:cNvSpPr>
          <p:nvPr/>
        </p:nvSpPr>
        <p:spPr bwMode="auto">
          <a:xfrm>
            <a:off x="6540500" y="4600575"/>
            <a:ext cx="0" cy="700088"/>
          </a:xfrm>
          <a:prstGeom prst="line">
            <a:avLst/>
          </a:prstGeom>
          <a:noFill/>
          <a:ln w="38100">
            <a:solidFill>
              <a:schemeClr val="tx1"/>
            </a:solidFill>
            <a:round/>
            <a:headEnd type="none" w="sm" len="sm"/>
            <a:tailEnd type="none" w="sm" len="sm"/>
          </a:ln>
        </p:spPr>
        <p:txBody>
          <a:bodyPr wrap="none" anchor="ctr"/>
          <a:lstStyle/>
          <a:p>
            <a:endParaRPr lang="en-US"/>
          </a:p>
        </p:txBody>
      </p:sp>
      <p:sp>
        <p:nvSpPr>
          <p:cNvPr id="30731" name="Rectangle 10"/>
          <p:cNvSpPr>
            <a:spLocks noChangeArrowheads="1"/>
          </p:cNvSpPr>
          <p:nvPr/>
        </p:nvSpPr>
        <p:spPr bwMode="auto">
          <a:xfrm>
            <a:off x="6958013" y="4767263"/>
            <a:ext cx="354012" cy="457200"/>
          </a:xfrm>
          <a:prstGeom prst="rect">
            <a:avLst/>
          </a:prstGeom>
          <a:noFill/>
          <a:ln w="9525">
            <a:noFill/>
            <a:miter lim="800000"/>
            <a:headEnd/>
            <a:tailEnd/>
          </a:ln>
        </p:spPr>
        <p:txBody>
          <a:bodyPr wrap="none" lIns="92075" tIns="46038" rIns="92075" bIns="46038">
            <a:spAutoFit/>
          </a:bodyPr>
          <a:lstStyle/>
          <a:p>
            <a:pPr eaLnBrk="0" hangingPunct="0"/>
            <a:r>
              <a:rPr lang="en-US" sz="2400" b="1"/>
              <a:t>5</a:t>
            </a:r>
          </a:p>
        </p:txBody>
      </p:sp>
      <p:sp>
        <p:nvSpPr>
          <p:cNvPr id="30732" name="Rectangle 11"/>
          <p:cNvSpPr>
            <a:spLocks noChangeArrowheads="1"/>
          </p:cNvSpPr>
          <p:nvPr/>
        </p:nvSpPr>
        <p:spPr bwMode="auto">
          <a:xfrm>
            <a:off x="4516438" y="4754563"/>
            <a:ext cx="523875" cy="457200"/>
          </a:xfrm>
          <a:prstGeom prst="rect">
            <a:avLst/>
          </a:prstGeom>
          <a:noFill/>
          <a:ln w="9525">
            <a:noFill/>
            <a:miter lim="800000"/>
            <a:headEnd/>
            <a:tailEnd/>
          </a:ln>
        </p:spPr>
        <p:txBody>
          <a:bodyPr wrap="none" lIns="92075" tIns="46038" rIns="92075" bIns="46038">
            <a:spAutoFit/>
          </a:bodyPr>
          <a:lstStyle/>
          <a:p>
            <a:pPr eaLnBrk="0" hangingPunct="0"/>
            <a:r>
              <a:rPr lang="en-US" sz="2400" b="1"/>
              <a:t>12</a:t>
            </a:r>
            <a:endParaRPr lang="en-US" sz="2400"/>
          </a:p>
        </p:txBody>
      </p:sp>
      <p:sp>
        <p:nvSpPr>
          <p:cNvPr id="30733" name="Rectangle 12"/>
          <p:cNvSpPr>
            <a:spLocks noChangeArrowheads="1"/>
          </p:cNvSpPr>
          <p:nvPr/>
        </p:nvSpPr>
        <p:spPr bwMode="auto">
          <a:xfrm>
            <a:off x="3430588" y="4767263"/>
            <a:ext cx="523875" cy="457200"/>
          </a:xfrm>
          <a:prstGeom prst="rect">
            <a:avLst/>
          </a:prstGeom>
          <a:noFill/>
          <a:ln w="9525">
            <a:noFill/>
            <a:miter lim="800000"/>
            <a:headEnd/>
            <a:tailEnd/>
          </a:ln>
        </p:spPr>
        <p:txBody>
          <a:bodyPr wrap="none" lIns="92075" tIns="46038" rIns="92075" bIns="46038">
            <a:spAutoFit/>
          </a:bodyPr>
          <a:lstStyle/>
          <a:p>
            <a:pPr eaLnBrk="0" hangingPunct="0"/>
            <a:r>
              <a:rPr lang="en-US" sz="2400" b="1">
                <a:solidFill>
                  <a:srgbClr val="FF0033"/>
                </a:solidFill>
              </a:rPr>
              <a:t>35</a:t>
            </a:r>
            <a:endParaRPr lang="en-US" sz="2400">
              <a:solidFill>
                <a:srgbClr val="FF0033"/>
              </a:solidFill>
            </a:endParaRPr>
          </a:p>
        </p:txBody>
      </p:sp>
      <p:sp>
        <p:nvSpPr>
          <p:cNvPr id="30734" name="Rectangle 13"/>
          <p:cNvSpPr>
            <a:spLocks noChangeArrowheads="1"/>
          </p:cNvSpPr>
          <p:nvPr/>
        </p:nvSpPr>
        <p:spPr bwMode="auto">
          <a:xfrm>
            <a:off x="2344738" y="4767263"/>
            <a:ext cx="523875" cy="457200"/>
          </a:xfrm>
          <a:prstGeom prst="rect">
            <a:avLst/>
          </a:prstGeom>
          <a:noFill/>
          <a:ln w="9525">
            <a:noFill/>
            <a:miter lim="800000"/>
            <a:headEnd/>
            <a:tailEnd/>
          </a:ln>
        </p:spPr>
        <p:txBody>
          <a:bodyPr wrap="none" lIns="92075" tIns="46038" rIns="92075" bIns="46038">
            <a:spAutoFit/>
          </a:bodyPr>
          <a:lstStyle/>
          <a:p>
            <a:pPr eaLnBrk="0" hangingPunct="0"/>
            <a:r>
              <a:rPr lang="en-US" sz="2400" b="1">
                <a:solidFill>
                  <a:srgbClr val="FF0033"/>
                </a:solidFill>
              </a:rPr>
              <a:t>77</a:t>
            </a:r>
            <a:endParaRPr lang="en-US" sz="2400">
              <a:solidFill>
                <a:srgbClr val="FF0033"/>
              </a:solidFill>
            </a:endParaRPr>
          </a:p>
        </p:txBody>
      </p:sp>
      <p:sp>
        <p:nvSpPr>
          <p:cNvPr id="30735" name="Rectangle 14"/>
          <p:cNvSpPr>
            <a:spLocks noChangeArrowheads="1"/>
          </p:cNvSpPr>
          <p:nvPr/>
        </p:nvSpPr>
        <p:spPr bwMode="auto">
          <a:xfrm>
            <a:off x="1376363" y="4781550"/>
            <a:ext cx="523875" cy="457200"/>
          </a:xfrm>
          <a:prstGeom prst="rect">
            <a:avLst/>
          </a:prstGeom>
          <a:noFill/>
          <a:ln w="9525">
            <a:noFill/>
            <a:miter lim="800000"/>
            <a:headEnd/>
            <a:tailEnd/>
          </a:ln>
        </p:spPr>
        <p:txBody>
          <a:bodyPr wrap="none" lIns="92075" tIns="46038" rIns="92075" bIns="46038">
            <a:spAutoFit/>
          </a:bodyPr>
          <a:lstStyle/>
          <a:p>
            <a:pPr eaLnBrk="0" hangingPunct="0"/>
            <a:r>
              <a:rPr lang="en-US" sz="2400" b="1"/>
              <a:t>42</a:t>
            </a:r>
            <a:endParaRPr lang="en-US" sz="2400"/>
          </a:p>
        </p:txBody>
      </p:sp>
      <p:sp>
        <p:nvSpPr>
          <p:cNvPr id="30736" name="Rectangle 15"/>
          <p:cNvSpPr>
            <a:spLocks noChangeArrowheads="1"/>
          </p:cNvSpPr>
          <p:nvPr/>
        </p:nvSpPr>
        <p:spPr bwMode="auto">
          <a:xfrm>
            <a:off x="5559425" y="4752975"/>
            <a:ext cx="693738" cy="457200"/>
          </a:xfrm>
          <a:prstGeom prst="rect">
            <a:avLst/>
          </a:prstGeom>
          <a:noFill/>
          <a:ln w="9525">
            <a:noFill/>
            <a:miter lim="800000"/>
            <a:headEnd/>
            <a:tailEnd/>
          </a:ln>
        </p:spPr>
        <p:txBody>
          <a:bodyPr wrap="none" lIns="92075" tIns="46038" rIns="92075" bIns="46038">
            <a:spAutoFit/>
          </a:bodyPr>
          <a:lstStyle/>
          <a:p>
            <a:pPr eaLnBrk="0" hangingPunct="0"/>
            <a:r>
              <a:rPr lang="en-US" sz="2400" b="1"/>
              <a:t>101</a:t>
            </a:r>
          </a:p>
        </p:txBody>
      </p:sp>
      <p:sp>
        <p:nvSpPr>
          <p:cNvPr id="30737" name="Rectangle 16"/>
          <p:cNvSpPr>
            <a:spLocks noChangeArrowheads="1"/>
          </p:cNvSpPr>
          <p:nvPr/>
        </p:nvSpPr>
        <p:spPr bwMode="auto">
          <a:xfrm>
            <a:off x="1524000" y="4132263"/>
            <a:ext cx="5830888" cy="461962"/>
          </a:xfrm>
          <a:prstGeom prst="rect">
            <a:avLst/>
          </a:prstGeom>
          <a:noFill/>
          <a:ln w="9525">
            <a:noFill/>
            <a:miter lim="800000"/>
            <a:headEnd/>
            <a:tailEnd/>
          </a:ln>
        </p:spPr>
        <p:txBody>
          <a:bodyPr wrap="none" lIns="92075" tIns="46038" rIns="92075" bIns="46038">
            <a:spAutoFit/>
          </a:bodyPr>
          <a:lstStyle/>
          <a:p>
            <a:pPr eaLnBrk="0" hangingPunct="0"/>
            <a:r>
              <a:rPr lang="en-US" sz="2400" b="1"/>
              <a:t>0          1          2          3            4            5</a:t>
            </a:r>
            <a:endParaRPr lang="en-US" sz="2400"/>
          </a:p>
        </p:txBody>
      </p:sp>
      <p:sp>
        <p:nvSpPr>
          <p:cNvPr id="30738" name="Rectangle 17"/>
          <p:cNvSpPr>
            <a:spLocks noChangeArrowheads="1"/>
          </p:cNvSpPr>
          <p:nvPr/>
        </p:nvSpPr>
        <p:spPr bwMode="auto">
          <a:xfrm>
            <a:off x="2220913" y="4587875"/>
            <a:ext cx="1009650" cy="708025"/>
          </a:xfrm>
          <a:prstGeom prst="rect">
            <a:avLst/>
          </a:prstGeom>
          <a:noFill/>
          <a:ln w="76200">
            <a:solidFill>
              <a:srgbClr val="FF0033"/>
            </a:solidFill>
            <a:miter lim="800000"/>
            <a:headEnd type="none" w="sm" len="sm"/>
            <a:tailEnd type="none" w="sm" len="sm"/>
          </a:ln>
        </p:spPr>
        <p:txBody>
          <a:bodyPr wrap="none" anchor="ctr"/>
          <a:lstStyle/>
          <a:p>
            <a:endParaRPr lang="en-US">
              <a:latin typeface="Calibri" pitchFamily="-1" charset="0"/>
            </a:endParaRPr>
          </a:p>
        </p:txBody>
      </p:sp>
      <p:sp>
        <p:nvSpPr>
          <p:cNvPr id="30739" name="Rectangle 18"/>
          <p:cNvSpPr>
            <a:spLocks noChangeArrowheads="1"/>
          </p:cNvSpPr>
          <p:nvPr/>
        </p:nvSpPr>
        <p:spPr bwMode="auto">
          <a:xfrm>
            <a:off x="3259138" y="4587875"/>
            <a:ext cx="1009650" cy="708025"/>
          </a:xfrm>
          <a:prstGeom prst="rect">
            <a:avLst/>
          </a:prstGeom>
          <a:noFill/>
          <a:ln w="76200">
            <a:solidFill>
              <a:srgbClr val="FF0033"/>
            </a:solidFill>
            <a:miter lim="800000"/>
            <a:headEnd type="none" w="sm" len="sm"/>
            <a:tailEnd type="none" w="sm" len="sm"/>
          </a:ln>
        </p:spPr>
        <p:txBody>
          <a:bodyPr wrap="none" anchor="ctr"/>
          <a:lstStyle/>
          <a:p>
            <a:endParaRPr lang="en-US">
              <a:latin typeface="Calibri" pitchFamily="-1" charset="0"/>
            </a:endParaRPr>
          </a:p>
        </p:txBody>
      </p:sp>
      <p:sp>
        <p:nvSpPr>
          <p:cNvPr id="1567763" name="AutoShape 19"/>
          <p:cNvSpPr>
            <a:spLocks noChangeArrowheads="1"/>
          </p:cNvSpPr>
          <p:nvPr/>
        </p:nvSpPr>
        <p:spPr bwMode="auto">
          <a:xfrm>
            <a:off x="2062163" y="4141788"/>
            <a:ext cx="2419350" cy="1536700"/>
          </a:xfrm>
          <a:prstGeom prst="irregularSeal1">
            <a:avLst/>
          </a:prstGeom>
          <a:solidFill>
            <a:srgbClr val="FFCC00"/>
          </a:solidFill>
          <a:ln w="38100">
            <a:solidFill>
              <a:schemeClr val="tx1"/>
            </a:solidFill>
            <a:miter lim="800000"/>
            <a:headEnd type="none" w="sm" len="sm"/>
            <a:tailEnd type="none" w="sm" len="sm"/>
          </a:ln>
        </p:spPr>
        <p:txBody>
          <a:bodyPr wrap="none" anchor="ctr"/>
          <a:lstStyle/>
          <a:p>
            <a:pPr algn="ctr" eaLnBrk="0" hangingPunct="0"/>
            <a:r>
              <a:rPr lang="en-US" sz="2400" b="1"/>
              <a:t>Swap</a:t>
            </a:r>
          </a:p>
        </p:txBody>
      </p:sp>
      <p:grpSp>
        <p:nvGrpSpPr>
          <p:cNvPr id="2" name="Group 20"/>
          <p:cNvGrpSpPr>
            <a:grpSpLocks/>
          </p:cNvGrpSpPr>
          <p:nvPr/>
        </p:nvGrpSpPr>
        <p:grpSpPr bwMode="auto">
          <a:xfrm>
            <a:off x="2257425" y="4605338"/>
            <a:ext cx="2019300" cy="708025"/>
            <a:chOff x="760" y="2895"/>
            <a:chExt cx="1272" cy="446"/>
          </a:xfrm>
        </p:grpSpPr>
        <p:sp>
          <p:nvSpPr>
            <p:cNvPr id="30742" name="Rectangle 21"/>
            <p:cNvSpPr>
              <a:spLocks noChangeArrowheads="1"/>
            </p:cNvSpPr>
            <p:nvPr/>
          </p:nvSpPr>
          <p:spPr bwMode="auto">
            <a:xfrm>
              <a:off x="760" y="2895"/>
              <a:ext cx="636" cy="446"/>
            </a:xfrm>
            <a:prstGeom prst="rect">
              <a:avLst/>
            </a:prstGeom>
            <a:solidFill>
              <a:schemeClr val="bg1"/>
            </a:solidFill>
            <a:ln w="76200">
              <a:solidFill>
                <a:srgbClr val="FF0033"/>
              </a:solidFill>
              <a:miter lim="800000"/>
              <a:headEnd type="none" w="sm" len="sm"/>
              <a:tailEnd type="none" w="sm" len="sm"/>
            </a:ln>
          </p:spPr>
          <p:txBody>
            <a:bodyPr wrap="none" anchor="ctr"/>
            <a:lstStyle/>
            <a:p>
              <a:pPr algn="ctr" eaLnBrk="0" hangingPunct="0"/>
              <a:r>
                <a:rPr lang="en-US" sz="2400" b="1"/>
                <a:t>35</a:t>
              </a:r>
            </a:p>
          </p:txBody>
        </p:sp>
        <p:sp>
          <p:nvSpPr>
            <p:cNvPr id="30743" name="Rectangle 22"/>
            <p:cNvSpPr>
              <a:spLocks noChangeArrowheads="1"/>
            </p:cNvSpPr>
            <p:nvPr/>
          </p:nvSpPr>
          <p:spPr bwMode="auto">
            <a:xfrm>
              <a:off x="1396" y="2895"/>
              <a:ext cx="636" cy="446"/>
            </a:xfrm>
            <a:prstGeom prst="rect">
              <a:avLst/>
            </a:prstGeom>
            <a:solidFill>
              <a:schemeClr val="bg1"/>
            </a:solidFill>
            <a:ln w="76200">
              <a:solidFill>
                <a:srgbClr val="FF0033"/>
              </a:solidFill>
              <a:miter lim="800000"/>
              <a:headEnd type="none" w="sm" len="sm"/>
              <a:tailEnd type="none" w="sm" len="sm"/>
            </a:ln>
          </p:spPr>
          <p:txBody>
            <a:bodyPr wrap="none" anchor="ctr"/>
            <a:lstStyle/>
            <a:p>
              <a:pPr algn="ctr" eaLnBrk="0" hangingPunct="0"/>
              <a:r>
                <a:rPr lang="en-US" sz="2400" b="1"/>
                <a:t>77</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1567763"/>
                                        </p:tgtEl>
                                        <p:attrNameLst>
                                          <p:attrName>style.visibility</p:attrName>
                                        </p:attrNameLst>
                                      </p:cBhvr>
                                      <p:to>
                                        <p:strVal val="visible"/>
                                      </p:to>
                                    </p:set>
                                    <p:anim calcmode="lin" valueType="num">
                                      <p:cBhvr>
                                        <p:cTn id="7" dur="500" fill="hold"/>
                                        <p:tgtEl>
                                          <p:spTgt spid="1567763"/>
                                        </p:tgtEl>
                                        <p:attrNameLst>
                                          <p:attrName>ppt_w</p:attrName>
                                        </p:attrNameLst>
                                      </p:cBhvr>
                                      <p:tavLst>
                                        <p:tav tm="0">
                                          <p:val>
                                            <p:fltVal val="0"/>
                                          </p:val>
                                        </p:tav>
                                        <p:tav tm="100000">
                                          <p:val>
                                            <p:strVal val="#ppt_w"/>
                                          </p:val>
                                        </p:tav>
                                      </p:tavLst>
                                    </p:anim>
                                    <p:anim calcmode="lin" valueType="num">
                                      <p:cBhvr>
                                        <p:cTn id="8" dur="500" fill="hold"/>
                                        <p:tgtEl>
                                          <p:spTgt spid="1567763"/>
                                        </p:tgtEl>
                                        <p:attrNameLst>
                                          <p:attrName>ppt_h</p:attrName>
                                        </p:attrNameLst>
                                      </p:cBhvr>
                                      <p:tavLst>
                                        <p:tav tm="0">
                                          <p:val>
                                            <p:fltVal val="0"/>
                                          </p:val>
                                        </p:tav>
                                        <p:tav tm="100000">
                                          <p:val>
                                            <p:strVal val="#ppt_h"/>
                                          </p:val>
                                        </p:tav>
                                      </p:tavLst>
                                    </p:anim>
                                  </p:childTnLst>
                                  <p:subTnLst>
                                    <p:set>
                                      <p:cBhvr override="childStyle">
                                        <p:cTn dur="1" fill="hold" display="0" masterRel="sameClick" afterEffect="1">
                                          <p:stCondLst>
                                            <p:cond evt="end" delay="0">
                                              <p:tn val="5"/>
                                            </p:cond>
                                          </p:stCondLst>
                                        </p:cTn>
                                        <p:tgtEl>
                                          <p:spTgt spid="1567763"/>
                                        </p:tgtEl>
                                        <p:attrNameLst>
                                          <p:attrName>style.visibility</p:attrName>
                                        </p:attrNameLst>
                                      </p:cBhvr>
                                      <p:to>
                                        <p:strVal val="hidden"/>
                                      </p:to>
                                    </p:set>
                                  </p:subTnLst>
                                </p:cTn>
                              </p:par>
                            </p:childTnLst>
                          </p:cTn>
                        </p:par>
                        <p:par>
                          <p:cTn id="9" fill="hold">
                            <p:stCondLst>
                              <p:cond delay="500"/>
                            </p:stCondLst>
                            <p:childTnLst>
                              <p:par>
                                <p:cTn id="10" presetID="1" presetClass="entr" presetSubtype="0" fill="hold" nodeType="afterEffect">
                                  <p:stCondLst>
                                    <p:cond delay="0"/>
                                  </p:stCondLst>
                                  <p:childTnLst>
                                    <p:set>
                                      <p:cBhvr>
                                        <p:cTn id="11" dur="1" fill="hold">
                                          <p:stCondLst>
                                            <p:cond delay="499"/>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67763" grpId="0" animBg="1"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pPr eaLnBrk="1" hangingPunct="1"/>
            <a:r>
              <a:rPr lang="en-US" smtClean="0"/>
              <a:t>"Bubbling" largest element</a:t>
            </a:r>
          </a:p>
        </p:txBody>
      </p:sp>
      <p:sp>
        <p:nvSpPr>
          <p:cNvPr id="31747" name="Slide Number Placeholder 23"/>
          <p:cNvSpPr>
            <a:spLocks noGrp="1"/>
          </p:cNvSpPr>
          <p:nvPr>
            <p:ph type="sldNum" sz="quarter" idx="12"/>
          </p:nvPr>
        </p:nvSpPr>
        <p:spPr bwMode="auto">
          <a:noFill/>
          <a:ln>
            <a:miter lim="800000"/>
            <a:headEnd/>
            <a:tailEnd/>
          </a:ln>
        </p:spPr>
        <p:txBody>
          <a:bodyPr/>
          <a:lstStyle/>
          <a:p>
            <a:fld id="{8747AFC8-F17B-48B7-9D36-5BF39863FD11}" type="slidenum">
              <a:rPr lang="en-US"/>
              <a:pPr/>
              <a:t>10</a:t>
            </a:fld>
            <a:endParaRPr lang="en-US"/>
          </a:p>
        </p:txBody>
      </p:sp>
      <p:sp>
        <p:nvSpPr>
          <p:cNvPr id="31748" name="Rectangle 3"/>
          <p:cNvSpPr>
            <a:spLocks noGrp="1" noChangeArrowheads="1"/>
          </p:cNvSpPr>
          <p:nvPr>
            <p:ph sz="quarter" idx="1"/>
          </p:nvPr>
        </p:nvSpPr>
        <p:spPr>
          <a:xfrm>
            <a:off x="457200" y="1219200"/>
            <a:ext cx="8229600" cy="4937125"/>
          </a:xfrm>
        </p:spPr>
        <p:txBody>
          <a:bodyPr/>
          <a:lstStyle/>
          <a:p>
            <a:pPr eaLnBrk="1" hangingPunct="1"/>
            <a:r>
              <a:rPr lang="en-US" smtClean="0"/>
              <a:t>Traverse a collection of elements</a:t>
            </a:r>
          </a:p>
          <a:p>
            <a:pPr lvl="1" eaLnBrk="1" hangingPunct="1"/>
            <a:r>
              <a:rPr lang="en-US" smtClean="0"/>
              <a:t>Move from the front to the end</a:t>
            </a:r>
          </a:p>
          <a:p>
            <a:pPr lvl="1" eaLnBrk="1" hangingPunct="1"/>
            <a:r>
              <a:rPr lang="en-US" smtClean="0"/>
              <a:t>"Bubble" the largest value to the end using pair-wise comparisons and swapping</a:t>
            </a:r>
          </a:p>
        </p:txBody>
      </p:sp>
      <p:sp>
        <p:nvSpPr>
          <p:cNvPr id="31749" name="Rectangle 4"/>
          <p:cNvSpPr>
            <a:spLocks noChangeArrowheads="1"/>
          </p:cNvSpPr>
          <p:nvPr/>
        </p:nvSpPr>
        <p:spPr bwMode="auto">
          <a:xfrm>
            <a:off x="1211263" y="4592638"/>
            <a:ext cx="6518275" cy="715962"/>
          </a:xfrm>
          <a:prstGeom prst="rect">
            <a:avLst/>
          </a:prstGeom>
          <a:noFill/>
          <a:ln w="38100">
            <a:solidFill>
              <a:schemeClr val="tx1"/>
            </a:solidFill>
            <a:miter lim="800000"/>
            <a:headEnd/>
            <a:tailEnd/>
          </a:ln>
        </p:spPr>
        <p:txBody>
          <a:bodyPr wrap="none" anchor="ctr"/>
          <a:lstStyle/>
          <a:p>
            <a:endParaRPr lang="en-US">
              <a:latin typeface="Calibri" pitchFamily="-1" charset="0"/>
            </a:endParaRPr>
          </a:p>
        </p:txBody>
      </p:sp>
      <p:sp>
        <p:nvSpPr>
          <p:cNvPr id="31750" name="Line 5"/>
          <p:cNvSpPr>
            <a:spLocks noChangeShapeType="1"/>
          </p:cNvSpPr>
          <p:nvPr/>
        </p:nvSpPr>
        <p:spPr bwMode="auto">
          <a:xfrm>
            <a:off x="2220913" y="4587875"/>
            <a:ext cx="0" cy="712788"/>
          </a:xfrm>
          <a:prstGeom prst="line">
            <a:avLst/>
          </a:prstGeom>
          <a:noFill/>
          <a:ln w="38100">
            <a:solidFill>
              <a:schemeClr val="tx1"/>
            </a:solidFill>
            <a:round/>
            <a:headEnd type="none" w="sm" len="sm"/>
            <a:tailEnd type="none" w="sm" len="sm"/>
          </a:ln>
        </p:spPr>
        <p:txBody>
          <a:bodyPr wrap="none" anchor="ctr"/>
          <a:lstStyle/>
          <a:p>
            <a:endParaRPr lang="en-US"/>
          </a:p>
        </p:txBody>
      </p:sp>
      <p:sp>
        <p:nvSpPr>
          <p:cNvPr id="31751" name="Line 6"/>
          <p:cNvSpPr>
            <a:spLocks noChangeShapeType="1"/>
          </p:cNvSpPr>
          <p:nvPr/>
        </p:nvSpPr>
        <p:spPr bwMode="auto">
          <a:xfrm>
            <a:off x="3238500" y="4587875"/>
            <a:ext cx="0" cy="725488"/>
          </a:xfrm>
          <a:prstGeom prst="line">
            <a:avLst/>
          </a:prstGeom>
          <a:noFill/>
          <a:ln w="38100">
            <a:solidFill>
              <a:schemeClr val="tx1"/>
            </a:solidFill>
            <a:round/>
            <a:headEnd type="none" w="sm" len="sm"/>
            <a:tailEnd type="none" w="sm" len="sm"/>
          </a:ln>
        </p:spPr>
        <p:txBody>
          <a:bodyPr wrap="none" anchor="ctr"/>
          <a:lstStyle/>
          <a:p>
            <a:endParaRPr lang="en-US"/>
          </a:p>
        </p:txBody>
      </p:sp>
      <p:sp>
        <p:nvSpPr>
          <p:cNvPr id="31752" name="Line 7"/>
          <p:cNvSpPr>
            <a:spLocks noChangeShapeType="1"/>
          </p:cNvSpPr>
          <p:nvPr/>
        </p:nvSpPr>
        <p:spPr bwMode="auto">
          <a:xfrm>
            <a:off x="4276725" y="4587875"/>
            <a:ext cx="0" cy="725488"/>
          </a:xfrm>
          <a:prstGeom prst="line">
            <a:avLst/>
          </a:prstGeom>
          <a:noFill/>
          <a:ln w="38100">
            <a:solidFill>
              <a:schemeClr val="tx1"/>
            </a:solidFill>
            <a:round/>
            <a:headEnd type="none" w="sm" len="sm"/>
            <a:tailEnd type="none" w="sm" len="sm"/>
          </a:ln>
        </p:spPr>
        <p:txBody>
          <a:bodyPr wrap="none" anchor="ctr"/>
          <a:lstStyle/>
          <a:p>
            <a:endParaRPr lang="en-US"/>
          </a:p>
        </p:txBody>
      </p:sp>
      <p:sp>
        <p:nvSpPr>
          <p:cNvPr id="31753" name="Line 8"/>
          <p:cNvSpPr>
            <a:spLocks noChangeShapeType="1"/>
          </p:cNvSpPr>
          <p:nvPr/>
        </p:nvSpPr>
        <p:spPr bwMode="auto">
          <a:xfrm>
            <a:off x="5386388" y="4587875"/>
            <a:ext cx="0" cy="725488"/>
          </a:xfrm>
          <a:prstGeom prst="line">
            <a:avLst/>
          </a:prstGeom>
          <a:noFill/>
          <a:ln w="38100">
            <a:solidFill>
              <a:schemeClr val="tx1"/>
            </a:solidFill>
            <a:round/>
            <a:headEnd type="none" w="sm" len="sm"/>
            <a:tailEnd type="none" w="sm" len="sm"/>
          </a:ln>
        </p:spPr>
        <p:txBody>
          <a:bodyPr wrap="none" anchor="ctr"/>
          <a:lstStyle/>
          <a:p>
            <a:endParaRPr lang="en-US"/>
          </a:p>
        </p:txBody>
      </p:sp>
      <p:sp>
        <p:nvSpPr>
          <p:cNvPr id="31754" name="Line 9"/>
          <p:cNvSpPr>
            <a:spLocks noChangeShapeType="1"/>
          </p:cNvSpPr>
          <p:nvPr/>
        </p:nvSpPr>
        <p:spPr bwMode="auto">
          <a:xfrm>
            <a:off x="6540500" y="4600575"/>
            <a:ext cx="0" cy="700088"/>
          </a:xfrm>
          <a:prstGeom prst="line">
            <a:avLst/>
          </a:prstGeom>
          <a:noFill/>
          <a:ln w="38100">
            <a:solidFill>
              <a:schemeClr val="tx1"/>
            </a:solidFill>
            <a:round/>
            <a:headEnd type="none" w="sm" len="sm"/>
            <a:tailEnd type="none" w="sm" len="sm"/>
          </a:ln>
        </p:spPr>
        <p:txBody>
          <a:bodyPr wrap="none" anchor="ctr"/>
          <a:lstStyle/>
          <a:p>
            <a:endParaRPr lang="en-US"/>
          </a:p>
        </p:txBody>
      </p:sp>
      <p:sp>
        <p:nvSpPr>
          <p:cNvPr id="31755" name="Rectangle 10"/>
          <p:cNvSpPr>
            <a:spLocks noChangeArrowheads="1"/>
          </p:cNvSpPr>
          <p:nvPr/>
        </p:nvSpPr>
        <p:spPr bwMode="auto">
          <a:xfrm>
            <a:off x="6958013" y="4767263"/>
            <a:ext cx="354012" cy="457200"/>
          </a:xfrm>
          <a:prstGeom prst="rect">
            <a:avLst/>
          </a:prstGeom>
          <a:noFill/>
          <a:ln w="9525">
            <a:noFill/>
            <a:miter lim="800000"/>
            <a:headEnd/>
            <a:tailEnd/>
          </a:ln>
        </p:spPr>
        <p:txBody>
          <a:bodyPr wrap="none" lIns="92075" tIns="46038" rIns="92075" bIns="46038">
            <a:spAutoFit/>
          </a:bodyPr>
          <a:lstStyle/>
          <a:p>
            <a:pPr eaLnBrk="0" hangingPunct="0"/>
            <a:r>
              <a:rPr lang="en-US" sz="2400" b="1"/>
              <a:t>5</a:t>
            </a:r>
          </a:p>
        </p:txBody>
      </p:sp>
      <p:sp>
        <p:nvSpPr>
          <p:cNvPr id="31756" name="Rectangle 11"/>
          <p:cNvSpPr>
            <a:spLocks noChangeArrowheads="1"/>
          </p:cNvSpPr>
          <p:nvPr/>
        </p:nvSpPr>
        <p:spPr bwMode="auto">
          <a:xfrm>
            <a:off x="4516438" y="4754563"/>
            <a:ext cx="523875" cy="457200"/>
          </a:xfrm>
          <a:prstGeom prst="rect">
            <a:avLst/>
          </a:prstGeom>
          <a:noFill/>
          <a:ln w="9525">
            <a:noFill/>
            <a:miter lim="800000"/>
            <a:headEnd/>
            <a:tailEnd/>
          </a:ln>
        </p:spPr>
        <p:txBody>
          <a:bodyPr wrap="none" lIns="92075" tIns="46038" rIns="92075" bIns="46038">
            <a:spAutoFit/>
          </a:bodyPr>
          <a:lstStyle/>
          <a:p>
            <a:pPr eaLnBrk="0" hangingPunct="0"/>
            <a:r>
              <a:rPr lang="en-US" sz="2400" b="1">
                <a:solidFill>
                  <a:srgbClr val="FF0033"/>
                </a:solidFill>
              </a:rPr>
              <a:t>12</a:t>
            </a:r>
            <a:endParaRPr lang="en-US" sz="2400">
              <a:solidFill>
                <a:srgbClr val="FF0033"/>
              </a:solidFill>
            </a:endParaRPr>
          </a:p>
        </p:txBody>
      </p:sp>
      <p:sp>
        <p:nvSpPr>
          <p:cNvPr id="31757" name="Rectangle 12"/>
          <p:cNvSpPr>
            <a:spLocks noChangeArrowheads="1"/>
          </p:cNvSpPr>
          <p:nvPr/>
        </p:nvSpPr>
        <p:spPr bwMode="auto">
          <a:xfrm>
            <a:off x="3430588" y="4767263"/>
            <a:ext cx="523875" cy="457200"/>
          </a:xfrm>
          <a:prstGeom prst="rect">
            <a:avLst/>
          </a:prstGeom>
          <a:noFill/>
          <a:ln w="9525">
            <a:noFill/>
            <a:miter lim="800000"/>
            <a:headEnd/>
            <a:tailEnd/>
          </a:ln>
        </p:spPr>
        <p:txBody>
          <a:bodyPr wrap="none" lIns="92075" tIns="46038" rIns="92075" bIns="46038">
            <a:spAutoFit/>
          </a:bodyPr>
          <a:lstStyle/>
          <a:p>
            <a:pPr eaLnBrk="0" hangingPunct="0"/>
            <a:r>
              <a:rPr lang="en-US" sz="2400" b="1">
                <a:solidFill>
                  <a:srgbClr val="FF0033"/>
                </a:solidFill>
              </a:rPr>
              <a:t>77</a:t>
            </a:r>
            <a:endParaRPr lang="en-US" sz="2400">
              <a:solidFill>
                <a:srgbClr val="FF0033"/>
              </a:solidFill>
            </a:endParaRPr>
          </a:p>
        </p:txBody>
      </p:sp>
      <p:sp>
        <p:nvSpPr>
          <p:cNvPr id="31758" name="Rectangle 13"/>
          <p:cNvSpPr>
            <a:spLocks noChangeArrowheads="1"/>
          </p:cNvSpPr>
          <p:nvPr/>
        </p:nvSpPr>
        <p:spPr bwMode="auto">
          <a:xfrm>
            <a:off x="2344738" y="4767263"/>
            <a:ext cx="523875" cy="457200"/>
          </a:xfrm>
          <a:prstGeom prst="rect">
            <a:avLst/>
          </a:prstGeom>
          <a:noFill/>
          <a:ln w="9525">
            <a:noFill/>
            <a:miter lim="800000"/>
            <a:headEnd/>
            <a:tailEnd/>
          </a:ln>
        </p:spPr>
        <p:txBody>
          <a:bodyPr wrap="none" lIns="92075" tIns="46038" rIns="92075" bIns="46038">
            <a:spAutoFit/>
          </a:bodyPr>
          <a:lstStyle/>
          <a:p>
            <a:pPr eaLnBrk="0" hangingPunct="0"/>
            <a:r>
              <a:rPr lang="en-US" sz="2400" b="1"/>
              <a:t>35</a:t>
            </a:r>
            <a:endParaRPr lang="en-US" sz="2400"/>
          </a:p>
        </p:txBody>
      </p:sp>
      <p:sp>
        <p:nvSpPr>
          <p:cNvPr id="31759" name="Rectangle 14"/>
          <p:cNvSpPr>
            <a:spLocks noChangeArrowheads="1"/>
          </p:cNvSpPr>
          <p:nvPr/>
        </p:nvSpPr>
        <p:spPr bwMode="auto">
          <a:xfrm>
            <a:off x="1376363" y="4781550"/>
            <a:ext cx="523875" cy="457200"/>
          </a:xfrm>
          <a:prstGeom prst="rect">
            <a:avLst/>
          </a:prstGeom>
          <a:noFill/>
          <a:ln w="9525">
            <a:noFill/>
            <a:miter lim="800000"/>
            <a:headEnd/>
            <a:tailEnd/>
          </a:ln>
        </p:spPr>
        <p:txBody>
          <a:bodyPr wrap="none" lIns="92075" tIns="46038" rIns="92075" bIns="46038">
            <a:spAutoFit/>
          </a:bodyPr>
          <a:lstStyle/>
          <a:p>
            <a:pPr eaLnBrk="0" hangingPunct="0"/>
            <a:r>
              <a:rPr lang="en-US" sz="2400" b="1"/>
              <a:t>42</a:t>
            </a:r>
            <a:endParaRPr lang="en-US" sz="2400"/>
          </a:p>
        </p:txBody>
      </p:sp>
      <p:sp>
        <p:nvSpPr>
          <p:cNvPr id="31760" name="Rectangle 15"/>
          <p:cNvSpPr>
            <a:spLocks noChangeArrowheads="1"/>
          </p:cNvSpPr>
          <p:nvPr/>
        </p:nvSpPr>
        <p:spPr bwMode="auto">
          <a:xfrm>
            <a:off x="5559425" y="4752975"/>
            <a:ext cx="693738" cy="457200"/>
          </a:xfrm>
          <a:prstGeom prst="rect">
            <a:avLst/>
          </a:prstGeom>
          <a:noFill/>
          <a:ln w="9525">
            <a:noFill/>
            <a:miter lim="800000"/>
            <a:headEnd/>
            <a:tailEnd/>
          </a:ln>
        </p:spPr>
        <p:txBody>
          <a:bodyPr wrap="none" lIns="92075" tIns="46038" rIns="92075" bIns="46038">
            <a:spAutoFit/>
          </a:bodyPr>
          <a:lstStyle/>
          <a:p>
            <a:pPr eaLnBrk="0" hangingPunct="0"/>
            <a:r>
              <a:rPr lang="en-US" sz="2400" b="1"/>
              <a:t>101</a:t>
            </a:r>
          </a:p>
        </p:txBody>
      </p:sp>
      <p:sp>
        <p:nvSpPr>
          <p:cNvPr id="31761" name="Rectangle 16"/>
          <p:cNvSpPr>
            <a:spLocks noChangeArrowheads="1"/>
          </p:cNvSpPr>
          <p:nvPr/>
        </p:nvSpPr>
        <p:spPr bwMode="auto">
          <a:xfrm>
            <a:off x="1524000" y="4132263"/>
            <a:ext cx="5830888" cy="461962"/>
          </a:xfrm>
          <a:prstGeom prst="rect">
            <a:avLst/>
          </a:prstGeom>
          <a:noFill/>
          <a:ln w="9525">
            <a:noFill/>
            <a:miter lim="800000"/>
            <a:headEnd/>
            <a:tailEnd/>
          </a:ln>
        </p:spPr>
        <p:txBody>
          <a:bodyPr wrap="none" lIns="92075" tIns="46038" rIns="92075" bIns="46038">
            <a:spAutoFit/>
          </a:bodyPr>
          <a:lstStyle/>
          <a:p>
            <a:pPr eaLnBrk="0" hangingPunct="0"/>
            <a:r>
              <a:rPr lang="en-US" sz="2400" b="1"/>
              <a:t>0          1          2          3            4            5</a:t>
            </a:r>
            <a:endParaRPr lang="en-US" sz="2400"/>
          </a:p>
        </p:txBody>
      </p:sp>
      <p:sp>
        <p:nvSpPr>
          <p:cNvPr id="31762" name="Rectangle 17"/>
          <p:cNvSpPr>
            <a:spLocks noChangeArrowheads="1"/>
          </p:cNvSpPr>
          <p:nvPr/>
        </p:nvSpPr>
        <p:spPr bwMode="auto">
          <a:xfrm>
            <a:off x="3267075" y="4600575"/>
            <a:ext cx="1009650" cy="708025"/>
          </a:xfrm>
          <a:prstGeom prst="rect">
            <a:avLst/>
          </a:prstGeom>
          <a:noFill/>
          <a:ln w="76200">
            <a:solidFill>
              <a:srgbClr val="FF0033"/>
            </a:solidFill>
            <a:miter lim="800000"/>
            <a:headEnd type="none" w="sm" len="sm"/>
            <a:tailEnd type="none" w="sm" len="sm"/>
          </a:ln>
        </p:spPr>
        <p:txBody>
          <a:bodyPr wrap="none" anchor="ctr"/>
          <a:lstStyle/>
          <a:p>
            <a:endParaRPr lang="en-US">
              <a:latin typeface="Calibri" pitchFamily="-1" charset="0"/>
            </a:endParaRPr>
          </a:p>
        </p:txBody>
      </p:sp>
      <p:sp>
        <p:nvSpPr>
          <p:cNvPr id="31763" name="Rectangle 18"/>
          <p:cNvSpPr>
            <a:spLocks noChangeArrowheads="1"/>
          </p:cNvSpPr>
          <p:nvPr/>
        </p:nvSpPr>
        <p:spPr bwMode="auto">
          <a:xfrm>
            <a:off x="4276725" y="4600575"/>
            <a:ext cx="1095375" cy="708025"/>
          </a:xfrm>
          <a:prstGeom prst="rect">
            <a:avLst/>
          </a:prstGeom>
          <a:noFill/>
          <a:ln w="76200">
            <a:solidFill>
              <a:srgbClr val="FF0033"/>
            </a:solidFill>
            <a:miter lim="800000"/>
            <a:headEnd type="none" w="sm" len="sm"/>
            <a:tailEnd type="none" w="sm" len="sm"/>
          </a:ln>
        </p:spPr>
        <p:txBody>
          <a:bodyPr wrap="none" anchor="ctr"/>
          <a:lstStyle/>
          <a:p>
            <a:endParaRPr lang="en-US">
              <a:latin typeface="Calibri" pitchFamily="-1" charset="0"/>
            </a:endParaRPr>
          </a:p>
        </p:txBody>
      </p:sp>
      <p:sp>
        <p:nvSpPr>
          <p:cNvPr id="1568787" name="AutoShape 19"/>
          <p:cNvSpPr>
            <a:spLocks noChangeArrowheads="1"/>
          </p:cNvSpPr>
          <p:nvPr/>
        </p:nvSpPr>
        <p:spPr bwMode="auto">
          <a:xfrm>
            <a:off x="3057525" y="4132263"/>
            <a:ext cx="2501900" cy="1536700"/>
          </a:xfrm>
          <a:prstGeom prst="irregularSeal1">
            <a:avLst/>
          </a:prstGeom>
          <a:solidFill>
            <a:srgbClr val="FFCC00"/>
          </a:solidFill>
          <a:ln w="38100">
            <a:solidFill>
              <a:schemeClr val="tx1"/>
            </a:solidFill>
            <a:miter lim="800000"/>
            <a:headEnd type="none" w="sm" len="sm"/>
            <a:tailEnd type="none" w="sm" len="sm"/>
          </a:ln>
        </p:spPr>
        <p:txBody>
          <a:bodyPr wrap="none" anchor="ctr"/>
          <a:lstStyle/>
          <a:p>
            <a:pPr algn="ctr" eaLnBrk="0" hangingPunct="0"/>
            <a:r>
              <a:rPr lang="en-US" sz="2400" b="1"/>
              <a:t>Swap</a:t>
            </a:r>
          </a:p>
        </p:txBody>
      </p:sp>
      <p:grpSp>
        <p:nvGrpSpPr>
          <p:cNvPr id="2" name="Group 20"/>
          <p:cNvGrpSpPr>
            <a:grpSpLocks/>
          </p:cNvGrpSpPr>
          <p:nvPr/>
        </p:nvGrpSpPr>
        <p:grpSpPr bwMode="auto">
          <a:xfrm>
            <a:off x="3267075" y="4595813"/>
            <a:ext cx="2087563" cy="708025"/>
            <a:chOff x="760" y="2895"/>
            <a:chExt cx="1272" cy="446"/>
          </a:xfrm>
        </p:grpSpPr>
        <p:sp>
          <p:nvSpPr>
            <p:cNvPr id="31766" name="Rectangle 21"/>
            <p:cNvSpPr>
              <a:spLocks noChangeArrowheads="1"/>
            </p:cNvSpPr>
            <p:nvPr/>
          </p:nvSpPr>
          <p:spPr bwMode="auto">
            <a:xfrm>
              <a:off x="760" y="2895"/>
              <a:ext cx="636" cy="446"/>
            </a:xfrm>
            <a:prstGeom prst="rect">
              <a:avLst/>
            </a:prstGeom>
            <a:solidFill>
              <a:schemeClr val="bg1"/>
            </a:solidFill>
            <a:ln w="76200">
              <a:solidFill>
                <a:srgbClr val="FF0033"/>
              </a:solidFill>
              <a:miter lim="800000"/>
              <a:headEnd type="none" w="sm" len="sm"/>
              <a:tailEnd type="none" w="sm" len="sm"/>
            </a:ln>
          </p:spPr>
          <p:txBody>
            <a:bodyPr wrap="none" anchor="ctr"/>
            <a:lstStyle/>
            <a:p>
              <a:pPr algn="ctr" eaLnBrk="0" hangingPunct="0"/>
              <a:r>
                <a:rPr lang="en-US" sz="2400" b="1"/>
                <a:t>12</a:t>
              </a:r>
            </a:p>
          </p:txBody>
        </p:sp>
        <p:sp>
          <p:nvSpPr>
            <p:cNvPr id="31767" name="Rectangle 22"/>
            <p:cNvSpPr>
              <a:spLocks noChangeArrowheads="1"/>
            </p:cNvSpPr>
            <p:nvPr/>
          </p:nvSpPr>
          <p:spPr bwMode="auto">
            <a:xfrm>
              <a:off x="1396" y="2895"/>
              <a:ext cx="636" cy="446"/>
            </a:xfrm>
            <a:prstGeom prst="rect">
              <a:avLst/>
            </a:prstGeom>
            <a:solidFill>
              <a:schemeClr val="bg1"/>
            </a:solidFill>
            <a:ln w="76200">
              <a:solidFill>
                <a:srgbClr val="FF0033"/>
              </a:solidFill>
              <a:miter lim="800000"/>
              <a:headEnd type="none" w="sm" len="sm"/>
              <a:tailEnd type="none" w="sm" len="sm"/>
            </a:ln>
          </p:spPr>
          <p:txBody>
            <a:bodyPr wrap="none" anchor="ctr"/>
            <a:lstStyle/>
            <a:p>
              <a:pPr algn="ctr" eaLnBrk="0" hangingPunct="0"/>
              <a:r>
                <a:rPr lang="en-US" sz="2400" b="1"/>
                <a:t>77</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1568787"/>
                                        </p:tgtEl>
                                        <p:attrNameLst>
                                          <p:attrName>style.visibility</p:attrName>
                                        </p:attrNameLst>
                                      </p:cBhvr>
                                      <p:to>
                                        <p:strVal val="visible"/>
                                      </p:to>
                                    </p:set>
                                    <p:anim calcmode="lin" valueType="num">
                                      <p:cBhvr>
                                        <p:cTn id="7" dur="500" fill="hold"/>
                                        <p:tgtEl>
                                          <p:spTgt spid="1568787"/>
                                        </p:tgtEl>
                                        <p:attrNameLst>
                                          <p:attrName>ppt_w</p:attrName>
                                        </p:attrNameLst>
                                      </p:cBhvr>
                                      <p:tavLst>
                                        <p:tav tm="0">
                                          <p:val>
                                            <p:fltVal val="0"/>
                                          </p:val>
                                        </p:tav>
                                        <p:tav tm="100000">
                                          <p:val>
                                            <p:strVal val="#ppt_w"/>
                                          </p:val>
                                        </p:tav>
                                      </p:tavLst>
                                    </p:anim>
                                    <p:anim calcmode="lin" valueType="num">
                                      <p:cBhvr>
                                        <p:cTn id="8" dur="500" fill="hold"/>
                                        <p:tgtEl>
                                          <p:spTgt spid="1568787"/>
                                        </p:tgtEl>
                                        <p:attrNameLst>
                                          <p:attrName>ppt_h</p:attrName>
                                        </p:attrNameLst>
                                      </p:cBhvr>
                                      <p:tavLst>
                                        <p:tav tm="0">
                                          <p:val>
                                            <p:fltVal val="0"/>
                                          </p:val>
                                        </p:tav>
                                        <p:tav tm="100000">
                                          <p:val>
                                            <p:strVal val="#ppt_h"/>
                                          </p:val>
                                        </p:tav>
                                      </p:tavLst>
                                    </p:anim>
                                  </p:childTnLst>
                                  <p:subTnLst>
                                    <p:set>
                                      <p:cBhvr override="childStyle">
                                        <p:cTn dur="1" fill="hold" display="0" masterRel="sameClick" afterEffect="1">
                                          <p:stCondLst>
                                            <p:cond evt="end" delay="0">
                                              <p:tn val="5"/>
                                            </p:cond>
                                          </p:stCondLst>
                                        </p:cTn>
                                        <p:tgtEl>
                                          <p:spTgt spid="1568787"/>
                                        </p:tgtEl>
                                        <p:attrNameLst>
                                          <p:attrName>style.visibility</p:attrName>
                                        </p:attrNameLst>
                                      </p:cBhvr>
                                      <p:to>
                                        <p:strVal val="hidden"/>
                                      </p:to>
                                    </p:set>
                                  </p:subTnLst>
                                </p:cTn>
                              </p:par>
                            </p:childTnLst>
                          </p:cTn>
                        </p:par>
                        <p:par>
                          <p:cTn id="9" fill="hold">
                            <p:stCondLst>
                              <p:cond delay="500"/>
                            </p:stCondLst>
                            <p:childTnLst>
                              <p:par>
                                <p:cTn id="10" presetID="1" presetClass="entr" presetSubtype="0" fill="hold" nodeType="afterEffect">
                                  <p:stCondLst>
                                    <p:cond delay="0"/>
                                  </p:stCondLst>
                                  <p:childTnLst>
                                    <p:set>
                                      <p:cBhvr>
                                        <p:cTn id="11" dur="1" fill="hold">
                                          <p:stCondLst>
                                            <p:cond delay="499"/>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68787" grpId="0" animBg="1"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pPr eaLnBrk="1" hangingPunct="1"/>
            <a:r>
              <a:rPr lang="en-US" smtClean="0"/>
              <a:t>"Bubbling" largest element</a:t>
            </a:r>
          </a:p>
        </p:txBody>
      </p:sp>
      <p:sp>
        <p:nvSpPr>
          <p:cNvPr id="32771" name="Slide Number Placeholder 20"/>
          <p:cNvSpPr>
            <a:spLocks noGrp="1"/>
          </p:cNvSpPr>
          <p:nvPr>
            <p:ph type="sldNum" sz="quarter" idx="12"/>
          </p:nvPr>
        </p:nvSpPr>
        <p:spPr bwMode="auto">
          <a:noFill/>
          <a:ln>
            <a:miter lim="800000"/>
            <a:headEnd/>
            <a:tailEnd/>
          </a:ln>
        </p:spPr>
        <p:txBody>
          <a:bodyPr/>
          <a:lstStyle/>
          <a:p>
            <a:fld id="{2F27E18F-9B13-4BFF-AB9A-ABE8EF8E7435}" type="slidenum">
              <a:rPr lang="en-US"/>
              <a:pPr/>
              <a:t>11</a:t>
            </a:fld>
            <a:endParaRPr lang="en-US"/>
          </a:p>
        </p:txBody>
      </p:sp>
      <p:sp>
        <p:nvSpPr>
          <p:cNvPr id="32772" name="Rectangle 3"/>
          <p:cNvSpPr>
            <a:spLocks noGrp="1" noChangeArrowheads="1"/>
          </p:cNvSpPr>
          <p:nvPr>
            <p:ph sz="quarter" idx="1"/>
          </p:nvPr>
        </p:nvSpPr>
        <p:spPr>
          <a:xfrm>
            <a:off x="457200" y="1219200"/>
            <a:ext cx="8229600" cy="4937125"/>
          </a:xfrm>
        </p:spPr>
        <p:txBody>
          <a:bodyPr/>
          <a:lstStyle/>
          <a:p>
            <a:pPr eaLnBrk="1" hangingPunct="1"/>
            <a:r>
              <a:rPr lang="en-US" smtClean="0"/>
              <a:t>Traverse a collection of elements</a:t>
            </a:r>
          </a:p>
          <a:p>
            <a:pPr lvl="1" eaLnBrk="1" hangingPunct="1"/>
            <a:r>
              <a:rPr lang="en-US" smtClean="0"/>
              <a:t>Move from the front to the end</a:t>
            </a:r>
          </a:p>
          <a:p>
            <a:pPr lvl="1" eaLnBrk="1" hangingPunct="1"/>
            <a:r>
              <a:rPr lang="en-US" smtClean="0"/>
              <a:t>"Bubble" the largest value to the end using pair-wise comparisons and swapping</a:t>
            </a:r>
          </a:p>
        </p:txBody>
      </p:sp>
      <p:sp>
        <p:nvSpPr>
          <p:cNvPr id="32773" name="Rectangle 4"/>
          <p:cNvSpPr>
            <a:spLocks noChangeArrowheads="1"/>
          </p:cNvSpPr>
          <p:nvPr/>
        </p:nvSpPr>
        <p:spPr bwMode="auto">
          <a:xfrm>
            <a:off x="1211263" y="4592638"/>
            <a:ext cx="6518275" cy="715962"/>
          </a:xfrm>
          <a:prstGeom prst="rect">
            <a:avLst/>
          </a:prstGeom>
          <a:noFill/>
          <a:ln w="38100">
            <a:solidFill>
              <a:schemeClr val="tx1"/>
            </a:solidFill>
            <a:miter lim="800000"/>
            <a:headEnd/>
            <a:tailEnd/>
          </a:ln>
        </p:spPr>
        <p:txBody>
          <a:bodyPr wrap="none" anchor="ctr"/>
          <a:lstStyle/>
          <a:p>
            <a:endParaRPr lang="en-US">
              <a:latin typeface="Calibri" pitchFamily="-1" charset="0"/>
            </a:endParaRPr>
          </a:p>
        </p:txBody>
      </p:sp>
      <p:sp>
        <p:nvSpPr>
          <p:cNvPr id="32774" name="Line 5"/>
          <p:cNvSpPr>
            <a:spLocks noChangeShapeType="1"/>
          </p:cNvSpPr>
          <p:nvPr/>
        </p:nvSpPr>
        <p:spPr bwMode="auto">
          <a:xfrm>
            <a:off x="2220913" y="4587875"/>
            <a:ext cx="0" cy="712788"/>
          </a:xfrm>
          <a:prstGeom prst="line">
            <a:avLst/>
          </a:prstGeom>
          <a:noFill/>
          <a:ln w="38100">
            <a:solidFill>
              <a:schemeClr val="tx1"/>
            </a:solidFill>
            <a:round/>
            <a:headEnd type="none" w="sm" len="sm"/>
            <a:tailEnd type="none" w="sm" len="sm"/>
          </a:ln>
        </p:spPr>
        <p:txBody>
          <a:bodyPr wrap="none" anchor="ctr"/>
          <a:lstStyle/>
          <a:p>
            <a:endParaRPr lang="en-US"/>
          </a:p>
        </p:txBody>
      </p:sp>
      <p:sp>
        <p:nvSpPr>
          <p:cNvPr id="32775" name="Line 6"/>
          <p:cNvSpPr>
            <a:spLocks noChangeShapeType="1"/>
          </p:cNvSpPr>
          <p:nvPr/>
        </p:nvSpPr>
        <p:spPr bwMode="auto">
          <a:xfrm>
            <a:off x="3238500" y="4587875"/>
            <a:ext cx="0" cy="725488"/>
          </a:xfrm>
          <a:prstGeom prst="line">
            <a:avLst/>
          </a:prstGeom>
          <a:noFill/>
          <a:ln w="38100">
            <a:solidFill>
              <a:schemeClr val="tx1"/>
            </a:solidFill>
            <a:round/>
            <a:headEnd type="none" w="sm" len="sm"/>
            <a:tailEnd type="none" w="sm" len="sm"/>
          </a:ln>
        </p:spPr>
        <p:txBody>
          <a:bodyPr wrap="none" anchor="ctr"/>
          <a:lstStyle/>
          <a:p>
            <a:endParaRPr lang="en-US"/>
          </a:p>
        </p:txBody>
      </p:sp>
      <p:sp>
        <p:nvSpPr>
          <p:cNvPr id="32776" name="Line 7"/>
          <p:cNvSpPr>
            <a:spLocks noChangeShapeType="1"/>
          </p:cNvSpPr>
          <p:nvPr/>
        </p:nvSpPr>
        <p:spPr bwMode="auto">
          <a:xfrm>
            <a:off x="4276725" y="4587875"/>
            <a:ext cx="0" cy="725488"/>
          </a:xfrm>
          <a:prstGeom prst="line">
            <a:avLst/>
          </a:prstGeom>
          <a:noFill/>
          <a:ln w="38100">
            <a:solidFill>
              <a:schemeClr val="tx1"/>
            </a:solidFill>
            <a:round/>
            <a:headEnd type="none" w="sm" len="sm"/>
            <a:tailEnd type="none" w="sm" len="sm"/>
          </a:ln>
        </p:spPr>
        <p:txBody>
          <a:bodyPr wrap="none" anchor="ctr"/>
          <a:lstStyle/>
          <a:p>
            <a:endParaRPr lang="en-US"/>
          </a:p>
        </p:txBody>
      </p:sp>
      <p:sp>
        <p:nvSpPr>
          <p:cNvPr id="32777" name="Line 8"/>
          <p:cNvSpPr>
            <a:spLocks noChangeShapeType="1"/>
          </p:cNvSpPr>
          <p:nvPr/>
        </p:nvSpPr>
        <p:spPr bwMode="auto">
          <a:xfrm>
            <a:off x="5386388" y="4587875"/>
            <a:ext cx="0" cy="725488"/>
          </a:xfrm>
          <a:prstGeom prst="line">
            <a:avLst/>
          </a:prstGeom>
          <a:noFill/>
          <a:ln w="38100">
            <a:solidFill>
              <a:schemeClr val="tx1"/>
            </a:solidFill>
            <a:round/>
            <a:headEnd type="none" w="sm" len="sm"/>
            <a:tailEnd type="none" w="sm" len="sm"/>
          </a:ln>
        </p:spPr>
        <p:txBody>
          <a:bodyPr wrap="none" anchor="ctr"/>
          <a:lstStyle/>
          <a:p>
            <a:endParaRPr lang="en-US"/>
          </a:p>
        </p:txBody>
      </p:sp>
      <p:sp>
        <p:nvSpPr>
          <p:cNvPr id="32778" name="Line 9"/>
          <p:cNvSpPr>
            <a:spLocks noChangeShapeType="1"/>
          </p:cNvSpPr>
          <p:nvPr/>
        </p:nvSpPr>
        <p:spPr bwMode="auto">
          <a:xfrm>
            <a:off x="6540500" y="4600575"/>
            <a:ext cx="0" cy="700088"/>
          </a:xfrm>
          <a:prstGeom prst="line">
            <a:avLst/>
          </a:prstGeom>
          <a:noFill/>
          <a:ln w="38100">
            <a:solidFill>
              <a:schemeClr val="tx1"/>
            </a:solidFill>
            <a:round/>
            <a:headEnd type="none" w="sm" len="sm"/>
            <a:tailEnd type="none" w="sm" len="sm"/>
          </a:ln>
        </p:spPr>
        <p:txBody>
          <a:bodyPr wrap="none" anchor="ctr"/>
          <a:lstStyle/>
          <a:p>
            <a:endParaRPr lang="en-US"/>
          </a:p>
        </p:txBody>
      </p:sp>
      <p:sp>
        <p:nvSpPr>
          <p:cNvPr id="32779" name="Rectangle 10"/>
          <p:cNvSpPr>
            <a:spLocks noChangeArrowheads="1"/>
          </p:cNvSpPr>
          <p:nvPr/>
        </p:nvSpPr>
        <p:spPr bwMode="auto">
          <a:xfrm>
            <a:off x="6958013" y="4767263"/>
            <a:ext cx="354012" cy="457200"/>
          </a:xfrm>
          <a:prstGeom prst="rect">
            <a:avLst/>
          </a:prstGeom>
          <a:noFill/>
          <a:ln w="9525">
            <a:noFill/>
            <a:miter lim="800000"/>
            <a:headEnd/>
            <a:tailEnd/>
          </a:ln>
        </p:spPr>
        <p:txBody>
          <a:bodyPr wrap="none" lIns="92075" tIns="46038" rIns="92075" bIns="46038">
            <a:spAutoFit/>
          </a:bodyPr>
          <a:lstStyle/>
          <a:p>
            <a:pPr eaLnBrk="0" hangingPunct="0"/>
            <a:r>
              <a:rPr lang="en-US" sz="2400" b="1"/>
              <a:t>5</a:t>
            </a:r>
          </a:p>
        </p:txBody>
      </p:sp>
      <p:sp>
        <p:nvSpPr>
          <p:cNvPr id="32780" name="Rectangle 11"/>
          <p:cNvSpPr>
            <a:spLocks noChangeArrowheads="1"/>
          </p:cNvSpPr>
          <p:nvPr/>
        </p:nvSpPr>
        <p:spPr bwMode="auto">
          <a:xfrm>
            <a:off x="4516438" y="4754563"/>
            <a:ext cx="523875" cy="457200"/>
          </a:xfrm>
          <a:prstGeom prst="rect">
            <a:avLst/>
          </a:prstGeom>
          <a:noFill/>
          <a:ln w="9525">
            <a:noFill/>
            <a:miter lim="800000"/>
            <a:headEnd/>
            <a:tailEnd/>
          </a:ln>
        </p:spPr>
        <p:txBody>
          <a:bodyPr wrap="none" lIns="92075" tIns="46038" rIns="92075" bIns="46038">
            <a:spAutoFit/>
          </a:bodyPr>
          <a:lstStyle/>
          <a:p>
            <a:pPr eaLnBrk="0" hangingPunct="0"/>
            <a:r>
              <a:rPr lang="en-US" sz="2400" b="1">
                <a:solidFill>
                  <a:srgbClr val="FF0033"/>
                </a:solidFill>
              </a:rPr>
              <a:t>77</a:t>
            </a:r>
            <a:endParaRPr lang="en-US" sz="2400">
              <a:solidFill>
                <a:srgbClr val="FF0033"/>
              </a:solidFill>
            </a:endParaRPr>
          </a:p>
        </p:txBody>
      </p:sp>
      <p:sp>
        <p:nvSpPr>
          <p:cNvPr id="32781" name="Rectangle 12"/>
          <p:cNvSpPr>
            <a:spLocks noChangeArrowheads="1"/>
          </p:cNvSpPr>
          <p:nvPr/>
        </p:nvSpPr>
        <p:spPr bwMode="auto">
          <a:xfrm>
            <a:off x="3430588" y="4767263"/>
            <a:ext cx="523875" cy="457200"/>
          </a:xfrm>
          <a:prstGeom prst="rect">
            <a:avLst/>
          </a:prstGeom>
          <a:noFill/>
          <a:ln w="9525">
            <a:noFill/>
            <a:miter lim="800000"/>
            <a:headEnd/>
            <a:tailEnd/>
          </a:ln>
        </p:spPr>
        <p:txBody>
          <a:bodyPr wrap="none" lIns="92075" tIns="46038" rIns="92075" bIns="46038">
            <a:spAutoFit/>
          </a:bodyPr>
          <a:lstStyle/>
          <a:p>
            <a:pPr eaLnBrk="0" hangingPunct="0"/>
            <a:r>
              <a:rPr lang="en-US" sz="2400" b="1"/>
              <a:t>12</a:t>
            </a:r>
            <a:endParaRPr lang="en-US" sz="2400"/>
          </a:p>
        </p:txBody>
      </p:sp>
      <p:sp>
        <p:nvSpPr>
          <p:cNvPr id="32782" name="Rectangle 13"/>
          <p:cNvSpPr>
            <a:spLocks noChangeArrowheads="1"/>
          </p:cNvSpPr>
          <p:nvPr/>
        </p:nvSpPr>
        <p:spPr bwMode="auto">
          <a:xfrm>
            <a:off x="2344738" y="4767263"/>
            <a:ext cx="523875" cy="457200"/>
          </a:xfrm>
          <a:prstGeom prst="rect">
            <a:avLst/>
          </a:prstGeom>
          <a:noFill/>
          <a:ln w="9525">
            <a:noFill/>
            <a:miter lim="800000"/>
            <a:headEnd/>
            <a:tailEnd/>
          </a:ln>
        </p:spPr>
        <p:txBody>
          <a:bodyPr wrap="none" lIns="92075" tIns="46038" rIns="92075" bIns="46038">
            <a:spAutoFit/>
          </a:bodyPr>
          <a:lstStyle/>
          <a:p>
            <a:pPr eaLnBrk="0" hangingPunct="0"/>
            <a:r>
              <a:rPr lang="en-US" sz="2400" b="1"/>
              <a:t>35</a:t>
            </a:r>
            <a:endParaRPr lang="en-US" sz="2400"/>
          </a:p>
        </p:txBody>
      </p:sp>
      <p:sp>
        <p:nvSpPr>
          <p:cNvPr id="32783" name="Rectangle 14"/>
          <p:cNvSpPr>
            <a:spLocks noChangeArrowheads="1"/>
          </p:cNvSpPr>
          <p:nvPr/>
        </p:nvSpPr>
        <p:spPr bwMode="auto">
          <a:xfrm>
            <a:off x="1376363" y="4781550"/>
            <a:ext cx="523875" cy="457200"/>
          </a:xfrm>
          <a:prstGeom prst="rect">
            <a:avLst/>
          </a:prstGeom>
          <a:noFill/>
          <a:ln w="9525">
            <a:noFill/>
            <a:miter lim="800000"/>
            <a:headEnd/>
            <a:tailEnd/>
          </a:ln>
        </p:spPr>
        <p:txBody>
          <a:bodyPr wrap="none" lIns="92075" tIns="46038" rIns="92075" bIns="46038">
            <a:spAutoFit/>
          </a:bodyPr>
          <a:lstStyle/>
          <a:p>
            <a:pPr eaLnBrk="0" hangingPunct="0"/>
            <a:r>
              <a:rPr lang="en-US" sz="2400" b="1"/>
              <a:t>42</a:t>
            </a:r>
            <a:endParaRPr lang="en-US" sz="2400"/>
          </a:p>
        </p:txBody>
      </p:sp>
      <p:sp>
        <p:nvSpPr>
          <p:cNvPr id="32784" name="Rectangle 15"/>
          <p:cNvSpPr>
            <a:spLocks noChangeArrowheads="1"/>
          </p:cNvSpPr>
          <p:nvPr/>
        </p:nvSpPr>
        <p:spPr bwMode="auto">
          <a:xfrm>
            <a:off x="5559425" y="4752975"/>
            <a:ext cx="693738" cy="457200"/>
          </a:xfrm>
          <a:prstGeom prst="rect">
            <a:avLst/>
          </a:prstGeom>
          <a:noFill/>
          <a:ln w="9525">
            <a:noFill/>
            <a:miter lim="800000"/>
            <a:headEnd/>
            <a:tailEnd/>
          </a:ln>
        </p:spPr>
        <p:txBody>
          <a:bodyPr wrap="none" lIns="92075" tIns="46038" rIns="92075" bIns="46038">
            <a:spAutoFit/>
          </a:bodyPr>
          <a:lstStyle/>
          <a:p>
            <a:pPr eaLnBrk="0" hangingPunct="0"/>
            <a:r>
              <a:rPr lang="en-US" sz="2400" b="1">
                <a:solidFill>
                  <a:srgbClr val="FF0033"/>
                </a:solidFill>
              </a:rPr>
              <a:t>101</a:t>
            </a:r>
          </a:p>
        </p:txBody>
      </p:sp>
      <p:sp>
        <p:nvSpPr>
          <p:cNvPr id="32785" name="Rectangle 16"/>
          <p:cNvSpPr>
            <a:spLocks noChangeArrowheads="1"/>
          </p:cNvSpPr>
          <p:nvPr/>
        </p:nvSpPr>
        <p:spPr bwMode="auto">
          <a:xfrm>
            <a:off x="1524000" y="4132263"/>
            <a:ext cx="5830888" cy="461962"/>
          </a:xfrm>
          <a:prstGeom prst="rect">
            <a:avLst/>
          </a:prstGeom>
          <a:noFill/>
          <a:ln w="9525">
            <a:noFill/>
            <a:miter lim="800000"/>
            <a:headEnd/>
            <a:tailEnd/>
          </a:ln>
        </p:spPr>
        <p:txBody>
          <a:bodyPr wrap="none" lIns="92075" tIns="46038" rIns="92075" bIns="46038">
            <a:spAutoFit/>
          </a:bodyPr>
          <a:lstStyle/>
          <a:p>
            <a:pPr eaLnBrk="0" hangingPunct="0"/>
            <a:r>
              <a:rPr lang="en-US" sz="2400" b="1"/>
              <a:t>0          1          2          3            4            5</a:t>
            </a:r>
            <a:endParaRPr lang="en-US" sz="2400"/>
          </a:p>
        </p:txBody>
      </p:sp>
      <p:sp>
        <p:nvSpPr>
          <p:cNvPr id="32786" name="Rectangle 17"/>
          <p:cNvSpPr>
            <a:spLocks noChangeArrowheads="1"/>
          </p:cNvSpPr>
          <p:nvPr/>
        </p:nvSpPr>
        <p:spPr bwMode="auto">
          <a:xfrm>
            <a:off x="4291013" y="4587875"/>
            <a:ext cx="1081087" cy="708025"/>
          </a:xfrm>
          <a:prstGeom prst="rect">
            <a:avLst/>
          </a:prstGeom>
          <a:noFill/>
          <a:ln w="76200">
            <a:solidFill>
              <a:srgbClr val="FF0033"/>
            </a:solidFill>
            <a:miter lim="800000"/>
            <a:headEnd type="none" w="sm" len="sm"/>
            <a:tailEnd type="none" w="sm" len="sm"/>
          </a:ln>
        </p:spPr>
        <p:txBody>
          <a:bodyPr wrap="none" anchor="ctr"/>
          <a:lstStyle/>
          <a:p>
            <a:endParaRPr lang="en-US">
              <a:latin typeface="Calibri" pitchFamily="-1" charset="0"/>
            </a:endParaRPr>
          </a:p>
        </p:txBody>
      </p:sp>
      <p:sp>
        <p:nvSpPr>
          <p:cNvPr id="32787" name="Rectangle 18"/>
          <p:cNvSpPr>
            <a:spLocks noChangeArrowheads="1"/>
          </p:cNvSpPr>
          <p:nvPr/>
        </p:nvSpPr>
        <p:spPr bwMode="auto">
          <a:xfrm>
            <a:off x="5386388" y="4587875"/>
            <a:ext cx="1152525" cy="708025"/>
          </a:xfrm>
          <a:prstGeom prst="rect">
            <a:avLst/>
          </a:prstGeom>
          <a:noFill/>
          <a:ln w="76200">
            <a:solidFill>
              <a:srgbClr val="FF0033"/>
            </a:solidFill>
            <a:miter lim="800000"/>
            <a:headEnd type="none" w="sm" len="sm"/>
            <a:tailEnd type="none" w="sm" len="sm"/>
          </a:ln>
        </p:spPr>
        <p:txBody>
          <a:bodyPr wrap="none" anchor="ctr"/>
          <a:lstStyle/>
          <a:p>
            <a:endParaRPr lang="en-US">
              <a:latin typeface="Calibri" pitchFamily="-1" charset="0"/>
            </a:endParaRPr>
          </a:p>
        </p:txBody>
      </p:sp>
      <p:sp>
        <p:nvSpPr>
          <p:cNvPr id="32788" name="Text Box 19"/>
          <p:cNvSpPr txBox="1">
            <a:spLocks noChangeArrowheads="1"/>
          </p:cNvSpPr>
          <p:nvPr/>
        </p:nvSpPr>
        <p:spPr bwMode="auto">
          <a:xfrm>
            <a:off x="4157663" y="5454650"/>
            <a:ext cx="2603500" cy="457200"/>
          </a:xfrm>
          <a:prstGeom prst="rect">
            <a:avLst/>
          </a:prstGeom>
          <a:noFill/>
          <a:ln w="12700">
            <a:noFill/>
            <a:miter lim="800000"/>
            <a:headEnd type="none" w="sm" len="sm"/>
            <a:tailEnd type="none" w="sm" len="sm"/>
          </a:ln>
        </p:spPr>
        <p:txBody>
          <a:bodyPr wrap="none">
            <a:spAutoFit/>
          </a:bodyPr>
          <a:lstStyle/>
          <a:p>
            <a:pPr eaLnBrk="0" hangingPunct="0"/>
            <a:r>
              <a:rPr lang="en-US" sz="2400" b="1">
                <a:solidFill>
                  <a:srgbClr val="3333FF"/>
                </a:solidFill>
              </a:rPr>
              <a:t>No need to swap</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pPr eaLnBrk="1" hangingPunct="1"/>
            <a:r>
              <a:rPr lang="en-US" smtClean="0"/>
              <a:t>"Bubbling" largest element</a:t>
            </a:r>
          </a:p>
        </p:txBody>
      </p:sp>
      <p:sp>
        <p:nvSpPr>
          <p:cNvPr id="33795" name="Slide Number Placeholder 23"/>
          <p:cNvSpPr>
            <a:spLocks noGrp="1"/>
          </p:cNvSpPr>
          <p:nvPr>
            <p:ph type="sldNum" sz="quarter" idx="12"/>
          </p:nvPr>
        </p:nvSpPr>
        <p:spPr bwMode="auto">
          <a:noFill/>
          <a:ln>
            <a:miter lim="800000"/>
            <a:headEnd/>
            <a:tailEnd/>
          </a:ln>
        </p:spPr>
        <p:txBody>
          <a:bodyPr/>
          <a:lstStyle/>
          <a:p>
            <a:fld id="{F29744AF-4079-425F-93EA-34411949E439}" type="slidenum">
              <a:rPr lang="en-US"/>
              <a:pPr/>
              <a:t>12</a:t>
            </a:fld>
            <a:endParaRPr lang="en-US"/>
          </a:p>
        </p:txBody>
      </p:sp>
      <p:sp>
        <p:nvSpPr>
          <p:cNvPr id="33796" name="Rectangle 3"/>
          <p:cNvSpPr>
            <a:spLocks noGrp="1" noChangeArrowheads="1"/>
          </p:cNvSpPr>
          <p:nvPr>
            <p:ph sz="quarter" idx="1"/>
          </p:nvPr>
        </p:nvSpPr>
        <p:spPr>
          <a:xfrm>
            <a:off x="457200" y="1219200"/>
            <a:ext cx="8229600" cy="4937125"/>
          </a:xfrm>
        </p:spPr>
        <p:txBody>
          <a:bodyPr/>
          <a:lstStyle/>
          <a:p>
            <a:pPr eaLnBrk="1" hangingPunct="1"/>
            <a:r>
              <a:rPr lang="en-US" smtClean="0"/>
              <a:t>Traverse a collection of elements</a:t>
            </a:r>
          </a:p>
          <a:p>
            <a:pPr lvl="1" eaLnBrk="1" hangingPunct="1"/>
            <a:r>
              <a:rPr lang="en-US" smtClean="0"/>
              <a:t>Move from the front to the end</a:t>
            </a:r>
          </a:p>
          <a:p>
            <a:pPr lvl="1" eaLnBrk="1" hangingPunct="1"/>
            <a:r>
              <a:rPr lang="en-US" smtClean="0"/>
              <a:t>"Bubble" the largest value to the end using pair-wise comparisons and swapping</a:t>
            </a:r>
          </a:p>
        </p:txBody>
      </p:sp>
      <p:sp>
        <p:nvSpPr>
          <p:cNvPr id="33797" name="Rectangle 4"/>
          <p:cNvSpPr>
            <a:spLocks noChangeArrowheads="1"/>
          </p:cNvSpPr>
          <p:nvPr/>
        </p:nvSpPr>
        <p:spPr bwMode="auto">
          <a:xfrm>
            <a:off x="1211263" y="4592638"/>
            <a:ext cx="6518275" cy="715962"/>
          </a:xfrm>
          <a:prstGeom prst="rect">
            <a:avLst/>
          </a:prstGeom>
          <a:noFill/>
          <a:ln w="38100">
            <a:solidFill>
              <a:schemeClr val="tx1"/>
            </a:solidFill>
            <a:miter lim="800000"/>
            <a:headEnd/>
            <a:tailEnd/>
          </a:ln>
        </p:spPr>
        <p:txBody>
          <a:bodyPr wrap="none" anchor="ctr"/>
          <a:lstStyle/>
          <a:p>
            <a:endParaRPr lang="en-US">
              <a:latin typeface="Calibri" pitchFamily="-1" charset="0"/>
            </a:endParaRPr>
          </a:p>
        </p:txBody>
      </p:sp>
      <p:sp>
        <p:nvSpPr>
          <p:cNvPr id="33798" name="Line 5"/>
          <p:cNvSpPr>
            <a:spLocks noChangeShapeType="1"/>
          </p:cNvSpPr>
          <p:nvPr/>
        </p:nvSpPr>
        <p:spPr bwMode="auto">
          <a:xfrm>
            <a:off x="2220913" y="4587875"/>
            <a:ext cx="0" cy="712788"/>
          </a:xfrm>
          <a:prstGeom prst="line">
            <a:avLst/>
          </a:prstGeom>
          <a:noFill/>
          <a:ln w="38100">
            <a:solidFill>
              <a:schemeClr val="tx1"/>
            </a:solidFill>
            <a:round/>
            <a:headEnd type="none" w="sm" len="sm"/>
            <a:tailEnd type="none" w="sm" len="sm"/>
          </a:ln>
        </p:spPr>
        <p:txBody>
          <a:bodyPr wrap="none" anchor="ctr"/>
          <a:lstStyle/>
          <a:p>
            <a:endParaRPr lang="en-US"/>
          </a:p>
        </p:txBody>
      </p:sp>
      <p:sp>
        <p:nvSpPr>
          <p:cNvPr id="33799" name="Line 6"/>
          <p:cNvSpPr>
            <a:spLocks noChangeShapeType="1"/>
          </p:cNvSpPr>
          <p:nvPr/>
        </p:nvSpPr>
        <p:spPr bwMode="auto">
          <a:xfrm>
            <a:off x="3238500" y="4587875"/>
            <a:ext cx="0" cy="725488"/>
          </a:xfrm>
          <a:prstGeom prst="line">
            <a:avLst/>
          </a:prstGeom>
          <a:noFill/>
          <a:ln w="38100">
            <a:solidFill>
              <a:schemeClr val="tx1"/>
            </a:solidFill>
            <a:round/>
            <a:headEnd type="none" w="sm" len="sm"/>
            <a:tailEnd type="none" w="sm" len="sm"/>
          </a:ln>
        </p:spPr>
        <p:txBody>
          <a:bodyPr wrap="none" anchor="ctr"/>
          <a:lstStyle/>
          <a:p>
            <a:endParaRPr lang="en-US"/>
          </a:p>
        </p:txBody>
      </p:sp>
      <p:sp>
        <p:nvSpPr>
          <p:cNvPr id="33800" name="Line 7"/>
          <p:cNvSpPr>
            <a:spLocks noChangeShapeType="1"/>
          </p:cNvSpPr>
          <p:nvPr/>
        </p:nvSpPr>
        <p:spPr bwMode="auto">
          <a:xfrm>
            <a:off x="4276725" y="4587875"/>
            <a:ext cx="0" cy="725488"/>
          </a:xfrm>
          <a:prstGeom prst="line">
            <a:avLst/>
          </a:prstGeom>
          <a:noFill/>
          <a:ln w="38100">
            <a:solidFill>
              <a:schemeClr val="tx1"/>
            </a:solidFill>
            <a:round/>
            <a:headEnd type="none" w="sm" len="sm"/>
            <a:tailEnd type="none" w="sm" len="sm"/>
          </a:ln>
        </p:spPr>
        <p:txBody>
          <a:bodyPr wrap="none" anchor="ctr"/>
          <a:lstStyle/>
          <a:p>
            <a:endParaRPr lang="en-US"/>
          </a:p>
        </p:txBody>
      </p:sp>
      <p:sp>
        <p:nvSpPr>
          <p:cNvPr id="33801" name="Line 8"/>
          <p:cNvSpPr>
            <a:spLocks noChangeShapeType="1"/>
          </p:cNvSpPr>
          <p:nvPr/>
        </p:nvSpPr>
        <p:spPr bwMode="auto">
          <a:xfrm>
            <a:off x="5386388" y="4587875"/>
            <a:ext cx="0" cy="725488"/>
          </a:xfrm>
          <a:prstGeom prst="line">
            <a:avLst/>
          </a:prstGeom>
          <a:noFill/>
          <a:ln w="38100">
            <a:solidFill>
              <a:schemeClr val="tx1"/>
            </a:solidFill>
            <a:round/>
            <a:headEnd type="none" w="sm" len="sm"/>
            <a:tailEnd type="none" w="sm" len="sm"/>
          </a:ln>
        </p:spPr>
        <p:txBody>
          <a:bodyPr wrap="none" anchor="ctr"/>
          <a:lstStyle/>
          <a:p>
            <a:endParaRPr lang="en-US"/>
          </a:p>
        </p:txBody>
      </p:sp>
      <p:sp>
        <p:nvSpPr>
          <p:cNvPr id="33802" name="Line 9"/>
          <p:cNvSpPr>
            <a:spLocks noChangeShapeType="1"/>
          </p:cNvSpPr>
          <p:nvPr/>
        </p:nvSpPr>
        <p:spPr bwMode="auto">
          <a:xfrm>
            <a:off x="6540500" y="4600575"/>
            <a:ext cx="0" cy="700088"/>
          </a:xfrm>
          <a:prstGeom prst="line">
            <a:avLst/>
          </a:prstGeom>
          <a:noFill/>
          <a:ln w="38100">
            <a:solidFill>
              <a:schemeClr val="tx1"/>
            </a:solidFill>
            <a:round/>
            <a:headEnd type="none" w="sm" len="sm"/>
            <a:tailEnd type="none" w="sm" len="sm"/>
          </a:ln>
        </p:spPr>
        <p:txBody>
          <a:bodyPr wrap="none" anchor="ctr"/>
          <a:lstStyle/>
          <a:p>
            <a:endParaRPr lang="en-US"/>
          </a:p>
        </p:txBody>
      </p:sp>
      <p:sp>
        <p:nvSpPr>
          <p:cNvPr id="33803" name="Rectangle 10"/>
          <p:cNvSpPr>
            <a:spLocks noChangeArrowheads="1"/>
          </p:cNvSpPr>
          <p:nvPr/>
        </p:nvSpPr>
        <p:spPr bwMode="auto">
          <a:xfrm>
            <a:off x="6958013" y="4767263"/>
            <a:ext cx="354012" cy="457200"/>
          </a:xfrm>
          <a:prstGeom prst="rect">
            <a:avLst/>
          </a:prstGeom>
          <a:noFill/>
          <a:ln w="9525">
            <a:noFill/>
            <a:miter lim="800000"/>
            <a:headEnd/>
            <a:tailEnd/>
          </a:ln>
        </p:spPr>
        <p:txBody>
          <a:bodyPr wrap="none" lIns="92075" tIns="46038" rIns="92075" bIns="46038">
            <a:spAutoFit/>
          </a:bodyPr>
          <a:lstStyle/>
          <a:p>
            <a:pPr eaLnBrk="0" hangingPunct="0"/>
            <a:r>
              <a:rPr lang="en-US" sz="2400" b="1">
                <a:solidFill>
                  <a:srgbClr val="FF0033"/>
                </a:solidFill>
              </a:rPr>
              <a:t>5</a:t>
            </a:r>
          </a:p>
        </p:txBody>
      </p:sp>
      <p:sp>
        <p:nvSpPr>
          <p:cNvPr id="33804" name="Rectangle 11"/>
          <p:cNvSpPr>
            <a:spLocks noChangeArrowheads="1"/>
          </p:cNvSpPr>
          <p:nvPr/>
        </p:nvSpPr>
        <p:spPr bwMode="auto">
          <a:xfrm>
            <a:off x="4516438" y="4754563"/>
            <a:ext cx="523875" cy="457200"/>
          </a:xfrm>
          <a:prstGeom prst="rect">
            <a:avLst/>
          </a:prstGeom>
          <a:noFill/>
          <a:ln w="9525">
            <a:noFill/>
            <a:miter lim="800000"/>
            <a:headEnd/>
            <a:tailEnd/>
          </a:ln>
        </p:spPr>
        <p:txBody>
          <a:bodyPr wrap="none" lIns="92075" tIns="46038" rIns="92075" bIns="46038">
            <a:spAutoFit/>
          </a:bodyPr>
          <a:lstStyle/>
          <a:p>
            <a:pPr eaLnBrk="0" hangingPunct="0"/>
            <a:r>
              <a:rPr lang="en-US" sz="2400" b="1"/>
              <a:t>77</a:t>
            </a:r>
            <a:endParaRPr lang="en-US" sz="2400"/>
          </a:p>
        </p:txBody>
      </p:sp>
      <p:sp>
        <p:nvSpPr>
          <p:cNvPr id="33805" name="Rectangle 12"/>
          <p:cNvSpPr>
            <a:spLocks noChangeArrowheads="1"/>
          </p:cNvSpPr>
          <p:nvPr/>
        </p:nvSpPr>
        <p:spPr bwMode="auto">
          <a:xfrm>
            <a:off x="3430588" y="4767263"/>
            <a:ext cx="523875" cy="457200"/>
          </a:xfrm>
          <a:prstGeom prst="rect">
            <a:avLst/>
          </a:prstGeom>
          <a:noFill/>
          <a:ln w="9525">
            <a:noFill/>
            <a:miter lim="800000"/>
            <a:headEnd/>
            <a:tailEnd/>
          </a:ln>
        </p:spPr>
        <p:txBody>
          <a:bodyPr wrap="none" lIns="92075" tIns="46038" rIns="92075" bIns="46038">
            <a:spAutoFit/>
          </a:bodyPr>
          <a:lstStyle/>
          <a:p>
            <a:pPr eaLnBrk="0" hangingPunct="0"/>
            <a:r>
              <a:rPr lang="en-US" sz="2400" b="1"/>
              <a:t>12</a:t>
            </a:r>
            <a:endParaRPr lang="en-US" sz="2400"/>
          </a:p>
        </p:txBody>
      </p:sp>
      <p:sp>
        <p:nvSpPr>
          <p:cNvPr id="33806" name="Rectangle 13"/>
          <p:cNvSpPr>
            <a:spLocks noChangeArrowheads="1"/>
          </p:cNvSpPr>
          <p:nvPr/>
        </p:nvSpPr>
        <p:spPr bwMode="auto">
          <a:xfrm>
            <a:off x="2344738" y="4767263"/>
            <a:ext cx="523875" cy="457200"/>
          </a:xfrm>
          <a:prstGeom prst="rect">
            <a:avLst/>
          </a:prstGeom>
          <a:noFill/>
          <a:ln w="9525">
            <a:noFill/>
            <a:miter lim="800000"/>
            <a:headEnd/>
            <a:tailEnd/>
          </a:ln>
        </p:spPr>
        <p:txBody>
          <a:bodyPr wrap="none" lIns="92075" tIns="46038" rIns="92075" bIns="46038">
            <a:spAutoFit/>
          </a:bodyPr>
          <a:lstStyle/>
          <a:p>
            <a:pPr eaLnBrk="0" hangingPunct="0"/>
            <a:r>
              <a:rPr lang="en-US" sz="2400" b="1"/>
              <a:t>35</a:t>
            </a:r>
            <a:endParaRPr lang="en-US" sz="2400"/>
          </a:p>
        </p:txBody>
      </p:sp>
      <p:sp>
        <p:nvSpPr>
          <p:cNvPr id="33807" name="Rectangle 14"/>
          <p:cNvSpPr>
            <a:spLocks noChangeArrowheads="1"/>
          </p:cNvSpPr>
          <p:nvPr/>
        </p:nvSpPr>
        <p:spPr bwMode="auto">
          <a:xfrm>
            <a:off x="1376363" y="4781550"/>
            <a:ext cx="523875" cy="457200"/>
          </a:xfrm>
          <a:prstGeom prst="rect">
            <a:avLst/>
          </a:prstGeom>
          <a:noFill/>
          <a:ln w="9525">
            <a:noFill/>
            <a:miter lim="800000"/>
            <a:headEnd/>
            <a:tailEnd/>
          </a:ln>
        </p:spPr>
        <p:txBody>
          <a:bodyPr wrap="none" lIns="92075" tIns="46038" rIns="92075" bIns="46038">
            <a:spAutoFit/>
          </a:bodyPr>
          <a:lstStyle/>
          <a:p>
            <a:pPr eaLnBrk="0" hangingPunct="0"/>
            <a:r>
              <a:rPr lang="en-US" sz="2400" b="1"/>
              <a:t>42</a:t>
            </a:r>
            <a:endParaRPr lang="en-US" sz="2400"/>
          </a:p>
        </p:txBody>
      </p:sp>
      <p:sp>
        <p:nvSpPr>
          <p:cNvPr id="33808" name="Rectangle 15"/>
          <p:cNvSpPr>
            <a:spLocks noChangeArrowheads="1"/>
          </p:cNvSpPr>
          <p:nvPr/>
        </p:nvSpPr>
        <p:spPr bwMode="auto">
          <a:xfrm>
            <a:off x="5559425" y="4752975"/>
            <a:ext cx="693738" cy="457200"/>
          </a:xfrm>
          <a:prstGeom prst="rect">
            <a:avLst/>
          </a:prstGeom>
          <a:noFill/>
          <a:ln w="9525">
            <a:noFill/>
            <a:miter lim="800000"/>
            <a:headEnd/>
            <a:tailEnd/>
          </a:ln>
        </p:spPr>
        <p:txBody>
          <a:bodyPr wrap="none" lIns="92075" tIns="46038" rIns="92075" bIns="46038">
            <a:spAutoFit/>
          </a:bodyPr>
          <a:lstStyle/>
          <a:p>
            <a:pPr eaLnBrk="0" hangingPunct="0"/>
            <a:r>
              <a:rPr lang="en-US" sz="2400" b="1">
                <a:solidFill>
                  <a:srgbClr val="FF0033"/>
                </a:solidFill>
              </a:rPr>
              <a:t>101</a:t>
            </a:r>
          </a:p>
        </p:txBody>
      </p:sp>
      <p:sp>
        <p:nvSpPr>
          <p:cNvPr id="33809" name="Rectangle 16"/>
          <p:cNvSpPr>
            <a:spLocks noChangeArrowheads="1"/>
          </p:cNvSpPr>
          <p:nvPr/>
        </p:nvSpPr>
        <p:spPr bwMode="auto">
          <a:xfrm>
            <a:off x="1524000" y="4132263"/>
            <a:ext cx="5830888" cy="461962"/>
          </a:xfrm>
          <a:prstGeom prst="rect">
            <a:avLst/>
          </a:prstGeom>
          <a:noFill/>
          <a:ln w="9525">
            <a:noFill/>
            <a:miter lim="800000"/>
            <a:headEnd/>
            <a:tailEnd/>
          </a:ln>
        </p:spPr>
        <p:txBody>
          <a:bodyPr wrap="none" lIns="92075" tIns="46038" rIns="92075" bIns="46038">
            <a:spAutoFit/>
          </a:bodyPr>
          <a:lstStyle/>
          <a:p>
            <a:pPr eaLnBrk="0" hangingPunct="0"/>
            <a:r>
              <a:rPr lang="en-US" sz="2400" b="1"/>
              <a:t>0          1          2          3            4            5</a:t>
            </a:r>
            <a:endParaRPr lang="en-US" sz="2400"/>
          </a:p>
        </p:txBody>
      </p:sp>
      <p:sp>
        <p:nvSpPr>
          <p:cNvPr id="33810" name="Rectangle 17"/>
          <p:cNvSpPr>
            <a:spLocks noChangeArrowheads="1"/>
          </p:cNvSpPr>
          <p:nvPr/>
        </p:nvSpPr>
        <p:spPr bwMode="auto">
          <a:xfrm>
            <a:off x="5400675" y="4584700"/>
            <a:ext cx="1139825" cy="708025"/>
          </a:xfrm>
          <a:prstGeom prst="rect">
            <a:avLst/>
          </a:prstGeom>
          <a:noFill/>
          <a:ln w="76200">
            <a:solidFill>
              <a:srgbClr val="FF0033"/>
            </a:solidFill>
            <a:miter lim="800000"/>
            <a:headEnd type="none" w="sm" len="sm"/>
            <a:tailEnd type="none" w="sm" len="sm"/>
          </a:ln>
        </p:spPr>
        <p:txBody>
          <a:bodyPr wrap="none" anchor="ctr"/>
          <a:lstStyle/>
          <a:p>
            <a:endParaRPr lang="en-US">
              <a:latin typeface="Calibri" pitchFamily="-1" charset="0"/>
            </a:endParaRPr>
          </a:p>
        </p:txBody>
      </p:sp>
      <p:sp>
        <p:nvSpPr>
          <p:cNvPr id="33811" name="Rectangle 18"/>
          <p:cNvSpPr>
            <a:spLocks noChangeArrowheads="1"/>
          </p:cNvSpPr>
          <p:nvPr/>
        </p:nvSpPr>
        <p:spPr bwMode="auto">
          <a:xfrm>
            <a:off x="6553200" y="4584700"/>
            <a:ext cx="1152525" cy="708025"/>
          </a:xfrm>
          <a:prstGeom prst="rect">
            <a:avLst/>
          </a:prstGeom>
          <a:noFill/>
          <a:ln w="76200">
            <a:solidFill>
              <a:srgbClr val="FF0033"/>
            </a:solidFill>
            <a:miter lim="800000"/>
            <a:headEnd type="none" w="sm" len="sm"/>
            <a:tailEnd type="none" w="sm" len="sm"/>
          </a:ln>
        </p:spPr>
        <p:txBody>
          <a:bodyPr wrap="none" anchor="ctr"/>
          <a:lstStyle/>
          <a:p>
            <a:endParaRPr lang="en-US">
              <a:latin typeface="Calibri" pitchFamily="-1" charset="0"/>
            </a:endParaRPr>
          </a:p>
        </p:txBody>
      </p:sp>
      <p:sp>
        <p:nvSpPr>
          <p:cNvPr id="1570835" name="AutoShape 19"/>
          <p:cNvSpPr>
            <a:spLocks noChangeArrowheads="1"/>
          </p:cNvSpPr>
          <p:nvPr/>
        </p:nvSpPr>
        <p:spPr bwMode="auto">
          <a:xfrm>
            <a:off x="5289550" y="4156075"/>
            <a:ext cx="2501900" cy="1536700"/>
          </a:xfrm>
          <a:prstGeom prst="irregularSeal1">
            <a:avLst/>
          </a:prstGeom>
          <a:solidFill>
            <a:srgbClr val="FFCC00"/>
          </a:solidFill>
          <a:ln w="38100">
            <a:solidFill>
              <a:schemeClr val="tx1"/>
            </a:solidFill>
            <a:miter lim="800000"/>
            <a:headEnd type="none" w="sm" len="sm"/>
            <a:tailEnd type="none" w="sm" len="sm"/>
          </a:ln>
        </p:spPr>
        <p:txBody>
          <a:bodyPr wrap="none" anchor="ctr"/>
          <a:lstStyle/>
          <a:p>
            <a:pPr algn="ctr" eaLnBrk="0" hangingPunct="0"/>
            <a:r>
              <a:rPr lang="en-US" sz="2400" b="1"/>
              <a:t>Swap</a:t>
            </a:r>
          </a:p>
        </p:txBody>
      </p:sp>
      <p:grpSp>
        <p:nvGrpSpPr>
          <p:cNvPr id="2" name="Group 20"/>
          <p:cNvGrpSpPr>
            <a:grpSpLocks/>
          </p:cNvGrpSpPr>
          <p:nvPr/>
        </p:nvGrpSpPr>
        <p:grpSpPr bwMode="auto">
          <a:xfrm>
            <a:off x="5400675" y="4591050"/>
            <a:ext cx="2328863" cy="708025"/>
            <a:chOff x="760" y="2895"/>
            <a:chExt cx="1272" cy="446"/>
          </a:xfrm>
        </p:grpSpPr>
        <p:sp>
          <p:nvSpPr>
            <p:cNvPr id="33814" name="Rectangle 21"/>
            <p:cNvSpPr>
              <a:spLocks noChangeArrowheads="1"/>
            </p:cNvSpPr>
            <p:nvPr/>
          </p:nvSpPr>
          <p:spPr bwMode="auto">
            <a:xfrm>
              <a:off x="760" y="2895"/>
              <a:ext cx="636" cy="446"/>
            </a:xfrm>
            <a:prstGeom prst="rect">
              <a:avLst/>
            </a:prstGeom>
            <a:solidFill>
              <a:schemeClr val="bg1"/>
            </a:solidFill>
            <a:ln w="76200">
              <a:solidFill>
                <a:srgbClr val="FF0033"/>
              </a:solidFill>
              <a:miter lim="800000"/>
              <a:headEnd type="none" w="sm" len="sm"/>
              <a:tailEnd type="none" w="sm" len="sm"/>
            </a:ln>
          </p:spPr>
          <p:txBody>
            <a:bodyPr wrap="none" anchor="ctr"/>
            <a:lstStyle/>
            <a:p>
              <a:pPr algn="ctr" eaLnBrk="0" hangingPunct="0"/>
              <a:r>
                <a:rPr lang="en-US" sz="2400" b="1"/>
                <a:t>5</a:t>
              </a:r>
            </a:p>
          </p:txBody>
        </p:sp>
        <p:sp>
          <p:nvSpPr>
            <p:cNvPr id="33815" name="Rectangle 22"/>
            <p:cNvSpPr>
              <a:spLocks noChangeArrowheads="1"/>
            </p:cNvSpPr>
            <p:nvPr/>
          </p:nvSpPr>
          <p:spPr bwMode="auto">
            <a:xfrm>
              <a:off x="1396" y="2895"/>
              <a:ext cx="636" cy="446"/>
            </a:xfrm>
            <a:prstGeom prst="rect">
              <a:avLst/>
            </a:prstGeom>
            <a:solidFill>
              <a:schemeClr val="bg1"/>
            </a:solidFill>
            <a:ln w="76200">
              <a:solidFill>
                <a:srgbClr val="FF0033"/>
              </a:solidFill>
              <a:miter lim="800000"/>
              <a:headEnd type="none" w="sm" len="sm"/>
              <a:tailEnd type="none" w="sm" len="sm"/>
            </a:ln>
          </p:spPr>
          <p:txBody>
            <a:bodyPr wrap="none" anchor="ctr"/>
            <a:lstStyle/>
            <a:p>
              <a:pPr algn="ctr" eaLnBrk="0" hangingPunct="0"/>
              <a:r>
                <a:rPr lang="en-US" sz="2400" b="1"/>
                <a:t>101</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1570835"/>
                                        </p:tgtEl>
                                        <p:attrNameLst>
                                          <p:attrName>style.visibility</p:attrName>
                                        </p:attrNameLst>
                                      </p:cBhvr>
                                      <p:to>
                                        <p:strVal val="visible"/>
                                      </p:to>
                                    </p:set>
                                    <p:anim calcmode="lin" valueType="num">
                                      <p:cBhvr>
                                        <p:cTn id="7" dur="500" fill="hold"/>
                                        <p:tgtEl>
                                          <p:spTgt spid="1570835"/>
                                        </p:tgtEl>
                                        <p:attrNameLst>
                                          <p:attrName>ppt_w</p:attrName>
                                        </p:attrNameLst>
                                      </p:cBhvr>
                                      <p:tavLst>
                                        <p:tav tm="0">
                                          <p:val>
                                            <p:fltVal val="0"/>
                                          </p:val>
                                        </p:tav>
                                        <p:tav tm="100000">
                                          <p:val>
                                            <p:strVal val="#ppt_w"/>
                                          </p:val>
                                        </p:tav>
                                      </p:tavLst>
                                    </p:anim>
                                    <p:anim calcmode="lin" valueType="num">
                                      <p:cBhvr>
                                        <p:cTn id="8" dur="500" fill="hold"/>
                                        <p:tgtEl>
                                          <p:spTgt spid="1570835"/>
                                        </p:tgtEl>
                                        <p:attrNameLst>
                                          <p:attrName>ppt_h</p:attrName>
                                        </p:attrNameLst>
                                      </p:cBhvr>
                                      <p:tavLst>
                                        <p:tav tm="0">
                                          <p:val>
                                            <p:fltVal val="0"/>
                                          </p:val>
                                        </p:tav>
                                        <p:tav tm="100000">
                                          <p:val>
                                            <p:strVal val="#ppt_h"/>
                                          </p:val>
                                        </p:tav>
                                      </p:tavLst>
                                    </p:anim>
                                  </p:childTnLst>
                                  <p:subTnLst>
                                    <p:set>
                                      <p:cBhvr override="childStyle">
                                        <p:cTn dur="1" fill="hold" display="0" masterRel="sameClick" afterEffect="1">
                                          <p:stCondLst>
                                            <p:cond evt="end" delay="0">
                                              <p:tn val="5"/>
                                            </p:cond>
                                          </p:stCondLst>
                                        </p:cTn>
                                        <p:tgtEl>
                                          <p:spTgt spid="1570835"/>
                                        </p:tgtEl>
                                        <p:attrNameLst>
                                          <p:attrName>style.visibility</p:attrName>
                                        </p:attrNameLst>
                                      </p:cBhvr>
                                      <p:to>
                                        <p:strVal val="hidden"/>
                                      </p:to>
                                    </p:set>
                                  </p:subTnLst>
                                </p:cTn>
                              </p:par>
                            </p:childTnLst>
                          </p:cTn>
                        </p:par>
                        <p:par>
                          <p:cTn id="9" fill="hold">
                            <p:stCondLst>
                              <p:cond delay="500"/>
                            </p:stCondLst>
                            <p:childTnLst>
                              <p:par>
                                <p:cTn id="10" presetID="1" presetClass="entr" presetSubtype="0" fill="hold" nodeType="afterEffect">
                                  <p:stCondLst>
                                    <p:cond delay="0"/>
                                  </p:stCondLst>
                                  <p:childTnLst>
                                    <p:set>
                                      <p:cBhvr>
                                        <p:cTn id="11" dur="1" fill="hold">
                                          <p:stCondLst>
                                            <p:cond delay="499"/>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70835" grpId="0" animBg="1"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pPr eaLnBrk="1" hangingPunct="1"/>
            <a:r>
              <a:rPr lang="en-US" smtClean="0"/>
              <a:t>"Bubbling" largest element</a:t>
            </a:r>
          </a:p>
        </p:txBody>
      </p:sp>
      <p:sp>
        <p:nvSpPr>
          <p:cNvPr id="34819" name="Slide Number Placeholder 18"/>
          <p:cNvSpPr>
            <a:spLocks noGrp="1"/>
          </p:cNvSpPr>
          <p:nvPr>
            <p:ph type="sldNum" sz="quarter" idx="12"/>
          </p:nvPr>
        </p:nvSpPr>
        <p:spPr bwMode="auto">
          <a:noFill/>
          <a:ln>
            <a:miter lim="800000"/>
            <a:headEnd/>
            <a:tailEnd/>
          </a:ln>
        </p:spPr>
        <p:txBody>
          <a:bodyPr/>
          <a:lstStyle/>
          <a:p>
            <a:fld id="{672A2E37-CC21-4998-8531-9724052763C3}" type="slidenum">
              <a:rPr lang="en-US"/>
              <a:pPr/>
              <a:t>13</a:t>
            </a:fld>
            <a:endParaRPr lang="en-US"/>
          </a:p>
        </p:txBody>
      </p:sp>
      <p:sp>
        <p:nvSpPr>
          <p:cNvPr id="34820" name="Rectangle 3"/>
          <p:cNvSpPr>
            <a:spLocks noGrp="1" noChangeArrowheads="1"/>
          </p:cNvSpPr>
          <p:nvPr>
            <p:ph sz="quarter" idx="1"/>
          </p:nvPr>
        </p:nvSpPr>
        <p:spPr>
          <a:xfrm>
            <a:off x="457200" y="1219200"/>
            <a:ext cx="8229600" cy="4937125"/>
          </a:xfrm>
        </p:spPr>
        <p:txBody>
          <a:bodyPr/>
          <a:lstStyle/>
          <a:p>
            <a:pPr eaLnBrk="1" hangingPunct="1"/>
            <a:r>
              <a:rPr lang="en-US" smtClean="0"/>
              <a:t>Traverse a collection of elements</a:t>
            </a:r>
          </a:p>
          <a:p>
            <a:pPr lvl="1" eaLnBrk="1" hangingPunct="1"/>
            <a:r>
              <a:rPr lang="en-US" smtClean="0"/>
              <a:t>Move from the front to the end</a:t>
            </a:r>
          </a:p>
          <a:p>
            <a:pPr lvl="1" eaLnBrk="1" hangingPunct="1"/>
            <a:r>
              <a:rPr lang="en-US" smtClean="0"/>
              <a:t>"Bubble" the largest value to the end using pair-wise comparisons and swapping</a:t>
            </a:r>
          </a:p>
        </p:txBody>
      </p:sp>
      <p:sp>
        <p:nvSpPr>
          <p:cNvPr id="34821" name="Rectangle 4"/>
          <p:cNvSpPr>
            <a:spLocks noChangeArrowheads="1"/>
          </p:cNvSpPr>
          <p:nvPr/>
        </p:nvSpPr>
        <p:spPr bwMode="auto">
          <a:xfrm>
            <a:off x="1211263" y="4592638"/>
            <a:ext cx="6518275" cy="715962"/>
          </a:xfrm>
          <a:prstGeom prst="rect">
            <a:avLst/>
          </a:prstGeom>
          <a:noFill/>
          <a:ln w="38100">
            <a:solidFill>
              <a:schemeClr val="tx1"/>
            </a:solidFill>
            <a:miter lim="800000"/>
            <a:headEnd/>
            <a:tailEnd/>
          </a:ln>
        </p:spPr>
        <p:txBody>
          <a:bodyPr wrap="none" anchor="ctr"/>
          <a:lstStyle/>
          <a:p>
            <a:endParaRPr lang="en-US">
              <a:latin typeface="Calibri" pitchFamily="-1" charset="0"/>
            </a:endParaRPr>
          </a:p>
        </p:txBody>
      </p:sp>
      <p:sp>
        <p:nvSpPr>
          <p:cNvPr id="34822" name="Line 5"/>
          <p:cNvSpPr>
            <a:spLocks noChangeShapeType="1"/>
          </p:cNvSpPr>
          <p:nvPr/>
        </p:nvSpPr>
        <p:spPr bwMode="auto">
          <a:xfrm>
            <a:off x="2220913" y="4587875"/>
            <a:ext cx="0" cy="712788"/>
          </a:xfrm>
          <a:prstGeom prst="line">
            <a:avLst/>
          </a:prstGeom>
          <a:noFill/>
          <a:ln w="38100">
            <a:solidFill>
              <a:schemeClr val="tx1"/>
            </a:solidFill>
            <a:round/>
            <a:headEnd type="none" w="sm" len="sm"/>
            <a:tailEnd type="none" w="sm" len="sm"/>
          </a:ln>
        </p:spPr>
        <p:txBody>
          <a:bodyPr wrap="none" anchor="ctr"/>
          <a:lstStyle/>
          <a:p>
            <a:endParaRPr lang="en-US"/>
          </a:p>
        </p:txBody>
      </p:sp>
      <p:sp>
        <p:nvSpPr>
          <p:cNvPr id="34823" name="Line 6"/>
          <p:cNvSpPr>
            <a:spLocks noChangeShapeType="1"/>
          </p:cNvSpPr>
          <p:nvPr/>
        </p:nvSpPr>
        <p:spPr bwMode="auto">
          <a:xfrm>
            <a:off x="3238500" y="4587875"/>
            <a:ext cx="0" cy="725488"/>
          </a:xfrm>
          <a:prstGeom prst="line">
            <a:avLst/>
          </a:prstGeom>
          <a:noFill/>
          <a:ln w="38100">
            <a:solidFill>
              <a:schemeClr val="tx1"/>
            </a:solidFill>
            <a:round/>
            <a:headEnd type="none" w="sm" len="sm"/>
            <a:tailEnd type="none" w="sm" len="sm"/>
          </a:ln>
        </p:spPr>
        <p:txBody>
          <a:bodyPr wrap="none" anchor="ctr"/>
          <a:lstStyle/>
          <a:p>
            <a:endParaRPr lang="en-US"/>
          </a:p>
        </p:txBody>
      </p:sp>
      <p:sp>
        <p:nvSpPr>
          <p:cNvPr id="34824" name="Line 7"/>
          <p:cNvSpPr>
            <a:spLocks noChangeShapeType="1"/>
          </p:cNvSpPr>
          <p:nvPr/>
        </p:nvSpPr>
        <p:spPr bwMode="auto">
          <a:xfrm>
            <a:off x="4276725" y="4587875"/>
            <a:ext cx="0" cy="725488"/>
          </a:xfrm>
          <a:prstGeom prst="line">
            <a:avLst/>
          </a:prstGeom>
          <a:noFill/>
          <a:ln w="38100">
            <a:solidFill>
              <a:schemeClr val="tx1"/>
            </a:solidFill>
            <a:round/>
            <a:headEnd type="none" w="sm" len="sm"/>
            <a:tailEnd type="none" w="sm" len="sm"/>
          </a:ln>
        </p:spPr>
        <p:txBody>
          <a:bodyPr wrap="none" anchor="ctr"/>
          <a:lstStyle/>
          <a:p>
            <a:endParaRPr lang="en-US"/>
          </a:p>
        </p:txBody>
      </p:sp>
      <p:sp>
        <p:nvSpPr>
          <p:cNvPr id="34825" name="Line 8"/>
          <p:cNvSpPr>
            <a:spLocks noChangeShapeType="1"/>
          </p:cNvSpPr>
          <p:nvPr/>
        </p:nvSpPr>
        <p:spPr bwMode="auto">
          <a:xfrm>
            <a:off x="5386388" y="4587875"/>
            <a:ext cx="0" cy="725488"/>
          </a:xfrm>
          <a:prstGeom prst="line">
            <a:avLst/>
          </a:prstGeom>
          <a:noFill/>
          <a:ln w="38100">
            <a:solidFill>
              <a:schemeClr val="tx1"/>
            </a:solidFill>
            <a:round/>
            <a:headEnd type="none" w="sm" len="sm"/>
            <a:tailEnd type="none" w="sm" len="sm"/>
          </a:ln>
        </p:spPr>
        <p:txBody>
          <a:bodyPr wrap="none" anchor="ctr"/>
          <a:lstStyle/>
          <a:p>
            <a:endParaRPr lang="en-US"/>
          </a:p>
        </p:txBody>
      </p:sp>
      <p:sp>
        <p:nvSpPr>
          <p:cNvPr id="34826" name="Line 9"/>
          <p:cNvSpPr>
            <a:spLocks noChangeShapeType="1"/>
          </p:cNvSpPr>
          <p:nvPr/>
        </p:nvSpPr>
        <p:spPr bwMode="auto">
          <a:xfrm>
            <a:off x="6540500" y="4600575"/>
            <a:ext cx="0" cy="700088"/>
          </a:xfrm>
          <a:prstGeom prst="line">
            <a:avLst/>
          </a:prstGeom>
          <a:noFill/>
          <a:ln w="38100">
            <a:solidFill>
              <a:schemeClr val="tx1"/>
            </a:solidFill>
            <a:round/>
            <a:headEnd type="none" w="sm" len="sm"/>
            <a:tailEnd type="none" w="sm" len="sm"/>
          </a:ln>
        </p:spPr>
        <p:txBody>
          <a:bodyPr wrap="none" anchor="ctr"/>
          <a:lstStyle/>
          <a:p>
            <a:endParaRPr lang="en-US"/>
          </a:p>
        </p:txBody>
      </p:sp>
      <p:sp>
        <p:nvSpPr>
          <p:cNvPr id="34827" name="Rectangle 10"/>
          <p:cNvSpPr>
            <a:spLocks noChangeArrowheads="1"/>
          </p:cNvSpPr>
          <p:nvPr/>
        </p:nvSpPr>
        <p:spPr bwMode="auto">
          <a:xfrm>
            <a:off x="4516438" y="4754563"/>
            <a:ext cx="523875" cy="457200"/>
          </a:xfrm>
          <a:prstGeom prst="rect">
            <a:avLst/>
          </a:prstGeom>
          <a:noFill/>
          <a:ln w="9525">
            <a:noFill/>
            <a:miter lim="800000"/>
            <a:headEnd/>
            <a:tailEnd/>
          </a:ln>
        </p:spPr>
        <p:txBody>
          <a:bodyPr wrap="none" lIns="92075" tIns="46038" rIns="92075" bIns="46038">
            <a:spAutoFit/>
          </a:bodyPr>
          <a:lstStyle/>
          <a:p>
            <a:pPr eaLnBrk="0" hangingPunct="0"/>
            <a:r>
              <a:rPr lang="en-US" sz="2400" b="1"/>
              <a:t>77</a:t>
            </a:r>
            <a:endParaRPr lang="en-US" sz="2400"/>
          </a:p>
        </p:txBody>
      </p:sp>
      <p:sp>
        <p:nvSpPr>
          <p:cNvPr id="34828" name="Rectangle 11"/>
          <p:cNvSpPr>
            <a:spLocks noChangeArrowheads="1"/>
          </p:cNvSpPr>
          <p:nvPr/>
        </p:nvSpPr>
        <p:spPr bwMode="auto">
          <a:xfrm>
            <a:off x="3430588" y="4767263"/>
            <a:ext cx="523875" cy="457200"/>
          </a:xfrm>
          <a:prstGeom prst="rect">
            <a:avLst/>
          </a:prstGeom>
          <a:noFill/>
          <a:ln w="9525">
            <a:noFill/>
            <a:miter lim="800000"/>
            <a:headEnd/>
            <a:tailEnd/>
          </a:ln>
        </p:spPr>
        <p:txBody>
          <a:bodyPr wrap="none" lIns="92075" tIns="46038" rIns="92075" bIns="46038">
            <a:spAutoFit/>
          </a:bodyPr>
          <a:lstStyle/>
          <a:p>
            <a:pPr eaLnBrk="0" hangingPunct="0"/>
            <a:r>
              <a:rPr lang="en-US" sz="2400" b="1"/>
              <a:t>12</a:t>
            </a:r>
            <a:endParaRPr lang="en-US" sz="2400"/>
          </a:p>
        </p:txBody>
      </p:sp>
      <p:sp>
        <p:nvSpPr>
          <p:cNvPr id="34829" name="Rectangle 12"/>
          <p:cNvSpPr>
            <a:spLocks noChangeArrowheads="1"/>
          </p:cNvSpPr>
          <p:nvPr/>
        </p:nvSpPr>
        <p:spPr bwMode="auto">
          <a:xfrm>
            <a:off x="2344738" y="4767263"/>
            <a:ext cx="523875" cy="457200"/>
          </a:xfrm>
          <a:prstGeom prst="rect">
            <a:avLst/>
          </a:prstGeom>
          <a:noFill/>
          <a:ln w="9525">
            <a:noFill/>
            <a:miter lim="800000"/>
            <a:headEnd/>
            <a:tailEnd/>
          </a:ln>
        </p:spPr>
        <p:txBody>
          <a:bodyPr wrap="none" lIns="92075" tIns="46038" rIns="92075" bIns="46038">
            <a:spAutoFit/>
          </a:bodyPr>
          <a:lstStyle/>
          <a:p>
            <a:pPr eaLnBrk="0" hangingPunct="0"/>
            <a:r>
              <a:rPr lang="en-US" sz="2400" b="1"/>
              <a:t>35</a:t>
            </a:r>
            <a:endParaRPr lang="en-US" sz="2400"/>
          </a:p>
        </p:txBody>
      </p:sp>
      <p:sp>
        <p:nvSpPr>
          <p:cNvPr id="34830" name="Rectangle 13"/>
          <p:cNvSpPr>
            <a:spLocks noChangeArrowheads="1"/>
          </p:cNvSpPr>
          <p:nvPr/>
        </p:nvSpPr>
        <p:spPr bwMode="auto">
          <a:xfrm>
            <a:off x="1376363" y="4781550"/>
            <a:ext cx="523875" cy="457200"/>
          </a:xfrm>
          <a:prstGeom prst="rect">
            <a:avLst/>
          </a:prstGeom>
          <a:noFill/>
          <a:ln w="9525">
            <a:noFill/>
            <a:miter lim="800000"/>
            <a:headEnd/>
            <a:tailEnd/>
          </a:ln>
        </p:spPr>
        <p:txBody>
          <a:bodyPr wrap="none" lIns="92075" tIns="46038" rIns="92075" bIns="46038">
            <a:spAutoFit/>
          </a:bodyPr>
          <a:lstStyle/>
          <a:p>
            <a:pPr eaLnBrk="0" hangingPunct="0"/>
            <a:r>
              <a:rPr lang="en-US" sz="2400" b="1"/>
              <a:t>42</a:t>
            </a:r>
            <a:endParaRPr lang="en-US" sz="2400"/>
          </a:p>
        </p:txBody>
      </p:sp>
      <p:sp>
        <p:nvSpPr>
          <p:cNvPr id="34831" name="Rectangle 14"/>
          <p:cNvSpPr>
            <a:spLocks noChangeArrowheads="1"/>
          </p:cNvSpPr>
          <p:nvPr/>
        </p:nvSpPr>
        <p:spPr bwMode="auto">
          <a:xfrm>
            <a:off x="5559425" y="4752975"/>
            <a:ext cx="522288" cy="457200"/>
          </a:xfrm>
          <a:prstGeom prst="rect">
            <a:avLst/>
          </a:prstGeom>
          <a:noFill/>
          <a:ln w="9525">
            <a:noFill/>
            <a:miter lim="800000"/>
            <a:headEnd/>
            <a:tailEnd/>
          </a:ln>
        </p:spPr>
        <p:txBody>
          <a:bodyPr wrap="none" lIns="92075" tIns="46038" rIns="92075" bIns="46038">
            <a:spAutoFit/>
          </a:bodyPr>
          <a:lstStyle/>
          <a:p>
            <a:pPr eaLnBrk="0" hangingPunct="0"/>
            <a:r>
              <a:rPr lang="en-US" sz="2400" b="1"/>
              <a:t>  5</a:t>
            </a:r>
          </a:p>
        </p:txBody>
      </p:sp>
      <p:sp>
        <p:nvSpPr>
          <p:cNvPr id="34832" name="Rectangle 15"/>
          <p:cNvSpPr>
            <a:spLocks noChangeArrowheads="1"/>
          </p:cNvSpPr>
          <p:nvPr/>
        </p:nvSpPr>
        <p:spPr bwMode="auto">
          <a:xfrm>
            <a:off x="1524000" y="4132263"/>
            <a:ext cx="5830888" cy="461962"/>
          </a:xfrm>
          <a:prstGeom prst="rect">
            <a:avLst/>
          </a:prstGeom>
          <a:noFill/>
          <a:ln w="9525">
            <a:noFill/>
            <a:miter lim="800000"/>
            <a:headEnd/>
            <a:tailEnd/>
          </a:ln>
        </p:spPr>
        <p:txBody>
          <a:bodyPr wrap="none" lIns="92075" tIns="46038" rIns="92075" bIns="46038">
            <a:spAutoFit/>
          </a:bodyPr>
          <a:lstStyle/>
          <a:p>
            <a:pPr eaLnBrk="0" hangingPunct="0"/>
            <a:r>
              <a:rPr lang="en-US" sz="2400" b="1"/>
              <a:t>0          1          2          3            4            5</a:t>
            </a:r>
            <a:endParaRPr lang="en-US" sz="2400"/>
          </a:p>
        </p:txBody>
      </p:sp>
      <p:sp>
        <p:nvSpPr>
          <p:cNvPr id="34833" name="Rectangle 16"/>
          <p:cNvSpPr>
            <a:spLocks noChangeArrowheads="1"/>
          </p:cNvSpPr>
          <p:nvPr/>
        </p:nvSpPr>
        <p:spPr bwMode="auto">
          <a:xfrm>
            <a:off x="6553200" y="4584700"/>
            <a:ext cx="1152525" cy="708025"/>
          </a:xfrm>
          <a:prstGeom prst="rect">
            <a:avLst/>
          </a:prstGeom>
          <a:noFill/>
          <a:ln w="76200">
            <a:solidFill>
              <a:srgbClr val="3333FF"/>
            </a:solidFill>
            <a:miter lim="800000"/>
            <a:headEnd type="none" w="sm" len="sm"/>
            <a:tailEnd type="none" w="sm" len="sm"/>
          </a:ln>
        </p:spPr>
        <p:txBody>
          <a:bodyPr wrap="none" anchor="ctr"/>
          <a:lstStyle/>
          <a:p>
            <a:pPr algn="ctr" eaLnBrk="0" hangingPunct="0"/>
            <a:r>
              <a:rPr lang="en-US" sz="2400" b="1">
                <a:solidFill>
                  <a:srgbClr val="3333FF"/>
                </a:solidFill>
              </a:rPr>
              <a:t>101</a:t>
            </a:r>
          </a:p>
        </p:txBody>
      </p:sp>
      <p:sp>
        <p:nvSpPr>
          <p:cNvPr id="34834" name="Text Box 17"/>
          <p:cNvSpPr txBox="1">
            <a:spLocks noChangeArrowheads="1"/>
          </p:cNvSpPr>
          <p:nvPr/>
        </p:nvSpPr>
        <p:spPr bwMode="auto">
          <a:xfrm>
            <a:off x="1990725" y="5524500"/>
            <a:ext cx="4572000" cy="457200"/>
          </a:xfrm>
          <a:prstGeom prst="rect">
            <a:avLst/>
          </a:prstGeom>
          <a:noFill/>
          <a:ln w="12700">
            <a:noFill/>
            <a:miter lim="800000"/>
            <a:headEnd type="none" w="sm" len="sm"/>
            <a:tailEnd type="none" w="sm" len="sm"/>
          </a:ln>
        </p:spPr>
        <p:txBody>
          <a:bodyPr wrap="none">
            <a:spAutoFit/>
          </a:bodyPr>
          <a:lstStyle/>
          <a:p>
            <a:pPr eaLnBrk="0" hangingPunct="0"/>
            <a:r>
              <a:rPr lang="en-US" sz="2400" b="1">
                <a:solidFill>
                  <a:srgbClr val="3333FF"/>
                </a:solidFill>
              </a:rPr>
              <a:t>Largest value correctly placed</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Algorithm</a:t>
            </a:r>
          </a:p>
        </p:txBody>
      </p:sp>
      <p:sp>
        <p:nvSpPr>
          <p:cNvPr id="3" name="Content Placeholder 2"/>
          <p:cNvSpPr>
            <a:spLocks noGrp="1"/>
          </p:cNvSpPr>
          <p:nvPr>
            <p:ph sz="quarter" idx="1"/>
          </p:nvPr>
        </p:nvSpPr>
        <p:spPr/>
        <p:txBody>
          <a:bodyPr/>
          <a:lstStyle/>
          <a:p>
            <a:r>
              <a:rPr lang="en-US" dirty="0" smtClean="0"/>
              <a:t>1. Do step 3 for </a:t>
            </a:r>
            <a:r>
              <a:rPr lang="en-US" i="1" dirty="0" err="1" smtClean="0"/>
              <a:t>i</a:t>
            </a:r>
            <a:r>
              <a:rPr lang="en-US" i="1" dirty="0" smtClean="0"/>
              <a:t> = 0 up to n –1.</a:t>
            </a:r>
          </a:p>
          <a:p>
            <a:r>
              <a:rPr lang="en-US" dirty="0" smtClean="0"/>
              <a:t>2. Do step 3 for </a:t>
            </a:r>
            <a:r>
              <a:rPr lang="en-US" i="1" dirty="0" smtClean="0"/>
              <a:t>j = 1 up to n –1-i.</a:t>
            </a:r>
          </a:p>
          <a:p>
            <a:r>
              <a:rPr lang="en-US" dirty="0" smtClean="0"/>
              <a:t>3. If the two consecutive elements </a:t>
            </a:r>
            <a:r>
              <a:rPr lang="en-US" i="1" dirty="0" err="1" smtClean="0"/>
              <a:t>sj</a:t>
            </a:r>
            <a:r>
              <a:rPr lang="en-US" i="1" dirty="0" smtClean="0"/>
              <a:t> and sj+1, are out of order, swap them.</a:t>
            </a:r>
          </a:p>
        </p:txBody>
      </p:sp>
      <p:sp>
        <p:nvSpPr>
          <p:cNvPr id="4" name="Slide Number Placeholder 5"/>
          <p:cNvSpPr>
            <a:spLocks noGrp="1"/>
          </p:cNvSpPr>
          <p:nvPr>
            <p:ph type="sldNum" sz="quarter" idx="12"/>
          </p:nvPr>
        </p:nvSpPr>
        <p:spPr bwMode="auto">
          <a:xfrm>
            <a:off x="612648" y="6356350"/>
            <a:ext cx="1981200" cy="365760"/>
          </a:xfrm>
          <a:noFill/>
          <a:ln>
            <a:miter lim="800000"/>
            <a:headEnd/>
            <a:tailEnd/>
          </a:ln>
        </p:spPr>
        <p:txBody>
          <a:bodyPr/>
          <a:lstStyle/>
          <a:p>
            <a:fld id="{23318B7D-B94A-4B8E-B15E-528393453063}" type="slidenum">
              <a:rPr lang="en-US"/>
              <a:pPr/>
              <a:t>14</a:t>
            </a:fld>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Sorting Program</a:t>
            </a:r>
            <a:endParaRPr lang="en-US" dirty="0"/>
          </a:p>
        </p:txBody>
      </p:sp>
      <p:sp>
        <p:nvSpPr>
          <p:cNvPr id="3" name="Content Placeholder 2"/>
          <p:cNvSpPr>
            <a:spLocks noGrp="1"/>
          </p:cNvSpPr>
          <p:nvPr>
            <p:ph sz="quarter" idx="1"/>
          </p:nvPr>
        </p:nvSpPr>
        <p:spPr/>
        <p:style>
          <a:lnRef idx="2">
            <a:schemeClr val="accent1"/>
          </a:lnRef>
          <a:fillRef idx="1">
            <a:schemeClr val="lt1"/>
          </a:fillRef>
          <a:effectRef idx="0">
            <a:schemeClr val="accent1"/>
          </a:effectRef>
          <a:fontRef idx="minor">
            <a:schemeClr val="dk1"/>
          </a:fontRef>
        </p:style>
        <p:txBody>
          <a:bodyPr>
            <a:noAutofit/>
          </a:bodyPr>
          <a:lstStyle/>
          <a:p>
            <a:pPr>
              <a:buNone/>
            </a:pPr>
            <a:r>
              <a:rPr lang="en-US" sz="1700" dirty="0" smtClean="0"/>
              <a:t>public class </a:t>
            </a:r>
            <a:r>
              <a:rPr lang="en-US" sz="1700" dirty="0" err="1" smtClean="0"/>
              <a:t>SortArray</a:t>
            </a:r>
            <a:r>
              <a:rPr lang="en-US" sz="1700" dirty="0" smtClean="0"/>
              <a:t> {</a:t>
            </a:r>
          </a:p>
          <a:p>
            <a:pPr>
              <a:buNone/>
            </a:pPr>
            <a:r>
              <a:rPr lang="en-US" sz="1700" dirty="0" smtClean="0"/>
              <a:t>    public static void main(String[] </a:t>
            </a:r>
            <a:r>
              <a:rPr lang="en-US" sz="1700" dirty="0" err="1" smtClean="0"/>
              <a:t>args</a:t>
            </a:r>
            <a:r>
              <a:rPr lang="en-US" sz="1700" dirty="0" smtClean="0"/>
              <a:t>) {</a:t>
            </a:r>
          </a:p>
          <a:p>
            <a:pPr>
              <a:buNone/>
            </a:pPr>
            <a:r>
              <a:rPr lang="en-US" sz="1700" dirty="0" smtClean="0"/>
              <a:t>          </a:t>
            </a:r>
            <a:r>
              <a:rPr lang="en-US" sz="1700" dirty="0" err="1" smtClean="0"/>
              <a:t>int</a:t>
            </a:r>
            <a:r>
              <a:rPr lang="en-US" sz="1700" dirty="0" smtClean="0"/>
              <a:t>[] a = {42,77,35,12,101,5};</a:t>
            </a:r>
          </a:p>
          <a:p>
            <a:pPr lvl="2">
              <a:buNone/>
            </a:pPr>
            <a:r>
              <a:rPr lang="en-US" sz="1700" dirty="0" smtClean="0"/>
              <a:t>pri</a:t>
            </a:r>
            <a:r>
              <a:rPr lang="en-US" sz="1700" dirty="0" smtClean="0">
                <a:sym typeface="Symbol" pitchFamily="-1" charset="2"/>
              </a:rPr>
              <a:t>nt(a);</a:t>
            </a:r>
          </a:p>
          <a:p>
            <a:pPr lvl="2">
              <a:buNone/>
            </a:pPr>
            <a:r>
              <a:rPr lang="en-US" sz="1700" b="1" dirty="0" err="1" smtClean="0">
                <a:sym typeface="Symbol" pitchFamily="-1" charset="2"/>
              </a:rPr>
              <a:t>bubbleSort</a:t>
            </a:r>
            <a:r>
              <a:rPr lang="en-US" sz="1700" b="1" dirty="0" smtClean="0">
                <a:sym typeface="Symbol" pitchFamily="-1" charset="2"/>
              </a:rPr>
              <a:t>(a);  </a:t>
            </a:r>
          </a:p>
          <a:p>
            <a:pPr lvl="2">
              <a:buNone/>
            </a:pPr>
            <a:r>
              <a:rPr lang="en-US" sz="1700" dirty="0" smtClean="0">
                <a:sym typeface="Symbol" pitchFamily="-1" charset="2"/>
              </a:rPr>
              <a:t>print(c);</a:t>
            </a:r>
          </a:p>
          <a:p>
            <a:pPr lvl="1">
              <a:buNone/>
            </a:pPr>
            <a:r>
              <a:rPr lang="en-US" sz="1700" dirty="0" smtClean="0">
                <a:sym typeface="Symbol" pitchFamily="-1" charset="2"/>
              </a:rPr>
              <a:t>} ///end main</a:t>
            </a:r>
            <a:endParaRPr lang="en-US" sz="1700" dirty="0" smtClean="0"/>
          </a:p>
          <a:p>
            <a:pPr>
              <a:buNone/>
            </a:pPr>
            <a:r>
              <a:rPr lang="en-US" sz="1700" dirty="0" smtClean="0"/>
              <a:t>     public static void print(</a:t>
            </a:r>
            <a:r>
              <a:rPr lang="en-US" sz="1700" dirty="0" err="1" smtClean="0"/>
              <a:t>int</a:t>
            </a:r>
            <a:r>
              <a:rPr lang="en-US" sz="1700" dirty="0" smtClean="0"/>
              <a:t>[] a) {</a:t>
            </a:r>
          </a:p>
          <a:p>
            <a:pPr>
              <a:buNone/>
            </a:pPr>
            <a:r>
              <a:rPr lang="en-US" sz="1700" dirty="0" smtClean="0"/>
              <a:t>        </a:t>
            </a:r>
            <a:r>
              <a:rPr lang="en-US" sz="1700" dirty="0" err="1" smtClean="0"/>
              <a:t>System.out.printf</a:t>
            </a:r>
            <a:r>
              <a:rPr lang="en-US" sz="1700" dirty="0" smtClean="0"/>
              <a:t>("{%d", a[0]);</a:t>
            </a:r>
          </a:p>
          <a:p>
            <a:pPr>
              <a:buNone/>
            </a:pPr>
            <a:r>
              <a:rPr lang="en-US" sz="1700" dirty="0" smtClean="0"/>
              <a:t>        for (</a:t>
            </a:r>
            <a:r>
              <a:rPr lang="en-US" sz="1700" dirty="0" err="1" smtClean="0"/>
              <a:t>int</a:t>
            </a:r>
            <a:r>
              <a:rPr lang="en-US" sz="1700" dirty="0" smtClean="0"/>
              <a:t> </a:t>
            </a:r>
            <a:r>
              <a:rPr lang="en-US" sz="1700" dirty="0" err="1" smtClean="0"/>
              <a:t>i</a:t>
            </a:r>
            <a:r>
              <a:rPr lang="en-US" sz="1700" dirty="0" smtClean="0"/>
              <a:t> = 1; </a:t>
            </a:r>
            <a:r>
              <a:rPr lang="en-US" sz="1700" dirty="0" err="1" smtClean="0"/>
              <a:t>i</a:t>
            </a:r>
            <a:r>
              <a:rPr lang="en-US" sz="1700" dirty="0" smtClean="0"/>
              <a:t> &lt; </a:t>
            </a:r>
            <a:r>
              <a:rPr lang="en-US" sz="1700" dirty="0" err="1" smtClean="0"/>
              <a:t>a.length</a:t>
            </a:r>
            <a:r>
              <a:rPr lang="en-US" sz="1700" dirty="0" smtClean="0"/>
              <a:t>; </a:t>
            </a:r>
            <a:r>
              <a:rPr lang="en-US" sz="1700" dirty="0" err="1" smtClean="0"/>
              <a:t>i</a:t>
            </a:r>
            <a:r>
              <a:rPr lang="en-US" sz="1700" dirty="0" smtClean="0"/>
              <a:t>++) {</a:t>
            </a:r>
          </a:p>
          <a:p>
            <a:pPr>
              <a:buNone/>
            </a:pPr>
            <a:r>
              <a:rPr lang="en-US" sz="1700" dirty="0" smtClean="0"/>
              <a:t>            </a:t>
            </a:r>
            <a:r>
              <a:rPr lang="en-US" sz="1700" dirty="0" err="1" smtClean="0"/>
              <a:t>System.out.printf</a:t>
            </a:r>
            <a:r>
              <a:rPr lang="en-US" sz="1700" dirty="0" smtClean="0"/>
              <a:t>(", %d", a[</a:t>
            </a:r>
            <a:r>
              <a:rPr lang="en-US" sz="1700" dirty="0" err="1" smtClean="0"/>
              <a:t>i</a:t>
            </a:r>
            <a:r>
              <a:rPr lang="en-US" sz="1700" dirty="0" smtClean="0"/>
              <a:t>]);</a:t>
            </a:r>
          </a:p>
          <a:p>
            <a:pPr>
              <a:buNone/>
            </a:pPr>
            <a:r>
              <a:rPr lang="en-US" sz="1700" dirty="0" smtClean="0"/>
              <a:t>        }</a:t>
            </a:r>
          </a:p>
          <a:p>
            <a:pPr>
              <a:buNone/>
            </a:pPr>
            <a:r>
              <a:rPr lang="en-US" sz="1700" dirty="0" smtClean="0"/>
              <a:t>        </a:t>
            </a:r>
            <a:r>
              <a:rPr lang="en-US" sz="1700" dirty="0" err="1" smtClean="0"/>
              <a:t>System.out.println</a:t>
            </a:r>
            <a:r>
              <a:rPr lang="en-US" sz="1700" dirty="0" smtClean="0"/>
              <a:t>("}");</a:t>
            </a:r>
          </a:p>
          <a:p>
            <a:pPr>
              <a:buNone/>
            </a:pPr>
            <a:r>
              <a:rPr lang="en-US" sz="1700" dirty="0" smtClean="0"/>
              <a:t>    }</a:t>
            </a:r>
          </a:p>
          <a:p>
            <a:pPr lvl="2">
              <a:buNone/>
            </a:pPr>
            <a:endParaRPr lang="en-US" sz="1700" dirty="0" smtClean="0"/>
          </a:p>
          <a:p>
            <a:pPr>
              <a:buNone/>
            </a:pPr>
            <a:endParaRPr lang="en-US" sz="1700" dirty="0" smtClean="0"/>
          </a:p>
        </p:txBody>
      </p:sp>
      <p:sp>
        <p:nvSpPr>
          <p:cNvPr id="6" name="Content Placeholder 5"/>
          <p:cNvSpPr>
            <a:spLocks noGrp="1"/>
          </p:cNvSpPr>
          <p:nvPr>
            <p:ph sz="quarter" idx="2"/>
          </p:nvPr>
        </p:nvSpPr>
        <p:spPr/>
        <p:style>
          <a:lnRef idx="2">
            <a:schemeClr val="accent1"/>
          </a:lnRef>
          <a:fillRef idx="1">
            <a:schemeClr val="lt1"/>
          </a:fillRef>
          <a:effectRef idx="0">
            <a:schemeClr val="accent1"/>
          </a:effectRef>
          <a:fontRef idx="minor">
            <a:schemeClr val="dk1"/>
          </a:fontRef>
        </p:style>
        <p:txBody>
          <a:bodyPr>
            <a:normAutofit/>
          </a:bodyPr>
          <a:lstStyle/>
          <a:p>
            <a:pPr>
              <a:lnSpc>
                <a:spcPct val="80000"/>
              </a:lnSpc>
              <a:buNone/>
            </a:pPr>
            <a:r>
              <a:rPr lang="en-US" sz="1700" dirty="0" smtClean="0">
                <a:latin typeface="Courier New" pitchFamily="-1" charset="0"/>
                <a:sym typeface="Symbol" pitchFamily="-1" charset="2"/>
              </a:rPr>
              <a:t>public static void swap(</a:t>
            </a:r>
            <a:r>
              <a:rPr lang="en-US" sz="1700" dirty="0" err="1" smtClean="0">
                <a:latin typeface="Courier New" pitchFamily="-1" charset="0"/>
                <a:sym typeface="Symbol" pitchFamily="-1" charset="2"/>
              </a:rPr>
              <a:t>int</a:t>
            </a:r>
            <a:r>
              <a:rPr lang="en-US" sz="1700" dirty="0" smtClean="0">
                <a:latin typeface="Courier New" pitchFamily="-1" charset="0"/>
                <a:sym typeface="Symbol" pitchFamily="-1" charset="2"/>
              </a:rPr>
              <a:t>[] a, </a:t>
            </a:r>
            <a:r>
              <a:rPr lang="en-US" sz="1700" dirty="0" err="1" smtClean="0">
                <a:latin typeface="Courier New" pitchFamily="-1" charset="0"/>
                <a:sym typeface="Symbol" pitchFamily="-1" charset="2"/>
              </a:rPr>
              <a:t>int</a:t>
            </a:r>
            <a:r>
              <a:rPr lang="en-US" sz="1700" dirty="0" smtClean="0">
                <a:latin typeface="Courier New" pitchFamily="-1" charset="0"/>
                <a:sym typeface="Symbol" pitchFamily="-1" charset="2"/>
              </a:rPr>
              <a:t> </a:t>
            </a:r>
            <a:r>
              <a:rPr lang="en-US" sz="1700" dirty="0" err="1" smtClean="0">
                <a:latin typeface="Courier New" pitchFamily="-1" charset="0"/>
                <a:sym typeface="Symbol" pitchFamily="-1" charset="2"/>
              </a:rPr>
              <a:t>x,int</a:t>
            </a:r>
            <a:r>
              <a:rPr lang="en-US" sz="1700" dirty="0" smtClean="0">
                <a:latin typeface="Courier New" pitchFamily="-1" charset="0"/>
                <a:sym typeface="Symbol" pitchFamily="-1" charset="2"/>
              </a:rPr>
              <a:t> y) {</a:t>
            </a:r>
          </a:p>
          <a:p>
            <a:pPr>
              <a:lnSpc>
                <a:spcPct val="80000"/>
              </a:lnSpc>
              <a:buNone/>
            </a:pPr>
            <a:r>
              <a:rPr lang="en-US" sz="1700" dirty="0" smtClean="0">
                <a:latin typeface="Courier New" pitchFamily="-1" charset="0"/>
                <a:sym typeface="Symbol" pitchFamily="-1" charset="2"/>
              </a:rPr>
              <a:t>		</a:t>
            </a:r>
            <a:r>
              <a:rPr lang="en-US" sz="1700" dirty="0" err="1" smtClean="0">
                <a:latin typeface="Courier New" pitchFamily="-1" charset="0"/>
                <a:sym typeface="Symbol" pitchFamily="-1" charset="2"/>
              </a:rPr>
              <a:t>int</a:t>
            </a:r>
            <a:r>
              <a:rPr lang="en-US" sz="1700" dirty="0" smtClean="0">
                <a:latin typeface="Courier New" pitchFamily="-1" charset="0"/>
                <a:sym typeface="Symbol" pitchFamily="-1" charset="2"/>
              </a:rPr>
              <a:t> temp= a[x];</a:t>
            </a:r>
          </a:p>
          <a:p>
            <a:pPr>
              <a:lnSpc>
                <a:spcPct val="80000"/>
              </a:lnSpc>
              <a:buNone/>
            </a:pPr>
            <a:r>
              <a:rPr lang="en-US" sz="1700" dirty="0" smtClean="0">
                <a:latin typeface="Courier New" pitchFamily="-1" charset="0"/>
                <a:sym typeface="Symbol" pitchFamily="-1" charset="2"/>
              </a:rPr>
              <a:t>		a[y]=a[x];</a:t>
            </a:r>
          </a:p>
          <a:p>
            <a:pPr>
              <a:lnSpc>
                <a:spcPct val="80000"/>
              </a:lnSpc>
              <a:buNone/>
            </a:pPr>
            <a:r>
              <a:rPr lang="en-US" sz="1700" dirty="0" smtClean="0">
                <a:latin typeface="Courier New" pitchFamily="-1" charset="0"/>
                <a:sym typeface="Symbol" pitchFamily="-1" charset="2"/>
              </a:rPr>
              <a:t>		a[x]=temp</a:t>
            </a:r>
          </a:p>
          <a:p>
            <a:pPr>
              <a:lnSpc>
                <a:spcPct val="80000"/>
              </a:lnSpc>
              <a:buNone/>
            </a:pPr>
            <a:r>
              <a:rPr lang="en-US" sz="1700" dirty="0" smtClean="0">
                <a:latin typeface="Courier New" pitchFamily="-1" charset="0"/>
                <a:sym typeface="Symbol" pitchFamily="-1" charset="2"/>
              </a:rPr>
              <a:t>	}</a:t>
            </a:r>
          </a:p>
          <a:p>
            <a:endParaRPr lang="en-US" sz="1700" dirty="0"/>
          </a:p>
        </p:txBody>
      </p:sp>
      <p:sp>
        <p:nvSpPr>
          <p:cNvPr id="7" name="Slide Number Placeholder 5"/>
          <p:cNvSpPr>
            <a:spLocks noGrp="1"/>
          </p:cNvSpPr>
          <p:nvPr>
            <p:ph type="sldNum" sz="quarter" idx="12"/>
          </p:nvPr>
        </p:nvSpPr>
        <p:spPr bwMode="auto">
          <a:xfrm>
            <a:off x="612648" y="6356350"/>
            <a:ext cx="1981200" cy="365760"/>
          </a:xfrm>
          <a:noFill/>
          <a:ln>
            <a:miter lim="800000"/>
            <a:headEnd/>
            <a:tailEnd/>
          </a:ln>
        </p:spPr>
        <p:txBody>
          <a:bodyPr/>
          <a:lstStyle/>
          <a:p>
            <a:fld id="{23318B7D-B94A-4B8E-B15E-528393453063}" type="slidenum">
              <a:rPr lang="en-US"/>
              <a:pPr/>
              <a:t>15</a:t>
            </a:fld>
            <a:endParaRPr lang="en-US"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pPr eaLnBrk="1" hangingPunct="1"/>
            <a:r>
              <a:rPr lang="en-US" dirty="0" smtClean="0"/>
              <a:t>Bubble sort code</a:t>
            </a:r>
          </a:p>
        </p:txBody>
      </p:sp>
      <p:sp>
        <p:nvSpPr>
          <p:cNvPr id="35843" name="Slide Number Placeholder 4"/>
          <p:cNvSpPr>
            <a:spLocks noGrp="1"/>
          </p:cNvSpPr>
          <p:nvPr>
            <p:ph type="sldNum" sz="quarter" idx="12"/>
          </p:nvPr>
        </p:nvSpPr>
        <p:spPr bwMode="auto">
          <a:noFill/>
          <a:ln>
            <a:miter lim="800000"/>
            <a:headEnd/>
            <a:tailEnd/>
          </a:ln>
        </p:spPr>
        <p:txBody>
          <a:bodyPr/>
          <a:lstStyle/>
          <a:p>
            <a:fld id="{75836BE8-9747-484E-A504-0A2677630429}" type="slidenum">
              <a:rPr lang="en-US"/>
              <a:pPr/>
              <a:t>16</a:t>
            </a:fld>
            <a:endParaRPr lang="en-US"/>
          </a:p>
        </p:txBody>
      </p:sp>
      <p:sp>
        <p:nvSpPr>
          <p:cNvPr id="35844" name="Rectangle 3"/>
          <p:cNvSpPr>
            <a:spLocks noGrp="1" noChangeArrowheads="1"/>
          </p:cNvSpPr>
          <p:nvPr>
            <p:ph sz="quarter" idx="1"/>
          </p:nvPr>
        </p:nvSpPr>
        <p:spPr>
          <a:xfrm>
            <a:off x="457200" y="1219200"/>
            <a:ext cx="8229600" cy="4937125"/>
          </a:xfrm>
        </p:spPr>
        <p:style>
          <a:lnRef idx="2">
            <a:schemeClr val="accent1"/>
          </a:lnRef>
          <a:fillRef idx="1">
            <a:schemeClr val="lt1"/>
          </a:fillRef>
          <a:effectRef idx="0">
            <a:schemeClr val="accent1"/>
          </a:effectRef>
          <a:fontRef idx="minor">
            <a:schemeClr val="dk1"/>
          </a:fontRef>
        </p:style>
        <p:txBody>
          <a:bodyPr>
            <a:normAutofit/>
          </a:bodyPr>
          <a:lstStyle/>
          <a:p>
            <a:pPr eaLnBrk="1" hangingPunct="1">
              <a:lnSpc>
                <a:spcPct val="80000"/>
              </a:lnSpc>
              <a:buFont typeface="Wingdings" pitchFamily="-1" charset="2"/>
              <a:buNone/>
            </a:pPr>
            <a:r>
              <a:rPr lang="en-US" sz="2000" dirty="0" smtClean="0">
                <a:latin typeface="Courier New" pitchFamily="-1" charset="0"/>
                <a:sym typeface="Symbol" pitchFamily="-1" charset="2"/>
              </a:rPr>
              <a:t>public static void </a:t>
            </a:r>
            <a:r>
              <a:rPr lang="en-US" sz="2000" dirty="0" err="1" smtClean="0">
                <a:latin typeface="Courier New" pitchFamily="-1" charset="0"/>
                <a:sym typeface="Symbol" pitchFamily="-1" charset="2"/>
              </a:rPr>
              <a:t>bubbleSort</a:t>
            </a:r>
            <a:r>
              <a:rPr lang="en-US" sz="2000" dirty="0" smtClean="0">
                <a:latin typeface="Courier New" pitchFamily="-1" charset="0"/>
                <a:sym typeface="Symbol" pitchFamily="-1" charset="2"/>
              </a:rPr>
              <a:t>(</a:t>
            </a:r>
            <a:r>
              <a:rPr lang="en-US" sz="2000" dirty="0" err="1" smtClean="0">
                <a:latin typeface="Courier New" pitchFamily="-1" charset="0"/>
                <a:sym typeface="Symbol" pitchFamily="-1" charset="2"/>
              </a:rPr>
              <a:t>int</a:t>
            </a:r>
            <a:r>
              <a:rPr lang="en-US" sz="2000" dirty="0" smtClean="0">
                <a:latin typeface="Courier New" pitchFamily="-1" charset="0"/>
                <a:sym typeface="Symbol" pitchFamily="-1" charset="2"/>
              </a:rPr>
              <a:t>[] a) {</a:t>
            </a:r>
          </a:p>
          <a:p>
            <a:pPr eaLnBrk="1" hangingPunct="1">
              <a:lnSpc>
                <a:spcPct val="80000"/>
              </a:lnSpc>
              <a:buFont typeface="Wingdings" pitchFamily="-1" charset="2"/>
              <a:buNone/>
            </a:pPr>
            <a:r>
              <a:rPr lang="en-US" sz="2000" dirty="0" smtClean="0">
                <a:latin typeface="Courier New" pitchFamily="-1" charset="0"/>
                <a:sym typeface="Symbol" pitchFamily="-1" charset="2"/>
              </a:rPr>
              <a:t>    for (</a:t>
            </a:r>
            <a:r>
              <a:rPr lang="en-US" sz="2000" dirty="0" err="1" smtClean="0">
                <a:latin typeface="Courier New" pitchFamily="-1" charset="0"/>
                <a:sym typeface="Symbol" pitchFamily="-1" charset="2"/>
              </a:rPr>
              <a:t>int</a:t>
            </a:r>
            <a:r>
              <a:rPr lang="en-US" sz="2000" dirty="0" smtClean="0">
                <a:latin typeface="Courier New" pitchFamily="-1" charset="0"/>
                <a:sym typeface="Symbol" pitchFamily="-1" charset="2"/>
              </a:rPr>
              <a:t> </a:t>
            </a:r>
            <a:r>
              <a:rPr lang="en-US" sz="2000" dirty="0" err="1" smtClean="0">
                <a:latin typeface="Courier New" pitchFamily="-1" charset="0"/>
                <a:sym typeface="Symbol" pitchFamily="-1" charset="2"/>
              </a:rPr>
              <a:t>i</a:t>
            </a:r>
            <a:r>
              <a:rPr lang="en-US" sz="2000" dirty="0" smtClean="0">
                <a:latin typeface="Courier New" pitchFamily="-1" charset="0"/>
                <a:sym typeface="Symbol" pitchFamily="-1" charset="2"/>
              </a:rPr>
              <a:t> = 0; </a:t>
            </a:r>
            <a:r>
              <a:rPr lang="en-US" sz="2000" dirty="0" err="1" smtClean="0">
                <a:latin typeface="Courier New" pitchFamily="-1" charset="0"/>
                <a:sym typeface="Symbol" pitchFamily="-1" charset="2"/>
              </a:rPr>
              <a:t>i</a:t>
            </a:r>
            <a:r>
              <a:rPr lang="en-US" sz="2000" dirty="0" smtClean="0">
                <a:latin typeface="Courier New" pitchFamily="-1" charset="0"/>
                <a:sym typeface="Symbol" pitchFamily="-1" charset="2"/>
              </a:rPr>
              <a:t> &lt; </a:t>
            </a:r>
            <a:r>
              <a:rPr lang="en-US" sz="2000" dirty="0" err="1" smtClean="0">
                <a:latin typeface="Courier New" pitchFamily="-1" charset="0"/>
                <a:sym typeface="Symbol" pitchFamily="-1" charset="2"/>
              </a:rPr>
              <a:t>a.length</a:t>
            </a:r>
            <a:r>
              <a:rPr lang="en-US" sz="2000" dirty="0" smtClean="0">
                <a:latin typeface="Courier New" pitchFamily="-1" charset="0"/>
                <a:sym typeface="Symbol" pitchFamily="-1" charset="2"/>
              </a:rPr>
              <a:t>; </a:t>
            </a:r>
            <a:r>
              <a:rPr lang="en-US" sz="2000" dirty="0" err="1" smtClean="0">
                <a:latin typeface="Courier New" pitchFamily="-1" charset="0"/>
                <a:sym typeface="Symbol" pitchFamily="-1" charset="2"/>
              </a:rPr>
              <a:t>i</a:t>
            </a:r>
            <a:r>
              <a:rPr lang="en-US" sz="2000" dirty="0" smtClean="0">
                <a:latin typeface="Courier New" pitchFamily="-1" charset="0"/>
                <a:sym typeface="Symbol" pitchFamily="-1" charset="2"/>
              </a:rPr>
              <a:t>++) {</a:t>
            </a:r>
          </a:p>
          <a:p>
            <a:pPr eaLnBrk="1" hangingPunct="1">
              <a:lnSpc>
                <a:spcPct val="80000"/>
              </a:lnSpc>
              <a:buFont typeface="Wingdings" pitchFamily="-1" charset="2"/>
              <a:buNone/>
            </a:pPr>
            <a:r>
              <a:rPr lang="en-US" sz="2000" dirty="0" smtClean="0">
                <a:latin typeface="Courier New" pitchFamily="-1" charset="0"/>
                <a:sym typeface="Symbol" pitchFamily="-1" charset="2"/>
              </a:rPr>
              <a:t>        for (</a:t>
            </a:r>
            <a:r>
              <a:rPr lang="en-US" sz="2000" dirty="0" err="1" smtClean="0">
                <a:latin typeface="Courier New" pitchFamily="-1" charset="0"/>
                <a:sym typeface="Symbol" pitchFamily="-1" charset="2"/>
              </a:rPr>
              <a:t>int</a:t>
            </a:r>
            <a:r>
              <a:rPr lang="en-US" sz="2000" dirty="0" smtClean="0">
                <a:latin typeface="Courier New" pitchFamily="-1" charset="0"/>
                <a:sym typeface="Symbol" pitchFamily="-1" charset="2"/>
              </a:rPr>
              <a:t> j = 1; j &lt; </a:t>
            </a:r>
            <a:r>
              <a:rPr lang="en-US" sz="2000" dirty="0" err="1" smtClean="0">
                <a:latin typeface="Courier New" pitchFamily="-1" charset="0"/>
                <a:sym typeface="Symbol" pitchFamily="-1" charset="2"/>
              </a:rPr>
              <a:t>a.length</a:t>
            </a:r>
            <a:r>
              <a:rPr lang="en-US" sz="2000" dirty="0" smtClean="0">
                <a:latin typeface="Courier New" pitchFamily="-1" charset="0"/>
                <a:sym typeface="Symbol" pitchFamily="-1" charset="2"/>
              </a:rPr>
              <a:t> - </a:t>
            </a:r>
            <a:r>
              <a:rPr lang="en-US" sz="2000" dirty="0" err="1" smtClean="0">
                <a:latin typeface="Courier New" pitchFamily="-1" charset="0"/>
                <a:sym typeface="Symbol" pitchFamily="-1" charset="2"/>
              </a:rPr>
              <a:t>i</a:t>
            </a:r>
            <a:r>
              <a:rPr lang="en-US" sz="2000" dirty="0" smtClean="0">
                <a:latin typeface="Courier New" pitchFamily="-1" charset="0"/>
                <a:sym typeface="Symbol" pitchFamily="-1" charset="2"/>
              </a:rPr>
              <a:t>; j++) {</a:t>
            </a:r>
          </a:p>
          <a:p>
            <a:pPr eaLnBrk="1" hangingPunct="1">
              <a:lnSpc>
                <a:spcPct val="80000"/>
              </a:lnSpc>
              <a:buFont typeface="Wingdings" pitchFamily="-1" charset="2"/>
              <a:buNone/>
            </a:pPr>
            <a:r>
              <a:rPr lang="en-US" sz="2000" dirty="0" smtClean="0">
                <a:latin typeface="Courier New" pitchFamily="-1" charset="0"/>
                <a:sym typeface="Symbol" pitchFamily="-1" charset="2"/>
              </a:rPr>
              <a:t>            // swap adjacent out-of-order elements</a:t>
            </a:r>
          </a:p>
          <a:p>
            <a:pPr eaLnBrk="1" hangingPunct="1">
              <a:lnSpc>
                <a:spcPct val="80000"/>
              </a:lnSpc>
              <a:buFont typeface="Wingdings" pitchFamily="-1" charset="2"/>
              <a:buNone/>
            </a:pPr>
            <a:r>
              <a:rPr lang="en-US" sz="2000" dirty="0" smtClean="0">
                <a:latin typeface="Courier New" pitchFamily="-1" charset="0"/>
                <a:sym typeface="Symbol" pitchFamily="-1" charset="2"/>
              </a:rPr>
              <a:t>            if (a[j-1] &gt; a[j]) {</a:t>
            </a:r>
          </a:p>
          <a:p>
            <a:pPr eaLnBrk="1" hangingPunct="1">
              <a:lnSpc>
                <a:spcPct val="80000"/>
              </a:lnSpc>
              <a:buFont typeface="Wingdings" pitchFamily="-1" charset="2"/>
              <a:buNone/>
            </a:pPr>
            <a:r>
              <a:rPr lang="en-US" sz="2000" dirty="0" smtClean="0">
                <a:latin typeface="Courier New" pitchFamily="-1" charset="0"/>
                <a:sym typeface="Symbol" pitchFamily="-1" charset="2"/>
              </a:rPr>
              <a:t>                swap(a, j-1, j);</a:t>
            </a:r>
          </a:p>
          <a:p>
            <a:pPr eaLnBrk="1" hangingPunct="1">
              <a:lnSpc>
                <a:spcPct val="80000"/>
              </a:lnSpc>
              <a:buFont typeface="Wingdings" pitchFamily="-1" charset="2"/>
              <a:buNone/>
            </a:pPr>
            <a:r>
              <a:rPr lang="en-US" sz="2000" dirty="0" smtClean="0">
                <a:latin typeface="Courier New" pitchFamily="-1" charset="0"/>
                <a:sym typeface="Symbol" pitchFamily="-1" charset="2"/>
              </a:rPr>
              <a:t>            }</a:t>
            </a:r>
          </a:p>
          <a:p>
            <a:pPr eaLnBrk="1" hangingPunct="1">
              <a:lnSpc>
                <a:spcPct val="80000"/>
              </a:lnSpc>
              <a:buFont typeface="Wingdings" pitchFamily="-1" charset="2"/>
              <a:buNone/>
            </a:pPr>
            <a:r>
              <a:rPr lang="en-US" sz="2000" dirty="0" smtClean="0">
                <a:latin typeface="Courier New" pitchFamily="-1" charset="0"/>
                <a:sym typeface="Symbol" pitchFamily="-1" charset="2"/>
              </a:rPr>
              <a:t>        }</a:t>
            </a:r>
          </a:p>
          <a:p>
            <a:pPr eaLnBrk="1" hangingPunct="1">
              <a:lnSpc>
                <a:spcPct val="80000"/>
              </a:lnSpc>
              <a:buFont typeface="Wingdings" pitchFamily="-1" charset="2"/>
              <a:buNone/>
            </a:pPr>
            <a:r>
              <a:rPr lang="en-US" sz="2000" dirty="0" smtClean="0">
                <a:latin typeface="Courier New" pitchFamily="-1" charset="0"/>
                <a:sym typeface="Symbol" pitchFamily="-1" charset="2"/>
              </a:rPr>
              <a:t>    }</a:t>
            </a:r>
          </a:p>
          <a:p>
            <a:pPr eaLnBrk="1" hangingPunct="1">
              <a:lnSpc>
                <a:spcPct val="80000"/>
              </a:lnSpc>
              <a:buFont typeface="Wingdings" pitchFamily="-1" charset="2"/>
              <a:buNone/>
            </a:pPr>
            <a:endParaRPr lang="en-US" sz="2000" dirty="0" smtClean="0">
              <a:latin typeface="Courier New" pitchFamily="-1" charset="0"/>
              <a:sym typeface="Symbol" pitchFamily="-1" charset="2"/>
            </a:endParaRPr>
          </a:p>
          <a:p>
            <a:pPr eaLnBrk="1" hangingPunct="1">
              <a:lnSpc>
                <a:spcPct val="80000"/>
              </a:lnSpc>
              <a:buFont typeface="Wingdings" pitchFamily="-1" charset="2"/>
              <a:buNone/>
            </a:pPr>
            <a:r>
              <a:rPr lang="en-US" sz="2000" dirty="0" smtClean="0">
                <a:latin typeface="Courier New" pitchFamily="-1" charset="0"/>
                <a:sym typeface="Symbol" pitchFamily="-1" charset="2"/>
              </a:rPr>
              <a:t>}//end class</a:t>
            </a:r>
          </a:p>
        </p:txBody>
      </p:sp>
    </p:spTree>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ChangeArrowheads="1"/>
          </p:cNvSpPr>
          <p:nvPr>
            <p:ph type="title"/>
          </p:nvPr>
        </p:nvSpPr>
        <p:spPr/>
        <p:txBody>
          <a:bodyPr/>
          <a:lstStyle/>
          <a:p>
            <a:pPr eaLnBrk="1" hangingPunct="1"/>
            <a:r>
              <a:rPr lang="en-US" dirty="0" smtClean="0"/>
              <a:t>Bubble sort runtime</a:t>
            </a:r>
          </a:p>
        </p:txBody>
      </p:sp>
      <p:sp>
        <p:nvSpPr>
          <p:cNvPr id="36868" name="Slide Number Placeholder 5"/>
          <p:cNvSpPr>
            <a:spLocks noGrp="1"/>
          </p:cNvSpPr>
          <p:nvPr>
            <p:ph type="sldNum" sz="quarter" idx="12"/>
          </p:nvPr>
        </p:nvSpPr>
        <p:spPr bwMode="auto">
          <a:noFill/>
          <a:ln>
            <a:miter lim="800000"/>
            <a:headEnd/>
            <a:tailEnd/>
          </a:ln>
        </p:spPr>
        <p:txBody>
          <a:bodyPr/>
          <a:lstStyle/>
          <a:p>
            <a:fld id="{23318B7D-B94A-4B8E-B15E-528393453063}" type="slidenum">
              <a:rPr lang="en-US"/>
              <a:pPr/>
              <a:t>17</a:t>
            </a:fld>
            <a:endParaRPr lang="en-US" dirty="0"/>
          </a:p>
        </p:txBody>
      </p:sp>
      <p:sp>
        <p:nvSpPr>
          <p:cNvPr id="2" name="Rectangle 3"/>
          <p:cNvSpPr>
            <a:spLocks noGrp="1" noChangeArrowheads="1"/>
          </p:cNvSpPr>
          <p:nvPr>
            <p:ph sz="quarter" idx="1"/>
          </p:nvPr>
        </p:nvSpPr>
        <p:spPr>
          <a:xfrm>
            <a:off x="457200" y="1219200"/>
            <a:ext cx="8229600" cy="4937125"/>
          </a:xfrm>
        </p:spPr>
        <p:txBody>
          <a:bodyPr>
            <a:normAutofit lnSpcReduction="10000"/>
          </a:bodyPr>
          <a:lstStyle/>
          <a:p>
            <a:pPr eaLnBrk="1" hangingPunct="1">
              <a:lnSpc>
                <a:spcPct val="80000"/>
              </a:lnSpc>
            </a:pPr>
            <a:r>
              <a:rPr lang="en-US" sz="2400" dirty="0" smtClean="0"/>
              <a:t>Running time (# comparisons) for input size </a:t>
            </a:r>
            <a:r>
              <a:rPr lang="en-US" sz="2400" i="1" dirty="0" smtClean="0"/>
              <a:t>n</a:t>
            </a:r>
            <a:r>
              <a:rPr lang="en-US" sz="2400" dirty="0" smtClean="0"/>
              <a:t>:</a:t>
            </a:r>
          </a:p>
          <a:p>
            <a:pPr lvl="1" eaLnBrk="1" hangingPunct="1">
              <a:lnSpc>
                <a:spcPct val="80000"/>
              </a:lnSpc>
            </a:pPr>
            <a:endParaRPr lang="en-US" sz="2100" dirty="0" smtClean="0"/>
          </a:p>
          <a:p>
            <a:pPr lvl="1" eaLnBrk="1" hangingPunct="1">
              <a:lnSpc>
                <a:spcPct val="80000"/>
              </a:lnSpc>
            </a:pPr>
            <a:endParaRPr lang="en-US" sz="2100" dirty="0" smtClean="0"/>
          </a:p>
          <a:p>
            <a:pPr lvl="1" eaLnBrk="1" hangingPunct="1">
              <a:lnSpc>
                <a:spcPct val="80000"/>
              </a:lnSpc>
            </a:pPr>
            <a:endParaRPr lang="en-US" sz="2100" dirty="0" smtClean="0"/>
          </a:p>
          <a:p>
            <a:pPr lvl="1" eaLnBrk="1" hangingPunct="1">
              <a:lnSpc>
                <a:spcPct val="80000"/>
              </a:lnSpc>
            </a:pPr>
            <a:endParaRPr lang="en-US" sz="2100" dirty="0" smtClean="0"/>
          </a:p>
          <a:p>
            <a:pPr lvl="1" eaLnBrk="1" hangingPunct="1">
              <a:lnSpc>
                <a:spcPct val="80000"/>
              </a:lnSpc>
            </a:pPr>
            <a:endParaRPr lang="en-US" sz="2100" dirty="0" smtClean="0"/>
          </a:p>
          <a:p>
            <a:pPr lvl="1" eaLnBrk="1" hangingPunct="1">
              <a:lnSpc>
                <a:spcPct val="80000"/>
              </a:lnSpc>
            </a:pPr>
            <a:endParaRPr lang="en-US" sz="2100" dirty="0" smtClean="0"/>
          </a:p>
          <a:p>
            <a:pPr lvl="1" eaLnBrk="1" hangingPunct="1">
              <a:lnSpc>
                <a:spcPct val="80000"/>
              </a:lnSpc>
            </a:pPr>
            <a:endParaRPr lang="en-US" sz="2100" dirty="0" smtClean="0"/>
          </a:p>
          <a:p>
            <a:pPr lvl="1" eaLnBrk="1" hangingPunct="1">
              <a:lnSpc>
                <a:spcPct val="80000"/>
              </a:lnSpc>
            </a:pPr>
            <a:endParaRPr lang="en-US" sz="2100" dirty="0" smtClean="0"/>
          </a:p>
          <a:p>
            <a:pPr lvl="1" eaLnBrk="1" hangingPunct="1">
              <a:lnSpc>
                <a:spcPct val="80000"/>
              </a:lnSpc>
            </a:pPr>
            <a:endParaRPr lang="en-US" sz="2100" dirty="0" smtClean="0"/>
          </a:p>
          <a:p>
            <a:pPr lvl="2">
              <a:lnSpc>
                <a:spcPct val="80000"/>
              </a:lnSpc>
              <a:buNone/>
            </a:pPr>
            <a:endParaRPr lang="en-US" sz="1800" dirty="0" smtClean="0"/>
          </a:p>
          <a:p>
            <a:pPr lvl="1" eaLnBrk="1" hangingPunct="1">
              <a:lnSpc>
                <a:spcPct val="80000"/>
              </a:lnSpc>
              <a:buNone/>
            </a:pPr>
            <a:r>
              <a:rPr lang="en-US" sz="2100" dirty="0" smtClean="0"/>
              <a:t>		</a:t>
            </a:r>
          </a:p>
          <a:p>
            <a:pPr lvl="1" eaLnBrk="1" hangingPunct="1">
              <a:lnSpc>
                <a:spcPct val="80000"/>
              </a:lnSpc>
            </a:pPr>
            <a:endParaRPr lang="en-US" sz="2100" dirty="0" smtClean="0"/>
          </a:p>
          <a:p>
            <a:pPr lvl="1" eaLnBrk="1" hangingPunct="1">
              <a:lnSpc>
                <a:spcPct val="80000"/>
              </a:lnSpc>
            </a:pPr>
            <a:endParaRPr lang="en-US" sz="2100" dirty="0" smtClean="0"/>
          </a:p>
          <a:p>
            <a:pPr lvl="1" eaLnBrk="1" hangingPunct="1">
              <a:lnSpc>
                <a:spcPct val="80000"/>
              </a:lnSpc>
            </a:pPr>
            <a:r>
              <a:rPr lang="en-US" sz="2100" dirty="0" smtClean="0"/>
              <a:t>number of actual swaps performed depends on the data; out-of-order data performs many swaps</a:t>
            </a:r>
          </a:p>
        </p:txBody>
      </p:sp>
      <p:graphicFrame>
        <p:nvGraphicFramePr>
          <p:cNvPr id="36866" name="Object 2"/>
          <p:cNvGraphicFramePr>
            <a:graphicFrameLocks noChangeAspect="1"/>
          </p:cNvGraphicFramePr>
          <p:nvPr/>
        </p:nvGraphicFramePr>
        <p:xfrm>
          <a:off x="830262" y="1843087"/>
          <a:ext cx="6484938" cy="3414713"/>
        </p:xfrm>
        <a:graphic>
          <a:graphicData uri="http://schemas.openxmlformats.org/presentationml/2006/ole">
            <p:oleObj spid="_x0000_s1026" name="Equation" r:id="rId3" imgW="2489040" imgH="1549080" progId="Equation.3">
              <p:embed/>
            </p:oleObj>
          </a:graphicData>
        </a:graphic>
      </p:graphicFrame>
      <p:sp>
        <p:nvSpPr>
          <p:cNvPr id="6" name="TextBox 5"/>
          <p:cNvSpPr txBox="1"/>
          <p:nvPr/>
        </p:nvSpPr>
        <p:spPr>
          <a:xfrm>
            <a:off x="1371600" y="4114800"/>
            <a:ext cx="654346" cy="400110"/>
          </a:xfrm>
          <a:prstGeom prst="rect">
            <a:avLst/>
          </a:prstGeom>
          <a:noFill/>
        </p:spPr>
        <p:txBody>
          <a:bodyPr wrap="none" rtlCol="0">
            <a:spAutoFit/>
          </a:bodyPr>
          <a:lstStyle/>
          <a:p>
            <a:r>
              <a:rPr lang="en-US" sz="2000" dirty="0" smtClean="0"/>
              <a:t>T(n)</a:t>
            </a:r>
            <a:endParaRPr lang="en-US" sz="2000" dirty="0"/>
          </a:p>
        </p:txBody>
      </p:sp>
    </p:spTree>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pPr eaLnBrk="1" hangingPunct="1"/>
            <a:r>
              <a:rPr lang="en-US" smtClean="0"/>
              <a:t>Selection sort</a:t>
            </a:r>
          </a:p>
        </p:txBody>
      </p:sp>
      <p:sp>
        <p:nvSpPr>
          <p:cNvPr id="37891" name="Slide Number Placeholder 4"/>
          <p:cNvSpPr>
            <a:spLocks noGrp="1"/>
          </p:cNvSpPr>
          <p:nvPr>
            <p:ph type="sldNum" sz="quarter" idx="12"/>
          </p:nvPr>
        </p:nvSpPr>
        <p:spPr bwMode="auto">
          <a:noFill/>
          <a:ln>
            <a:miter lim="800000"/>
            <a:headEnd/>
            <a:tailEnd/>
          </a:ln>
        </p:spPr>
        <p:txBody>
          <a:bodyPr/>
          <a:lstStyle/>
          <a:p>
            <a:fld id="{ACB4F6A5-1B8B-4EE6-BA61-E7E6D37CCCB1}" type="slidenum">
              <a:rPr lang="en-US"/>
              <a:pPr/>
              <a:t>18</a:t>
            </a:fld>
            <a:endParaRPr lang="en-US"/>
          </a:p>
        </p:txBody>
      </p:sp>
      <p:sp>
        <p:nvSpPr>
          <p:cNvPr id="38916" name="Rectangle 3"/>
          <p:cNvSpPr>
            <a:spLocks noGrp="1" noChangeArrowheads="1"/>
          </p:cNvSpPr>
          <p:nvPr>
            <p:ph sz="quarter" idx="1"/>
          </p:nvPr>
        </p:nvSpPr>
        <p:spPr>
          <a:xfrm>
            <a:off x="457200" y="1219200"/>
            <a:ext cx="8229600" cy="4937125"/>
          </a:xfrm>
        </p:spPr>
        <p:txBody>
          <a:bodyPr/>
          <a:lstStyle/>
          <a:p>
            <a:pPr eaLnBrk="1" hangingPunct="1"/>
            <a:r>
              <a:rPr lang="en-US" b="1" smtClean="0"/>
              <a:t>selection sort</a:t>
            </a:r>
            <a:r>
              <a:rPr lang="en-US" smtClean="0"/>
              <a:t>: orders a list of values by repetitively putting a particular value into its final position</a:t>
            </a:r>
          </a:p>
          <a:p>
            <a:pPr eaLnBrk="1" hangingPunct="1"/>
            <a:endParaRPr lang="en-US" smtClean="0"/>
          </a:p>
          <a:p>
            <a:pPr eaLnBrk="1" hangingPunct="1"/>
            <a:r>
              <a:rPr lang="en-US" smtClean="0"/>
              <a:t>more specifically:</a:t>
            </a:r>
          </a:p>
          <a:p>
            <a:pPr lvl="1" eaLnBrk="1" hangingPunct="1"/>
            <a:r>
              <a:rPr lang="en-US" smtClean="0"/>
              <a:t>find the smallest value in the list</a:t>
            </a:r>
          </a:p>
          <a:p>
            <a:pPr lvl="1" eaLnBrk="1" hangingPunct="1"/>
            <a:r>
              <a:rPr lang="en-US" smtClean="0"/>
              <a:t>switch it with the value in the first position</a:t>
            </a:r>
          </a:p>
          <a:p>
            <a:pPr lvl="1" eaLnBrk="1" hangingPunct="1"/>
            <a:r>
              <a:rPr lang="en-US" smtClean="0"/>
              <a:t>find the next smallest value in the list</a:t>
            </a:r>
          </a:p>
          <a:p>
            <a:pPr lvl="1" eaLnBrk="1" hangingPunct="1"/>
            <a:r>
              <a:rPr lang="en-US" smtClean="0"/>
              <a:t>switch it with the value in the second position</a:t>
            </a:r>
          </a:p>
          <a:p>
            <a:pPr lvl="1" eaLnBrk="1" hangingPunct="1"/>
            <a:r>
              <a:rPr lang="en-US" smtClean="0"/>
              <a:t>repeat until all values are in their proper places</a:t>
            </a:r>
          </a:p>
          <a:p>
            <a:pPr eaLnBrk="1" hangingPunct="1"/>
            <a:endParaRPr lang="en-US" smtClean="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8916">
                                            <p:txEl>
                                              <p:pRg st="2" end="2"/>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8916">
                                            <p:txEl>
                                              <p:pRg st="3" end="3"/>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8916">
                                            <p:txEl>
                                              <p:pRg st="4" end="4"/>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8916">
                                            <p:txEl>
                                              <p:pRg st="5" end="5"/>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8916">
                                            <p:txEl>
                                              <p:pRg st="6" end="6"/>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891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6"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pPr eaLnBrk="1" hangingPunct="1"/>
            <a:r>
              <a:rPr lang="en-US" smtClean="0"/>
              <a:t>Selection sort example</a:t>
            </a:r>
          </a:p>
        </p:txBody>
      </p:sp>
      <p:sp>
        <p:nvSpPr>
          <p:cNvPr id="38915" name="Slide Number Placeholder 4"/>
          <p:cNvSpPr>
            <a:spLocks noGrp="1"/>
          </p:cNvSpPr>
          <p:nvPr>
            <p:ph type="sldNum" sz="quarter" idx="12"/>
          </p:nvPr>
        </p:nvSpPr>
        <p:spPr bwMode="auto">
          <a:noFill/>
          <a:ln>
            <a:miter lim="800000"/>
            <a:headEnd/>
            <a:tailEnd/>
          </a:ln>
        </p:spPr>
        <p:txBody>
          <a:bodyPr/>
          <a:lstStyle/>
          <a:p>
            <a:fld id="{86C10867-3528-498A-87EB-98563D2D7D52}" type="slidenum">
              <a:rPr lang="en-US"/>
              <a:pPr/>
              <a:t>19</a:t>
            </a:fld>
            <a:endParaRPr lang="en-US"/>
          </a:p>
        </p:txBody>
      </p:sp>
      <p:pic>
        <p:nvPicPr>
          <p:cNvPr id="38916" name="Picture 3" descr="art05_03"/>
          <p:cNvPicPr preferRelativeResize="0">
            <a:picLocks noChangeAspect="1" noChangeArrowheads="1"/>
          </p:cNvPicPr>
          <p:nvPr/>
        </p:nvPicPr>
        <p:blipFill>
          <a:blip r:embed="rId2"/>
          <a:srcRect/>
          <a:stretch>
            <a:fillRect/>
          </a:stretch>
        </p:blipFill>
        <p:spPr bwMode="auto">
          <a:xfrm>
            <a:off x="414338" y="1524000"/>
            <a:ext cx="8304212" cy="4759325"/>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ext Box 2"/>
          <p:cNvSpPr txBox="1">
            <a:spLocks noChangeArrowheads="1"/>
          </p:cNvSpPr>
          <p:nvPr/>
        </p:nvSpPr>
        <p:spPr bwMode="auto">
          <a:xfrm>
            <a:off x="838200" y="4800600"/>
            <a:ext cx="184150" cy="457200"/>
          </a:xfrm>
          <a:prstGeom prst="rect">
            <a:avLst/>
          </a:prstGeom>
          <a:noFill/>
          <a:ln w="9525">
            <a:noFill/>
            <a:miter lim="800000"/>
            <a:headEnd/>
            <a:tailEnd/>
          </a:ln>
        </p:spPr>
        <p:txBody>
          <a:bodyPr>
            <a:spAutoFit/>
          </a:bodyPr>
          <a:lstStyle/>
          <a:p>
            <a:pPr eaLnBrk="0" hangingPunct="0"/>
            <a:endParaRPr lang="en-US" sz="2400">
              <a:latin typeface="Times New Roman" pitchFamily="-1" charset="0"/>
            </a:endParaRPr>
          </a:p>
        </p:txBody>
      </p:sp>
      <p:graphicFrame>
        <p:nvGraphicFramePr>
          <p:cNvPr id="1577056" name="Group 96"/>
          <p:cNvGraphicFramePr>
            <a:graphicFrameLocks noGrp="1"/>
          </p:cNvGraphicFramePr>
          <p:nvPr/>
        </p:nvGraphicFramePr>
        <p:xfrm>
          <a:off x="533400" y="1447800"/>
          <a:ext cx="8153400" cy="4749801"/>
        </p:xfrm>
        <a:graphic>
          <a:graphicData uri="http://schemas.openxmlformats.org/drawingml/2006/table">
            <a:tbl>
              <a:tblPr/>
              <a:tblGrid>
                <a:gridCol w="1689100"/>
                <a:gridCol w="882650"/>
                <a:gridCol w="808038"/>
                <a:gridCol w="735012"/>
                <a:gridCol w="882650"/>
                <a:gridCol w="806450"/>
                <a:gridCol w="808038"/>
                <a:gridCol w="808037"/>
                <a:gridCol w="733425"/>
              </a:tblGrid>
              <a:tr h="736600">
                <a:tc>
                  <a:txBody>
                    <a:bodyPr/>
                    <a:lstStyle/>
                    <a:p>
                      <a:pPr marL="0" marR="0" lvl="0" indent="0" algn="ctr" defTabSz="914400" rtl="0" eaLnBrk="1" fontAlgn="base" latinLnBrk="0" hangingPunct="1">
                        <a:lnSpc>
                          <a:spcPct val="100000"/>
                        </a:lnSpc>
                        <a:spcBef>
                          <a:spcPct val="20000"/>
                        </a:spcBef>
                        <a:spcAft>
                          <a:spcPct val="0"/>
                        </a:spcAft>
                        <a:buClr>
                          <a:srgbClr val="808080"/>
                        </a:buClr>
                        <a:buSzPct val="60000"/>
                        <a:buFont typeface="Wingdings" pitchFamily="-1" charset="2"/>
                        <a:buNone/>
                        <a:tabLst/>
                      </a:pPr>
                      <a:r>
                        <a:rPr kumimoji="0" lang="en-GB" sz="2000" b="0" i="0" u="none" strike="noStrike" cap="none" normalizeH="0" baseline="0" smtClean="0">
                          <a:ln>
                            <a:noFill/>
                          </a:ln>
                          <a:solidFill>
                            <a:schemeClr val="tx1"/>
                          </a:solidFill>
                          <a:effectLst/>
                          <a:latin typeface="Verdana" pitchFamily="-1" charset="0"/>
                          <a:ea typeface="ＭＳ Ｐゴシック" pitchFamily="-1" charset="-128"/>
                          <a:cs typeface="Times New Roman" pitchFamily="-1" charset="0"/>
                        </a:rPr>
                        <a:t>Index</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0" hangingPunct="1">
                        <a:lnSpc>
                          <a:spcPct val="100000"/>
                        </a:lnSpc>
                        <a:spcBef>
                          <a:spcPct val="20000"/>
                        </a:spcBef>
                        <a:spcAft>
                          <a:spcPct val="0"/>
                        </a:spcAft>
                        <a:buClr>
                          <a:srgbClr val="808080"/>
                        </a:buClr>
                        <a:buSzPct val="60000"/>
                        <a:buFont typeface="Wingdings" pitchFamily="-1" charset="2"/>
                        <a:buNone/>
                        <a:tabLst/>
                      </a:pPr>
                      <a:r>
                        <a:rPr kumimoji="0" lang="en-GB" sz="2000" b="0" i="0" u="none" strike="noStrike" cap="none" normalizeH="0" baseline="0" smtClean="0">
                          <a:ln>
                            <a:noFill/>
                          </a:ln>
                          <a:solidFill>
                            <a:schemeClr val="tx1"/>
                          </a:solidFill>
                          <a:effectLst/>
                          <a:latin typeface="Verdana" pitchFamily="-1" charset="0"/>
                          <a:ea typeface="ＭＳ Ｐゴシック" pitchFamily="-1" charset="-128"/>
                          <a:cs typeface="Times New Roman" pitchFamily="-1" charset="0"/>
                        </a:rPr>
                        <a:t>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0" hangingPunct="1">
                        <a:lnSpc>
                          <a:spcPct val="100000"/>
                        </a:lnSpc>
                        <a:spcBef>
                          <a:spcPct val="20000"/>
                        </a:spcBef>
                        <a:spcAft>
                          <a:spcPct val="0"/>
                        </a:spcAft>
                        <a:buClr>
                          <a:srgbClr val="808080"/>
                        </a:buClr>
                        <a:buSzPct val="60000"/>
                        <a:buFont typeface="Wingdings" pitchFamily="-1" charset="2"/>
                        <a:buNone/>
                        <a:tabLst/>
                      </a:pPr>
                      <a:r>
                        <a:rPr kumimoji="0" lang="en-GB" sz="2000" b="0" i="0" u="none" strike="noStrike" cap="none" normalizeH="0" baseline="0" smtClean="0">
                          <a:ln>
                            <a:noFill/>
                          </a:ln>
                          <a:solidFill>
                            <a:schemeClr val="tx1"/>
                          </a:solidFill>
                          <a:effectLst/>
                          <a:latin typeface="Verdana" pitchFamily="-1" charset="0"/>
                          <a:ea typeface="ＭＳ Ｐゴシック" pitchFamily="-1" charset="-128"/>
                          <a:cs typeface="Times New Roman" pitchFamily="-1" charset="0"/>
                        </a:rPr>
                        <a:t>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0" hangingPunct="1">
                        <a:lnSpc>
                          <a:spcPct val="100000"/>
                        </a:lnSpc>
                        <a:spcBef>
                          <a:spcPct val="20000"/>
                        </a:spcBef>
                        <a:spcAft>
                          <a:spcPct val="0"/>
                        </a:spcAft>
                        <a:buClr>
                          <a:srgbClr val="808080"/>
                        </a:buClr>
                        <a:buSzPct val="60000"/>
                        <a:buFont typeface="Wingdings" pitchFamily="-1" charset="2"/>
                        <a:buNone/>
                        <a:tabLst/>
                      </a:pPr>
                      <a:r>
                        <a:rPr kumimoji="0" lang="en-GB" sz="2000" b="0" i="0" u="none" strike="noStrike" cap="none" normalizeH="0" baseline="0" smtClean="0">
                          <a:ln>
                            <a:noFill/>
                          </a:ln>
                          <a:solidFill>
                            <a:schemeClr val="tx1"/>
                          </a:solidFill>
                          <a:effectLst/>
                          <a:latin typeface="Verdana" pitchFamily="-1" charset="0"/>
                          <a:ea typeface="ＭＳ Ｐゴシック" pitchFamily="-1" charset="-128"/>
                          <a:cs typeface="Times New Roman" pitchFamily="-1" charset="0"/>
                        </a:rPr>
                        <a:t>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0" hangingPunct="1">
                        <a:lnSpc>
                          <a:spcPct val="100000"/>
                        </a:lnSpc>
                        <a:spcBef>
                          <a:spcPct val="20000"/>
                        </a:spcBef>
                        <a:spcAft>
                          <a:spcPct val="0"/>
                        </a:spcAft>
                        <a:buClr>
                          <a:srgbClr val="808080"/>
                        </a:buClr>
                        <a:buSzPct val="60000"/>
                        <a:buFont typeface="Wingdings" pitchFamily="-1" charset="2"/>
                        <a:buNone/>
                        <a:tabLst/>
                      </a:pPr>
                      <a:r>
                        <a:rPr kumimoji="0" lang="en-GB" sz="2000" b="0" i="0" u="none" strike="noStrike" cap="none" normalizeH="0" baseline="0" smtClean="0">
                          <a:ln>
                            <a:noFill/>
                          </a:ln>
                          <a:solidFill>
                            <a:schemeClr val="tx1"/>
                          </a:solidFill>
                          <a:effectLst/>
                          <a:latin typeface="Verdana" pitchFamily="-1" charset="0"/>
                          <a:ea typeface="ＭＳ Ｐゴシック" pitchFamily="-1" charset="-128"/>
                          <a:cs typeface="Times New Roman" pitchFamily="-1" charset="0"/>
                        </a:rPr>
                        <a:t>3</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0" hangingPunct="1">
                        <a:lnSpc>
                          <a:spcPct val="100000"/>
                        </a:lnSpc>
                        <a:spcBef>
                          <a:spcPct val="20000"/>
                        </a:spcBef>
                        <a:spcAft>
                          <a:spcPct val="0"/>
                        </a:spcAft>
                        <a:buClr>
                          <a:srgbClr val="808080"/>
                        </a:buClr>
                        <a:buSzPct val="60000"/>
                        <a:buFont typeface="Wingdings" pitchFamily="-1" charset="2"/>
                        <a:buNone/>
                        <a:tabLst/>
                      </a:pPr>
                      <a:r>
                        <a:rPr kumimoji="0" lang="en-GB" sz="2000" b="0" i="0" u="none" strike="noStrike" cap="none" normalizeH="0" baseline="0" smtClean="0">
                          <a:ln>
                            <a:noFill/>
                          </a:ln>
                          <a:solidFill>
                            <a:schemeClr val="tx1"/>
                          </a:solidFill>
                          <a:effectLst/>
                          <a:latin typeface="Verdana" pitchFamily="-1" charset="0"/>
                          <a:ea typeface="ＭＳ Ｐゴシック" pitchFamily="-1" charset="-128"/>
                          <a:cs typeface="Times New Roman" pitchFamily="-1" charset="0"/>
                        </a:rPr>
                        <a:t>4</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0" hangingPunct="1">
                        <a:lnSpc>
                          <a:spcPct val="100000"/>
                        </a:lnSpc>
                        <a:spcBef>
                          <a:spcPct val="20000"/>
                        </a:spcBef>
                        <a:spcAft>
                          <a:spcPct val="0"/>
                        </a:spcAft>
                        <a:buClr>
                          <a:srgbClr val="808080"/>
                        </a:buClr>
                        <a:buSzPct val="60000"/>
                        <a:buFont typeface="Wingdings" pitchFamily="-1" charset="2"/>
                        <a:buNone/>
                        <a:tabLst/>
                      </a:pPr>
                      <a:r>
                        <a:rPr kumimoji="0" lang="en-GB" sz="2000" b="0" i="0" u="none" strike="noStrike" cap="none" normalizeH="0" baseline="0" smtClean="0">
                          <a:ln>
                            <a:noFill/>
                          </a:ln>
                          <a:solidFill>
                            <a:schemeClr val="tx1"/>
                          </a:solidFill>
                          <a:effectLst/>
                          <a:latin typeface="Verdana" pitchFamily="-1" charset="0"/>
                          <a:ea typeface="ＭＳ Ｐゴシック" pitchFamily="-1" charset="-128"/>
                          <a:cs typeface="Times New Roman" pitchFamily="-1" charset="0"/>
                        </a:rPr>
                        <a:t>5</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0" hangingPunct="1">
                        <a:lnSpc>
                          <a:spcPct val="100000"/>
                        </a:lnSpc>
                        <a:spcBef>
                          <a:spcPct val="20000"/>
                        </a:spcBef>
                        <a:spcAft>
                          <a:spcPct val="0"/>
                        </a:spcAft>
                        <a:buClr>
                          <a:srgbClr val="808080"/>
                        </a:buClr>
                        <a:buSzPct val="60000"/>
                        <a:buFont typeface="Wingdings" pitchFamily="-1" charset="2"/>
                        <a:buNone/>
                        <a:tabLst/>
                      </a:pPr>
                      <a:r>
                        <a:rPr kumimoji="0" lang="en-GB" sz="2000" b="0" i="0" u="none" strike="noStrike" cap="none" normalizeH="0" baseline="0" smtClean="0">
                          <a:ln>
                            <a:noFill/>
                          </a:ln>
                          <a:solidFill>
                            <a:schemeClr val="tx1"/>
                          </a:solidFill>
                          <a:effectLst/>
                          <a:latin typeface="Verdana" pitchFamily="-1" charset="0"/>
                          <a:ea typeface="ＭＳ Ｐゴシック" pitchFamily="-1" charset="-128"/>
                          <a:cs typeface="Times New Roman" pitchFamily="-1" charset="0"/>
                        </a:rPr>
                        <a:t>6</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0" hangingPunct="1">
                        <a:lnSpc>
                          <a:spcPct val="100000"/>
                        </a:lnSpc>
                        <a:spcBef>
                          <a:spcPct val="20000"/>
                        </a:spcBef>
                        <a:spcAft>
                          <a:spcPct val="0"/>
                        </a:spcAft>
                        <a:buClr>
                          <a:srgbClr val="808080"/>
                        </a:buClr>
                        <a:buSzPct val="60000"/>
                        <a:buFont typeface="Wingdings" pitchFamily="-1" charset="2"/>
                        <a:buNone/>
                        <a:tabLst/>
                      </a:pPr>
                      <a:r>
                        <a:rPr kumimoji="0" lang="en-GB" sz="2000" b="0" i="0" u="none" strike="noStrike" cap="none" normalizeH="0" baseline="0" smtClean="0">
                          <a:ln>
                            <a:noFill/>
                          </a:ln>
                          <a:solidFill>
                            <a:schemeClr val="tx1"/>
                          </a:solidFill>
                          <a:effectLst/>
                          <a:latin typeface="Verdana" pitchFamily="-1" charset="0"/>
                          <a:ea typeface="ＭＳ Ｐゴシック" pitchFamily="-1" charset="-128"/>
                          <a:cs typeface="Times New Roman" pitchFamily="-1" charset="0"/>
                        </a:rPr>
                        <a:t>7</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r>
              <a:tr h="736600">
                <a:tc>
                  <a:txBody>
                    <a:bodyPr/>
                    <a:lstStyle/>
                    <a:p>
                      <a:pPr marL="0" marR="0" lvl="0" indent="0" algn="ctr" defTabSz="914400" rtl="0" eaLnBrk="1" fontAlgn="base" latinLnBrk="0" hangingPunct="1">
                        <a:lnSpc>
                          <a:spcPct val="100000"/>
                        </a:lnSpc>
                        <a:spcBef>
                          <a:spcPct val="20000"/>
                        </a:spcBef>
                        <a:spcAft>
                          <a:spcPct val="0"/>
                        </a:spcAft>
                        <a:buClr>
                          <a:srgbClr val="808080"/>
                        </a:buClr>
                        <a:buSzPct val="60000"/>
                        <a:buFont typeface="Wingdings" pitchFamily="-1" charset="2"/>
                        <a:buNone/>
                        <a:tabLst/>
                      </a:pPr>
                      <a:r>
                        <a:rPr kumimoji="0" lang="en-GB" sz="2000" b="0" i="0" u="none" strike="noStrike" cap="none" normalizeH="0" baseline="0" smtClean="0">
                          <a:ln>
                            <a:noFill/>
                          </a:ln>
                          <a:solidFill>
                            <a:schemeClr val="tx1"/>
                          </a:solidFill>
                          <a:effectLst/>
                          <a:latin typeface="Verdana" pitchFamily="-1" charset="0"/>
                          <a:ea typeface="ＭＳ Ｐゴシック" pitchFamily="-1" charset="-128"/>
                          <a:cs typeface="Times New Roman" pitchFamily="-1" charset="0"/>
                        </a:rPr>
                        <a:t>Value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0" hangingPunct="1">
                        <a:lnSpc>
                          <a:spcPct val="100000"/>
                        </a:lnSpc>
                        <a:spcBef>
                          <a:spcPct val="20000"/>
                        </a:spcBef>
                        <a:spcAft>
                          <a:spcPct val="0"/>
                        </a:spcAft>
                        <a:buClr>
                          <a:srgbClr val="808080"/>
                        </a:buClr>
                        <a:buSzPct val="60000"/>
                        <a:buFont typeface="Wingdings" pitchFamily="-1" charset="2"/>
                        <a:buNone/>
                        <a:tabLst/>
                      </a:pPr>
                      <a:r>
                        <a:rPr kumimoji="0" lang="en-GB" sz="2000" b="0" i="0" u="none" strike="noStrike" cap="none" normalizeH="0" baseline="0" smtClean="0">
                          <a:ln>
                            <a:noFill/>
                          </a:ln>
                          <a:solidFill>
                            <a:schemeClr val="tx1"/>
                          </a:solidFill>
                          <a:effectLst/>
                          <a:latin typeface="Verdana" pitchFamily="-1" charset="0"/>
                          <a:ea typeface="ＭＳ Ｐゴシック" pitchFamily="-1" charset="-128"/>
                          <a:cs typeface="Times New Roman" pitchFamily="-1" charset="0"/>
                        </a:rPr>
                        <a:t>27</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0" hangingPunct="1">
                        <a:lnSpc>
                          <a:spcPct val="100000"/>
                        </a:lnSpc>
                        <a:spcBef>
                          <a:spcPct val="20000"/>
                        </a:spcBef>
                        <a:spcAft>
                          <a:spcPct val="0"/>
                        </a:spcAft>
                        <a:buClr>
                          <a:srgbClr val="808080"/>
                        </a:buClr>
                        <a:buSzPct val="60000"/>
                        <a:buFont typeface="Wingdings" pitchFamily="-1" charset="2"/>
                        <a:buNone/>
                        <a:tabLst/>
                      </a:pPr>
                      <a:r>
                        <a:rPr kumimoji="0" lang="en-GB" sz="2000" b="0" i="0" u="none" strike="noStrike" cap="none" normalizeH="0" baseline="0" smtClean="0">
                          <a:ln>
                            <a:noFill/>
                          </a:ln>
                          <a:solidFill>
                            <a:schemeClr val="tx1"/>
                          </a:solidFill>
                          <a:effectLst/>
                          <a:latin typeface="Verdana" pitchFamily="-1" charset="0"/>
                          <a:ea typeface="ＭＳ Ｐゴシック" pitchFamily="-1" charset="-128"/>
                          <a:cs typeface="Times New Roman" pitchFamily="-1" charset="0"/>
                        </a:rPr>
                        <a:t>63</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0" hangingPunct="1">
                        <a:lnSpc>
                          <a:spcPct val="100000"/>
                        </a:lnSpc>
                        <a:spcBef>
                          <a:spcPct val="20000"/>
                        </a:spcBef>
                        <a:spcAft>
                          <a:spcPct val="0"/>
                        </a:spcAft>
                        <a:buClr>
                          <a:srgbClr val="808080"/>
                        </a:buClr>
                        <a:buSzPct val="60000"/>
                        <a:buFont typeface="Wingdings" pitchFamily="-1" charset="2"/>
                        <a:buNone/>
                        <a:tabLst/>
                      </a:pPr>
                      <a:r>
                        <a:rPr kumimoji="0" lang="en-GB" sz="2000" b="0" i="0" u="none" strike="noStrike" cap="none" normalizeH="0" baseline="0" smtClean="0">
                          <a:ln>
                            <a:noFill/>
                          </a:ln>
                          <a:solidFill>
                            <a:schemeClr val="tx1"/>
                          </a:solidFill>
                          <a:effectLst/>
                          <a:latin typeface="Verdana" pitchFamily="-1" charset="0"/>
                          <a:ea typeface="ＭＳ Ｐゴシック" pitchFamily="-1" charset="-128"/>
                          <a:cs typeface="Times New Roman" pitchFamily="-1" charset="0"/>
                        </a:rPr>
                        <a:t>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0" hangingPunct="1">
                        <a:lnSpc>
                          <a:spcPct val="100000"/>
                        </a:lnSpc>
                        <a:spcBef>
                          <a:spcPct val="20000"/>
                        </a:spcBef>
                        <a:spcAft>
                          <a:spcPct val="0"/>
                        </a:spcAft>
                        <a:buClr>
                          <a:srgbClr val="808080"/>
                        </a:buClr>
                        <a:buSzPct val="60000"/>
                        <a:buFont typeface="Wingdings" pitchFamily="-1" charset="2"/>
                        <a:buNone/>
                        <a:tabLst/>
                      </a:pPr>
                      <a:r>
                        <a:rPr kumimoji="0" lang="en-GB" sz="2000" b="0" i="0" u="none" strike="noStrike" cap="none" normalizeH="0" baseline="0" smtClean="0">
                          <a:ln>
                            <a:noFill/>
                          </a:ln>
                          <a:solidFill>
                            <a:schemeClr val="tx1"/>
                          </a:solidFill>
                          <a:effectLst/>
                          <a:latin typeface="Verdana" pitchFamily="-1" charset="0"/>
                          <a:ea typeface="ＭＳ Ｐゴシック" pitchFamily="-1" charset="-128"/>
                          <a:cs typeface="Times New Roman" pitchFamily="-1" charset="0"/>
                        </a:rPr>
                        <a:t>72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0" hangingPunct="1">
                        <a:lnSpc>
                          <a:spcPct val="100000"/>
                        </a:lnSpc>
                        <a:spcBef>
                          <a:spcPct val="20000"/>
                        </a:spcBef>
                        <a:spcAft>
                          <a:spcPct val="0"/>
                        </a:spcAft>
                        <a:buClr>
                          <a:srgbClr val="808080"/>
                        </a:buClr>
                        <a:buSzPct val="60000"/>
                        <a:buFont typeface="Wingdings" pitchFamily="-1" charset="2"/>
                        <a:buNone/>
                        <a:tabLst/>
                      </a:pPr>
                      <a:r>
                        <a:rPr kumimoji="0" lang="en-GB" sz="2000" b="0" i="0" u="none" strike="noStrike" cap="none" normalizeH="0" baseline="0" smtClean="0">
                          <a:ln>
                            <a:noFill/>
                          </a:ln>
                          <a:solidFill>
                            <a:schemeClr val="tx1"/>
                          </a:solidFill>
                          <a:effectLst/>
                          <a:latin typeface="Verdana" pitchFamily="-1" charset="0"/>
                          <a:ea typeface="ＭＳ Ｐゴシック" pitchFamily="-1" charset="-128"/>
                          <a:cs typeface="Times New Roman" pitchFamily="-1" charset="0"/>
                        </a:rPr>
                        <a:t>64</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0" hangingPunct="1">
                        <a:lnSpc>
                          <a:spcPct val="100000"/>
                        </a:lnSpc>
                        <a:spcBef>
                          <a:spcPct val="20000"/>
                        </a:spcBef>
                        <a:spcAft>
                          <a:spcPct val="0"/>
                        </a:spcAft>
                        <a:buClr>
                          <a:srgbClr val="808080"/>
                        </a:buClr>
                        <a:buSzPct val="60000"/>
                        <a:buFont typeface="Wingdings" pitchFamily="-1" charset="2"/>
                        <a:buNone/>
                        <a:tabLst/>
                      </a:pPr>
                      <a:r>
                        <a:rPr kumimoji="0" lang="en-GB" sz="2000" b="0" i="0" u="none" strike="noStrike" cap="none" normalizeH="0" baseline="0" smtClean="0">
                          <a:ln>
                            <a:noFill/>
                          </a:ln>
                          <a:solidFill>
                            <a:schemeClr val="tx1"/>
                          </a:solidFill>
                          <a:effectLst/>
                          <a:latin typeface="Verdana" pitchFamily="-1" charset="0"/>
                          <a:ea typeface="ＭＳ Ｐゴシック" pitchFamily="-1" charset="-128"/>
                          <a:cs typeface="Times New Roman" pitchFamily="-1" charset="0"/>
                        </a:rPr>
                        <a:t>58</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0" hangingPunct="1">
                        <a:lnSpc>
                          <a:spcPct val="100000"/>
                        </a:lnSpc>
                        <a:spcBef>
                          <a:spcPct val="20000"/>
                        </a:spcBef>
                        <a:spcAft>
                          <a:spcPct val="0"/>
                        </a:spcAft>
                        <a:buClr>
                          <a:srgbClr val="808080"/>
                        </a:buClr>
                        <a:buSzPct val="60000"/>
                        <a:buFont typeface="Wingdings" pitchFamily="-1" charset="2"/>
                        <a:buNone/>
                        <a:tabLst/>
                      </a:pPr>
                      <a:r>
                        <a:rPr kumimoji="0" lang="en-GB" sz="2000" b="0" i="0" u="none" strike="noStrike" cap="none" normalizeH="0" baseline="0" smtClean="0">
                          <a:ln>
                            <a:noFill/>
                          </a:ln>
                          <a:solidFill>
                            <a:schemeClr val="tx1"/>
                          </a:solidFill>
                          <a:effectLst/>
                          <a:latin typeface="Verdana" pitchFamily="-1" charset="0"/>
                          <a:ea typeface="ＭＳ Ｐゴシック" pitchFamily="-1" charset="-128"/>
                          <a:cs typeface="Times New Roman" pitchFamily="-1" charset="0"/>
                        </a:rPr>
                        <a:t>14</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0" hangingPunct="1">
                        <a:lnSpc>
                          <a:spcPct val="100000"/>
                        </a:lnSpc>
                        <a:spcBef>
                          <a:spcPct val="20000"/>
                        </a:spcBef>
                        <a:spcAft>
                          <a:spcPct val="0"/>
                        </a:spcAft>
                        <a:buClr>
                          <a:srgbClr val="808080"/>
                        </a:buClr>
                        <a:buSzPct val="60000"/>
                        <a:buFont typeface="Wingdings" pitchFamily="-1" charset="2"/>
                        <a:buNone/>
                        <a:tabLst/>
                      </a:pPr>
                      <a:r>
                        <a:rPr kumimoji="0" lang="en-GB" sz="2000" b="0" i="0" u="none" strike="noStrike" cap="none" normalizeH="0" baseline="0" smtClean="0">
                          <a:ln>
                            <a:noFill/>
                          </a:ln>
                          <a:solidFill>
                            <a:schemeClr val="tx1"/>
                          </a:solidFill>
                          <a:effectLst/>
                          <a:latin typeface="Verdana" pitchFamily="-1" charset="0"/>
                          <a:ea typeface="ＭＳ Ｐゴシック" pitchFamily="-1" charset="-128"/>
                          <a:cs typeface="Times New Roman" pitchFamily="-1" charset="0"/>
                        </a:rPr>
                        <a:t>9</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r>
              <a:tr h="481013">
                <a:tc>
                  <a:txBody>
                    <a:bodyPr/>
                    <a:lstStyle/>
                    <a:p>
                      <a:pPr marL="0" marR="0" lvl="0" indent="0" algn="ctr" defTabSz="914400" rtl="0" eaLnBrk="1" fontAlgn="base" latinLnBrk="0" hangingPunct="1">
                        <a:lnSpc>
                          <a:spcPct val="100000"/>
                        </a:lnSpc>
                        <a:spcBef>
                          <a:spcPct val="20000"/>
                        </a:spcBef>
                        <a:spcAft>
                          <a:spcPct val="0"/>
                        </a:spcAft>
                        <a:buClr>
                          <a:srgbClr val="808080"/>
                        </a:buClr>
                        <a:buSzPct val="60000"/>
                        <a:buFont typeface="Wingdings" pitchFamily="-1" charset="2"/>
                        <a:buNone/>
                        <a:tabLst/>
                      </a:pPr>
                      <a:endParaRPr kumimoji="0" lang="en-GB" sz="2000" b="0" i="0" u="none" strike="noStrike" cap="none" normalizeH="0" baseline="0" smtClean="0">
                        <a:ln>
                          <a:noFill/>
                        </a:ln>
                        <a:solidFill>
                          <a:schemeClr val="tx1"/>
                        </a:solidFill>
                        <a:effectLst/>
                        <a:latin typeface="Verdana" pitchFamily="-1" charset="0"/>
                        <a:ea typeface="ＭＳ Ｐゴシック" pitchFamily="-1" charset="-128"/>
                        <a:cs typeface="Times New Roman" pitchFamily="-1"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0" hangingPunct="1">
                        <a:lnSpc>
                          <a:spcPct val="100000"/>
                        </a:lnSpc>
                        <a:spcBef>
                          <a:spcPct val="20000"/>
                        </a:spcBef>
                        <a:spcAft>
                          <a:spcPct val="0"/>
                        </a:spcAft>
                        <a:buClr>
                          <a:srgbClr val="808080"/>
                        </a:buClr>
                        <a:buSzPct val="60000"/>
                        <a:buFont typeface="Wingdings" pitchFamily="-1" charset="2"/>
                        <a:buNone/>
                        <a:tabLst/>
                      </a:pPr>
                      <a:endParaRPr kumimoji="0" lang="en-GB" sz="2000" b="1" i="0" u="none" strike="noStrike" cap="none" normalizeH="0" baseline="0" smtClean="0">
                        <a:ln>
                          <a:noFill/>
                        </a:ln>
                        <a:solidFill>
                          <a:schemeClr val="tx1"/>
                        </a:solidFill>
                        <a:effectLst/>
                        <a:latin typeface="Verdana" pitchFamily="-1" charset="0"/>
                        <a:ea typeface="ＭＳ Ｐゴシック" pitchFamily="-1" charset="-128"/>
                        <a:cs typeface="Times New Roman" pitchFamily="-1"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0" hangingPunct="1">
                        <a:lnSpc>
                          <a:spcPct val="100000"/>
                        </a:lnSpc>
                        <a:spcBef>
                          <a:spcPct val="20000"/>
                        </a:spcBef>
                        <a:spcAft>
                          <a:spcPct val="0"/>
                        </a:spcAft>
                        <a:buClr>
                          <a:srgbClr val="808080"/>
                        </a:buClr>
                        <a:buSzPct val="60000"/>
                        <a:buFont typeface="Wingdings" pitchFamily="-1" charset="2"/>
                        <a:buNone/>
                        <a:tabLst/>
                      </a:pPr>
                      <a:endParaRPr kumimoji="0" lang="en-GB" sz="2000" b="0" i="0" u="none" strike="noStrike" cap="none" normalizeH="0" baseline="0" smtClean="0">
                        <a:ln>
                          <a:noFill/>
                        </a:ln>
                        <a:solidFill>
                          <a:schemeClr val="tx1"/>
                        </a:solidFill>
                        <a:effectLst/>
                        <a:latin typeface="Verdana" pitchFamily="-1" charset="0"/>
                        <a:ea typeface="ＭＳ Ｐゴシック" pitchFamily="-1" charset="-128"/>
                        <a:cs typeface="Times New Roman" pitchFamily="-1"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0" hangingPunct="1">
                        <a:lnSpc>
                          <a:spcPct val="100000"/>
                        </a:lnSpc>
                        <a:spcBef>
                          <a:spcPct val="20000"/>
                        </a:spcBef>
                        <a:spcAft>
                          <a:spcPct val="0"/>
                        </a:spcAft>
                        <a:buClr>
                          <a:srgbClr val="808080"/>
                        </a:buClr>
                        <a:buSzPct val="60000"/>
                        <a:buFont typeface="Wingdings" pitchFamily="-1" charset="2"/>
                        <a:buNone/>
                        <a:tabLst/>
                      </a:pPr>
                      <a:endParaRPr kumimoji="0" lang="en-GB" sz="2000" b="0" i="0" u="none" strike="noStrike" cap="none" normalizeH="0" baseline="0" smtClean="0">
                        <a:ln>
                          <a:noFill/>
                        </a:ln>
                        <a:solidFill>
                          <a:srgbClr val="808080"/>
                        </a:solidFill>
                        <a:effectLst/>
                        <a:latin typeface="Verdana" pitchFamily="-1" charset="0"/>
                        <a:ea typeface="ＭＳ Ｐゴシック" pitchFamily="-1" charset="-128"/>
                        <a:cs typeface="Times New Roman" pitchFamily="-1"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0" hangingPunct="1">
                        <a:lnSpc>
                          <a:spcPct val="100000"/>
                        </a:lnSpc>
                        <a:spcBef>
                          <a:spcPct val="20000"/>
                        </a:spcBef>
                        <a:spcAft>
                          <a:spcPct val="0"/>
                        </a:spcAft>
                        <a:buClr>
                          <a:srgbClr val="808080"/>
                        </a:buClr>
                        <a:buSzPct val="60000"/>
                        <a:buFont typeface="Wingdings" pitchFamily="-1" charset="2"/>
                        <a:buNone/>
                        <a:tabLst/>
                      </a:pPr>
                      <a:endParaRPr kumimoji="0" lang="en-GB" sz="2000" b="0" i="0" u="none" strike="noStrike" cap="none" normalizeH="0" baseline="0" smtClean="0">
                        <a:ln>
                          <a:noFill/>
                        </a:ln>
                        <a:solidFill>
                          <a:schemeClr val="tx1"/>
                        </a:solidFill>
                        <a:effectLst/>
                        <a:latin typeface="Verdana" pitchFamily="-1" charset="0"/>
                        <a:ea typeface="ＭＳ Ｐゴシック" pitchFamily="-1" charset="-128"/>
                        <a:cs typeface="Times New Roman" pitchFamily="-1"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0" hangingPunct="1">
                        <a:lnSpc>
                          <a:spcPct val="100000"/>
                        </a:lnSpc>
                        <a:spcBef>
                          <a:spcPct val="20000"/>
                        </a:spcBef>
                        <a:spcAft>
                          <a:spcPct val="0"/>
                        </a:spcAft>
                        <a:buClr>
                          <a:srgbClr val="808080"/>
                        </a:buClr>
                        <a:buSzPct val="60000"/>
                        <a:buFont typeface="Wingdings" pitchFamily="-1" charset="2"/>
                        <a:buNone/>
                        <a:tabLst/>
                      </a:pPr>
                      <a:endParaRPr kumimoji="0" lang="en-GB" sz="2000" b="0" i="0" u="none" strike="noStrike" cap="none" normalizeH="0" baseline="0" smtClean="0">
                        <a:ln>
                          <a:noFill/>
                        </a:ln>
                        <a:solidFill>
                          <a:schemeClr val="tx1"/>
                        </a:solidFill>
                        <a:effectLst/>
                        <a:latin typeface="Verdana" pitchFamily="-1" charset="0"/>
                        <a:ea typeface="ＭＳ Ｐゴシック" pitchFamily="-1" charset="-128"/>
                        <a:cs typeface="Times New Roman" pitchFamily="-1"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0" hangingPunct="1">
                        <a:lnSpc>
                          <a:spcPct val="100000"/>
                        </a:lnSpc>
                        <a:spcBef>
                          <a:spcPct val="20000"/>
                        </a:spcBef>
                        <a:spcAft>
                          <a:spcPct val="0"/>
                        </a:spcAft>
                        <a:buClr>
                          <a:srgbClr val="808080"/>
                        </a:buClr>
                        <a:buSzPct val="60000"/>
                        <a:buFont typeface="Wingdings" pitchFamily="-1" charset="2"/>
                        <a:buNone/>
                        <a:tabLst/>
                      </a:pPr>
                      <a:endParaRPr kumimoji="0" lang="en-GB" sz="2000" b="0" i="0" u="none" strike="noStrike" cap="none" normalizeH="0" baseline="0" smtClean="0">
                        <a:ln>
                          <a:noFill/>
                        </a:ln>
                        <a:solidFill>
                          <a:schemeClr val="tx1"/>
                        </a:solidFill>
                        <a:effectLst/>
                        <a:latin typeface="Verdana" pitchFamily="-1" charset="0"/>
                        <a:ea typeface="ＭＳ Ｐゴシック" pitchFamily="-1" charset="-128"/>
                        <a:cs typeface="Times New Roman" pitchFamily="-1"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0" hangingPunct="1">
                        <a:lnSpc>
                          <a:spcPct val="100000"/>
                        </a:lnSpc>
                        <a:spcBef>
                          <a:spcPct val="20000"/>
                        </a:spcBef>
                        <a:spcAft>
                          <a:spcPct val="0"/>
                        </a:spcAft>
                        <a:buClr>
                          <a:srgbClr val="808080"/>
                        </a:buClr>
                        <a:buSzPct val="60000"/>
                        <a:buFont typeface="Wingdings" pitchFamily="-1" charset="2"/>
                        <a:buNone/>
                        <a:tabLst/>
                      </a:pPr>
                      <a:endParaRPr kumimoji="0" lang="en-GB" sz="2000" b="0" i="0" u="none" strike="noStrike" cap="none" normalizeH="0" baseline="0" smtClean="0">
                        <a:ln>
                          <a:noFill/>
                        </a:ln>
                        <a:solidFill>
                          <a:schemeClr val="tx1"/>
                        </a:solidFill>
                        <a:effectLst/>
                        <a:latin typeface="Verdana" pitchFamily="-1" charset="0"/>
                        <a:ea typeface="ＭＳ Ｐゴシック" pitchFamily="-1" charset="-128"/>
                        <a:cs typeface="Times New Roman" pitchFamily="-1"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0" hangingPunct="1">
                        <a:lnSpc>
                          <a:spcPct val="100000"/>
                        </a:lnSpc>
                        <a:spcBef>
                          <a:spcPct val="20000"/>
                        </a:spcBef>
                        <a:spcAft>
                          <a:spcPct val="0"/>
                        </a:spcAft>
                        <a:buClr>
                          <a:srgbClr val="808080"/>
                        </a:buClr>
                        <a:buSzPct val="60000"/>
                        <a:buFont typeface="Wingdings" pitchFamily="-1" charset="2"/>
                        <a:buNone/>
                        <a:tabLst/>
                      </a:pPr>
                      <a:endParaRPr kumimoji="0" lang="en-GB" sz="2000" b="0" i="0" u="none" strike="noStrike" cap="none" normalizeH="0" baseline="0" smtClean="0">
                        <a:ln>
                          <a:noFill/>
                        </a:ln>
                        <a:solidFill>
                          <a:schemeClr val="tx1"/>
                        </a:solidFill>
                        <a:effectLst/>
                        <a:latin typeface="Verdana" pitchFamily="-1" charset="0"/>
                        <a:ea typeface="ＭＳ Ｐゴシック" pitchFamily="-1" charset="-128"/>
                        <a:cs typeface="Times New Roman" pitchFamily="-1"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r>
              <a:tr h="736600">
                <a:tc>
                  <a:txBody>
                    <a:bodyPr/>
                    <a:lstStyle/>
                    <a:p>
                      <a:pPr marL="0" marR="0" lvl="0" indent="0" algn="ctr" defTabSz="914400" rtl="0" eaLnBrk="1" fontAlgn="base" latinLnBrk="0" hangingPunct="1">
                        <a:lnSpc>
                          <a:spcPct val="100000"/>
                        </a:lnSpc>
                        <a:spcBef>
                          <a:spcPct val="20000"/>
                        </a:spcBef>
                        <a:spcAft>
                          <a:spcPct val="0"/>
                        </a:spcAft>
                        <a:buClr>
                          <a:srgbClr val="808080"/>
                        </a:buClr>
                        <a:buSzPct val="60000"/>
                        <a:buFont typeface="Wingdings" pitchFamily="-1" charset="2"/>
                        <a:buNone/>
                        <a:tabLst/>
                      </a:pPr>
                      <a:r>
                        <a:rPr kumimoji="0" lang="en-GB" sz="2000" b="0" i="0" u="none" strike="noStrike" cap="none" normalizeH="0" baseline="0" smtClean="0">
                          <a:ln>
                            <a:noFill/>
                          </a:ln>
                          <a:solidFill>
                            <a:schemeClr val="tx1"/>
                          </a:solidFill>
                          <a:effectLst/>
                          <a:latin typeface="Verdana" pitchFamily="-1" charset="0"/>
                          <a:ea typeface="ＭＳ Ｐゴシック" pitchFamily="-1" charset="-128"/>
                          <a:cs typeface="Times New Roman" pitchFamily="-1" charset="0"/>
                        </a:rPr>
                        <a:t>1</a:t>
                      </a:r>
                      <a:r>
                        <a:rPr kumimoji="0" lang="en-GB" sz="2000" b="0" i="0" u="none" strike="noStrike" cap="none" normalizeH="0" baseline="30000" smtClean="0">
                          <a:ln>
                            <a:noFill/>
                          </a:ln>
                          <a:solidFill>
                            <a:schemeClr val="tx1"/>
                          </a:solidFill>
                          <a:effectLst/>
                          <a:latin typeface="Verdana" pitchFamily="-1" charset="0"/>
                          <a:ea typeface="ＭＳ Ｐゴシック" pitchFamily="-1" charset="-128"/>
                          <a:cs typeface="Times New Roman" pitchFamily="-1" charset="0"/>
                        </a:rPr>
                        <a:t>st</a:t>
                      </a:r>
                      <a:r>
                        <a:rPr kumimoji="0" lang="en-GB" sz="2000" b="0" i="0" u="none" strike="noStrike" cap="none" normalizeH="0" baseline="0" smtClean="0">
                          <a:ln>
                            <a:noFill/>
                          </a:ln>
                          <a:solidFill>
                            <a:schemeClr val="tx1"/>
                          </a:solidFill>
                          <a:effectLst/>
                          <a:latin typeface="Verdana" pitchFamily="-1" charset="0"/>
                          <a:ea typeface="ＭＳ Ｐゴシック" pitchFamily="-1" charset="-128"/>
                          <a:cs typeface="Times New Roman" pitchFamily="-1" charset="0"/>
                        </a:rPr>
                        <a:t> pass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0" hangingPunct="1">
                        <a:lnSpc>
                          <a:spcPct val="100000"/>
                        </a:lnSpc>
                        <a:spcBef>
                          <a:spcPct val="20000"/>
                        </a:spcBef>
                        <a:spcAft>
                          <a:spcPct val="0"/>
                        </a:spcAft>
                        <a:buClr>
                          <a:srgbClr val="808080"/>
                        </a:buClr>
                        <a:buSzPct val="60000"/>
                        <a:buFont typeface="Wingdings" pitchFamily="-1" charset="2"/>
                        <a:buNone/>
                        <a:tabLst/>
                      </a:pPr>
                      <a:r>
                        <a:rPr kumimoji="0" lang="en-GB" sz="2000" b="1" i="0" u="none" strike="noStrike" cap="none" normalizeH="0" baseline="0" smtClean="0">
                          <a:ln>
                            <a:noFill/>
                          </a:ln>
                          <a:solidFill>
                            <a:schemeClr val="tx1"/>
                          </a:solidFill>
                          <a:effectLst/>
                          <a:latin typeface="Verdana" pitchFamily="-1" charset="0"/>
                          <a:ea typeface="ＭＳ Ｐゴシック" pitchFamily="-1" charset="-128"/>
                          <a:cs typeface="Times New Roman" pitchFamily="-1" charset="0"/>
                        </a:rPr>
                        <a:t>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0" hangingPunct="1">
                        <a:lnSpc>
                          <a:spcPct val="100000"/>
                        </a:lnSpc>
                        <a:spcBef>
                          <a:spcPct val="20000"/>
                        </a:spcBef>
                        <a:spcAft>
                          <a:spcPct val="0"/>
                        </a:spcAft>
                        <a:buClr>
                          <a:srgbClr val="808080"/>
                        </a:buClr>
                        <a:buSzPct val="60000"/>
                        <a:buFont typeface="Wingdings" pitchFamily="-1" charset="2"/>
                        <a:buNone/>
                        <a:tabLst/>
                      </a:pPr>
                      <a:r>
                        <a:rPr kumimoji="0" lang="en-GB" sz="2000" b="0" i="0" u="none" strike="noStrike" cap="none" normalizeH="0" baseline="0" smtClean="0">
                          <a:ln>
                            <a:noFill/>
                          </a:ln>
                          <a:solidFill>
                            <a:schemeClr val="tx1"/>
                          </a:solidFill>
                          <a:effectLst/>
                          <a:latin typeface="Verdana" pitchFamily="-1" charset="0"/>
                          <a:ea typeface="ＭＳ Ｐゴシック" pitchFamily="-1" charset="-128"/>
                          <a:cs typeface="Times New Roman" pitchFamily="-1" charset="0"/>
                        </a:rPr>
                        <a:t>63</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0" hangingPunct="1">
                        <a:lnSpc>
                          <a:spcPct val="100000"/>
                        </a:lnSpc>
                        <a:spcBef>
                          <a:spcPct val="20000"/>
                        </a:spcBef>
                        <a:spcAft>
                          <a:spcPct val="0"/>
                        </a:spcAft>
                        <a:buClr>
                          <a:srgbClr val="808080"/>
                        </a:buClr>
                        <a:buSzPct val="60000"/>
                        <a:buFont typeface="Wingdings" pitchFamily="-1" charset="2"/>
                        <a:buNone/>
                        <a:tabLst/>
                      </a:pPr>
                      <a:r>
                        <a:rPr kumimoji="0" lang="en-GB" sz="2000" b="0" i="0" u="none" strike="noStrike" cap="none" normalizeH="0" baseline="0" smtClean="0">
                          <a:ln>
                            <a:noFill/>
                          </a:ln>
                          <a:solidFill>
                            <a:srgbClr val="808080"/>
                          </a:solidFill>
                          <a:effectLst/>
                          <a:latin typeface="Verdana" pitchFamily="-1" charset="0"/>
                          <a:ea typeface="ＭＳ Ｐゴシック" pitchFamily="-1" charset="-128"/>
                          <a:cs typeface="Times New Roman" pitchFamily="-1" charset="0"/>
                        </a:rPr>
                        <a:t>27</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0" hangingPunct="1">
                        <a:lnSpc>
                          <a:spcPct val="100000"/>
                        </a:lnSpc>
                        <a:spcBef>
                          <a:spcPct val="20000"/>
                        </a:spcBef>
                        <a:spcAft>
                          <a:spcPct val="0"/>
                        </a:spcAft>
                        <a:buClr>
                          <a:srgbClr val="808080"/>
                        </a:buClr>
                        <a:buSzPct val="60000"/>
                        <a:buFont typeface="Wingdings" pitchFamily="-1" charset="2"/>
                        <a:buNone/>
                        <a:tabLst/>
                      </a:pPr>
                      <a:r>
                        <a:rPr kumimoji="0" lang="en-GB" sz="2000" b="0" i="0" u="none" strike="noStrike" cap="none" normalizeH="0" baseline="0" smtClean="0">
                          <a:ln>
                            <a:noFill/>
                          </a:ln>
                          <a:solidFill>
                            <a:schemeClr val="tx1"/>
                          </a:solidFill>
                          <a:effectLst/>
                          <a:latin typeface="Verdana" pitchFamily="-1" charset="0"/>
                          <a:ea typeface="ＭＳ Ｐゴシック" pitchFamily="-1" charset="-128"/>
                          <a:cs typeface="Times New Roman" pitchFamily="-1" charset="0"/>
                        </a:rPr>
                        <a:t>72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0" hangingPunct="1">
                        <a:lnSpc>
                          <a:spcPct val="100000"/>
                        </a:lnSpc>
                        <a:spcBef>
                          <a:spcPct val="20000"/>
                        </a:spcBef>
                        <a:spcAft>
                          <a:spcPct val="0"/>
                        </a:spcAft>
                        <a:buClr>
                          <a:srgbClr val="808080"/>
                        </a:buClr>
                        <a:buSzPct val="60000"/>
                        <a:buFont typeface="Wingdings" pitchFamily="-1" charset="2"/>
                        <a:buNone/>
                        <a:tabLst/>
                      </a:pPr>
                      <a:r>
                        <a:rPr kumimoji="0" lang="en-GB" sz="2000" b="0" i="0" u="none" strike="noStrike" cap="none" normalizeH="0" baseline="0" smtClean="0">
                          <a:ln>
                            <a:noFill/>
                          </a:ln>
                          <a:solidFill>
                            <a:schemeClr val="tx1"/>
                          </a:solidFill>
                          <a:effectLst/>
                          <a:latin typeface="Verdana" pitchFamily="-1" charset="0"/>
                          <a:ea typeface="ＭＳ Ｐゴシック" pitchFamily="-1" charset="-128"/>
                          <a:cs typeface="Times New Roman" pitchFamily="-1" charset="0"/>
                        </a:rPr>
                        <a:t>64</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0" hangingPunct="1">
                        <a:lnSpc>
                          <a:spcPct val="100000"/>
                        </a:lnSpc>
                        <a:spcBef>
                          <a:spcPct val="20000"/>
                        </a:spcBef>
                        <a:spcAft>
                          <a:spcPct val="0"/>
                        </a:spcAft>
                        <a:buClr>
                          <a:srgbClr val="808080"/>
                        </a:buClr>
                        <a:buSzPct val="60000"/>
                        <a:buFont typeface="Wingdings" pitchFamily="-1" charset="2"/>
                        <a:buNone/>
                        <a:tabLst/>
                      </a:pPr>
                      <a:r>
                        <a:rPr kumimoji="0" lang="en-GB" sz="2000" b="0" i="0" u="none" strike="noStrike" cap="none" normalizeH="0" baseline="0" smtClean="0">
                          <a:ln>
                            <a:noFill/>
                          </a:ln>
                          <a:solidFill>
                            <a:schemeClr val="tx1"/>
                          </a:solidFill>
                          <a:effectLst/>
                          <a:latin typeface="Verdana" pitchFamily="-1" charset="0"/>
                          <a:ea typeface="ＭＳ Ｐゴシック" pitchFamily="-1" charset="-128"/>
                          <a:cs typeface="Times New Roman" pitchFamily="-1" charset="0"/>
                        </a:rPr>
                        <a:t>58</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0" hangingPunct="1">
                        <a:lnSpc>
                          <a:spcPct val="100000"/>
                        </a:lnSpc>
                        <a:spcBef>
                          <a:spcPct val="20000"/>
                        </a:spcBef>
                        <a:spcAft>
                          <a:spcPct val="0"/>
                        </a:spcAft>
                        <a:buClr>
                          <a:srgbClr val="808080"/>
                        </a:buClr>
                        <a:buSzPct val="60000"/>
                        <a:buFont typeface="Wingdings" pitchFamily="-1" charset="2"/>
                        <a:buNone/>
                        <a:tabLst/>
                      </a:pPr>
                      <a:r>
                        <a:rPr kumimoji="0" lang="en-GB" sz="2000" b="0" i="0" u="none" strike="noStrike" cap="none" normalizeH="0" baseline="0" smtClean="0">
                          <a:ln>
                            <a:noFill/>
                          </a:ln>
                          <a:solidFill>
                            <a:schemeClr val="tx1"/>
                          </a:solidFill>
                          <a:effectLst/>
                          <a:latin typeface="Verdana" pitchFamily="-1" charset="0"/>
                          <a:ea typeface="ＭＳ Ｐゴシック" pitchFamily="-1" charset="-128"/>
                          <a:cs typeface="Times New Roman" pitchFamily="-1" charset="0"/>
                        </a:rPr>
                        <a:t>14</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0" hangingPunct="1">
                        <a:lnSpc>
                          <a:spcPct val="100000"/>
                        </a:lnSpc>
                        <a:spcBef>
                          <a:spcPct val="20000"/>
                        </a:spcBef>
                        <a:spcAft>
                          <a:spcPct val="0"/>
                        </a:spcAft>
                        <a:buClr>
                          <a:srgbClr val="808080"/>
                        </a:buClr>
                        <a:buSzPct val="60000"/>
                        <a:buFont typeface="Wingdings" pitchFamily="-1" charset="2"/>
                        <a:buNone/>
                        <a:tabLst/>
                      </a:pPr>
                      <a:r>
                        <a:rPr kumimoji="0" lang="en-GB" sz="2000" b="0" i="0" u="none" strike="noStrike" cap="none" normalizeH="0" baseline="0" smtClean="0">
                          <a:ln>
                            <a:noFill/>
                          </a:ln>
                          <a:solidFill>
                            <a:schemeClr val="tx1"/>
                          </a:solidFill>
                          <a:effectLst/>
                          <a:latin typeface="Verdana" pitchFamily="-1" charset="0"/>
                          <a:ea typeface="ＭＳ Ｐゴシック" pitchFamily="-1" charset="-128"/>
                          <a:cs typeface="Times New Roman" pitchFamily="-1" charset="0"/>
                        </a:rPr>
                        <a:t>9</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r>
              <a:tr h="736600">
                <a:tc>
                  <a:txBody>
                    <a:bodyPr/>
                    <a:lstStyle/>
                    <a:p>
                      <a:pPr marL="0" marR="0" lvl="0" indent="0" algn="ctr" defTabSz="914400" rtl="0" eaLnBrk="1" fontAlgn="base" latinLnBrk="0" hangingPunct="1">
                        <a:lnSpc>
                          <a:spcPct val="100000"/>
                        </a:lnSpc>
                        <a:spcBef>
                          <a:spcPct val="20000"/>
                        </a:spcBef>
                        <a:spcAft>
                          <a:spcPct val="0"/>
                        </a:spcAft>
                        <a:buClr>
                          <a:srgbClr val="808080"/>
                        </a:buClr>
                        <a:buSzPct val="60000"/>
                        <a:buFont typeface="Wingdings" pitchFamily="-1" charset="2"/>
                        <a:buNone/>
                        <a:tabLst/>
                      </a:pPr>
                      <a:r>
                        <a:rPr kumimoji="0" lang="en-GB" sz="2000" b="0" i="0" u="none" strike="noStrike" cap="none" normalizeH="0" baseline="0" smtClean="0">
                          <a:ln>
                            <a:noFill/>
                          </a:ln>
                          <a:solidFill>
                            <a:schemeClr val="tx1"/>
                          </a:solidFill>
                          <a:effectLst/>
                          <a:latin typeface="Verdana" pitchFamily="-1" charset="0"/>
                          <a:ea typeface="ＭＳ Ｐゴシック" pitchFamily="-1" charset="-128"/>
                          <a:cs typeface="Times New Roman" pitchFamily="-1" charset="0"/>
                        </a:rPr>
                        <a:t>2</a:t>
                      </a:r>
                      <a:r>
                        <a:rPr kumimoji="0" lang="en-GB" sz="2000" b="0" i="0" u="none" strike="noStrike" cap="none" normalizeH="0" baseline="30000" smtClean="0">
                          <a:ln>
                            <a:noFill/>
                          </a:ln>
                          <a:solidFill>
                            <a:schemeClr val="tx1"/>
                          </a:solidFill>
                          <a:effectLst/>
                          <a:latin typeface="Verdana" pitchFamily="-1" charset="0"/>
                          <a:ea typeface="ＭＳ Ｐゴシック" pitchFamily="-1" charset="-128"/>
                          <a:cs typeface="Times New Roman" pitchFamily="-1" charset="0"/>
                        </a:rPr>
                        <a:t>nd</a:t>
                      </a:r>
                      <a:r>
                        <a:rPr kumimoji="0" lang="en-GB" sz="2000" b="0" i="0" u="none" strike="noStrike" cap="none" normalizeH="0" baseline="0" smtClean="0">
                          <a:ln>
                            <a:noFill/>
                          </a:ln>
                          <a:solidFill>
                            <a:schemeClr val="tx1"/>
                          </a:solidFill>
                          <a:effectLst/>
                          <a:latin typeface="Verdana" pitchFamily="-1" charset="0"/>
                          <a:ea typeface="ＭＳ Ｐゴシック" pitchFamily="-1" charset="-128"/>
                          <a:cs typeface="Times New Roman" pitchFamily="-1" charset="0"/>
                        </a:rPr>
                        <a:t> pass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0" hangingPunct="1">
                        <a:lnSpc>
                          <a:spcPct val="100000"/>
                        </a:lnSpc>
                        <a:spcBef>
                          <a:spcPct val="20000"/>
                        </a:spcBef>
                        <a:spcAft>
                          <a:spcPct val="0"/>
                        </a:spcAft>
                        <a:buClr>
                          <a:srgbClr val="808080"/>
                        </a:buClr>
                        <a:buSzPct val="60000"/>
                        <a:buFont typeface="Wingdings" pitchFamily="-1" charset="2"/>
                        <a:buNone/>
                        <a:tabLst/>
                      </a:pPr>
                      <a:r>
                        <a:rPr kumimoji="0" lang="en-GB" sz="2000" b="0" i="0" u="none" strike="noStrike" cap="none" normalizeH="0" baseline="0" smtClean="0">
                          <a:ln>
                            <a:noFill/>
                          </a:ln>
                          <a:solidFill>
                            <a:schemeClr val="tx1"/>
                          </a:solidFill>
                          <a:effectLst/>
                          <a:latin typeface="Verdana" pitchFamily="-1" charset="0"/>
                          <a:ea typeface="ＭＳ Ｐゴシック" pitchFamily="-1" charset="-128"/>
                          <a:cs typeface="Times New Roman" pitchFamily="-1" charset="0"/>
                        </a:rPr>
                        <a:t>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0" hangingPunct="1">
                        <a:lnSpc>
                          <a:spcPct val="100000"/>
                        </a:lnSpc>
                        <a:spcBef>
                          <a:spcPct val="20000"/>
                        </a:spcBef>
                        <a:spcAft>
                          <a:spcPct val="0"/>
                        </a:spcAft>
                        <a:buClr>
                          <a:srgbClr val="808080"/>
                        </a:buClr>
                        <a:buSzPct val="60000"/>
                        <a:buFont typeface="Wingdings" pitchFamily="-1" charset="2"/>
                        <a:buNone/>
                        <a:tabLst/>
                      </a:pPr>
                      <a:r>
                        <a:rPr kumimoji="0" lang="en-GB" sz="2000" b="1" i="0" u="none" strike="noStrike" cap="none" normalizeH="0" baseline="0" smtClean="0">
                          <a:ln>
                            <a:noFill/>
                          </a:ln>
                          <a:solidFill>
                            <a:schemeClr val="tx1"/>
                          </a:solidFill>
                          <a:effectLst/>
                          <a:latin typeface="Verdana" pitchFamily="-1" charset="0"/>
                          <a:ea typeface="ＭＳ Ｐゴシック" pitchFamily="-1" charset="-128"/>
                          <a:cs typeface="Times New Roman" pitchFamily="-1" charset="0"/>
                        </a:rPr>
                        <a:t>9</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0" hangingPunct="1">
                        <a:lnSpc>
                          <a:spcPct val="100000"/>
                        </a:lnSpc>
                        <a:spcBef>
                          <a:spcPct val="20000"/>
                        </a:spcBef>
                        <a:spcAft>
                          <a:spcPct val="0"/>
                        </a:spcAft>
                        <a:buClr>
                          <a:srgbClr val="808080"/>
                        </a:buClr>
                        <a:buSzPct val="60000"/>
                        <a:buFont typeface="Wingdings" pitchFamily="-1" charset="2"/>
                        <a:buNone/>
                        <a:tabLst/>
                      </a:pPr>
                      <a:r>
                        <a:rPr kumimoji="0" lang="en-GB" sz="2000" b="0" i="0" u="none" strike="noStrike" cap="none" normalizeH="0" baseline="0" smtClean="0">
                          <a:ln>
                            <a:noFill/>
                          </a:ln>
                          <a:solidFill>
                            <a:schemeClr val="tx1"/>
                          </a:solidFill>
                          <a:effectLst/>
                          <a:latin typeface="Verdana" pitchFamily="-1" charset="0"/>
                          <a:ea typeface="ＭＳ Ｐゴシック" pitchFamily="-1" charset="-128"/>
                          <a:cs typeface="Times New Roman" pitchFamily="-1" charset="0"/>
                        </a:rPr>
                        <a:t>27</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0" hangingPunct="1">
                        <a:lnSpc>
                          <a:spcPct val="100000"/>
                        </a:lnSpc>
                        <a:spcBef>
                          <a:spcPct val="20000"/>
                        </a:spcBef>
                        <a:spcAft>
                          <a:spcPct val="0"/>
                        </a:spcAft>
                        <a:buClr>
                          <a:srgbClr val="808080"/>
                        </a:buClr>
                        <a:buSzPct val="60000"/>
                        <a:buFont typeface="Wingdings" pitchFamily="-1" charset="2"/>
                        <a:buNone/>
                        <a:tabLst/>
                      </a:pPr>
                      <a:r>
                        <a:rPr kumimoji="0" lang="en-GB" sz="2000" b="0" i="0" u="none" strike="noStrike" cap="none" normalizeH="0" baseline="0" smtClean="0">
                          <a:ln>
                            <a:noFill/>
                          </a:ln>
                          <a:solidFill>
                            <a:schemeClr val="tx1"/>
                          </a:solidFill>
                          <a:effectLst/>
                          <a:latin typeface="Verdana" pitchFamily="-1" charset="0"/>
                          <a:ea typeface="ＭＳ Ｐゴシック" pitchFamily="-1" charset="-128"/>
                          <a:cs typeface="Times New Roman" pitchFamily="-1" charset="0"/>
                        </a:rPr>
                        <a:t>72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0" hangingPunct="1">
                        <a:lnSpc>
                          <a:spcPct val="100000"/>
                        </a:lnSpc>
                        <a:spcBef>
                          <a:spcPct val="20000"/>
                        </a:spcBef>
                        <a:spcAft>
                          <a:spcPct val="0"/>
                        </a:spcAft>
                        <a:buClr>
                          <a:srgbClr val="808080"/>
                        </a:buClr>
                        <a:buSzPct val="60000"/>
                        <a:buFont typeface="Wingdings" pitchFamily="-1" charset="2"/>
                        <a:buNone/>
                        <a:tabLst/>
                      </a:pPr>
                      <a:r>
                        <a:rPr kumimoji="0" lang="en-GB" sz="2000" b="0" i="0" u="none" strike="noStrike" cap="none" normalizeH="0" baseline="0" smtClean="0">
                          <a:ln>
                            <a:noFill/>
                          </a:ln>
                          <a:solidFill>
                            <a:schemeClr val="tx1"/>
                          </a:solidFill>
                          <a:effectLst/>
                          <a:latin typeface="Verdana" pitchFamily="-1" charset="0"/>
                          <a:ea typeface="ＭＳ Ｐゴシック" pitchFamily="-1" charset="-128"/>
                          <a:cs typeface="Times New Roman" pitchFamily="-1" charset="0"/>
                        </a:rPr>
                        <a:t>64</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0" hangingPunct="1">
                        <a:lnSpc>
                          <a:spcPct val="100000"/>
                        </a:lnSpc>
                        <a:spcBef>
                          <a:spcPct val="20000"/>
                        </a:spcBef>
                        <a:spcAft>
                          <a:spcPct val="0"/>
                        </a:spcAft>
                        <a:buClr>
                          <a:srgbClr val="808080"/>
                        </a:buClr>
                        <a:buSzPct val="60000"/>
                        <a:buFont typeface="Wingdings" pitchFamily="-1" charset="2"/>
                        <a:buNone/>
                        <a:tabLst/>
                      </a:pPr>
                      <a:r>
                        <a:rPr kumimoji="0" lang="en-GB" sz="2000" b="0" i="0" u="none" strike="noStrike" cap="none" normalizeH="0" baseline="0" smtClean="0">
                          <a:ln>
                            <a:noFill/>
                          </a:ln>
                          <a:solidFill>
                            <a:schemeClr val="tx1"/>
                          </a:solidFill>
                          <a:effectLst/>
                          <a:latin typeface="Verdana" pitchFamily="-1" charset="0"/>
                          <a:ea typeface="ＭＳ Ｐゴシック" pitchFamily="-1" charset="-128"/>
                          <a:cs typeface="Times New Roman" pitchFamily="-1" charset="0"/>
                        </a:rPr>
                        <a:t>58</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0" hangingPunct="1">
                        <a:lnSpc>
                          <a:spcPct val="100000"/>
                        </a:lnSpc>
                        <a:spcBef>
                          <a:spcPct val="20000"/>
                        </a:spcBef>
                        <a:spcAft>
                          <a:spcPct val="0"/>
                        </a:spcAft>
                        <a:buClr>
                          <a:srgbClr val="808080"/>
                        </a:buClr>
                        <a:buSzPct val="60000"/>
                        <a:buFont typeface="Wingdings" pitchFamily="-1" charset="2"/>
                        <a:buNone/>
                        <a:tabLst/>
                      </a:pPr>
                      <a:r>
                        <a:rPr kumimoji="0" lang="en-GB" sz="2000" b="0" i="0" u="none" strike="noStrike" cap="none" normalizeH="0" baseline="0" smtClean="0">
                          <a:ln>
                            <a:noFill/>
                          </a:ln>
                          <a:solidFill>
                            <a:schemeClr val="tx1"/>
                          </a:solidFill>
                          <a:effectLst/>
                          <a:latin typeface="Verdana" pitchFamily="-1" charset="0"/>
                          <a:ea typeface="ＭＳ Ｐゴシック" pitchFamily="-1" charset="-128"/>
                          <a:cs typeface="Times New Roman" pitchFamily="-1" charset="0"/>
                        </a:rPr>
                        <a:t>14</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0" hangingPunct="1">
                        <a:lnSpc>
                          <a:spcPct val="100000"/>
                        </a:lnSpc>
                        <a:spcBef>
                          <a:spcPct val="20000"/>
                        </a:spcBef>
                        <a:spcAft>
                          <a:spcPct val="0"/>
                        </a:spcAft>
                        <a:buClr>
                          <a:srgbClr val="808080"/>
                        </a:buClr>
                        <a:buSzPct val="60000"/>
                        <a:buFont typeface="Wingdings" pitchFamily="-1" charset="2"/>
                        <a:buNone/>
                        <a:tabLst/>
                      </a:pPr>
                      <a:r>
                        <a:rPr kumimoji="0" lang="en-GB" sz="2000" b="0" i="0" u="none" strike="noStrike" cap="none" normalizeH="0" baseline="0" smtClean="0">
                          <a:ln>
                            <a:noFill/>
                          </a:ln>
                          <a:solidFill>
                            <a:srgbClr val="808080"/>
                          </a:solidFill>
                          <a:effectLst/>
                          <a:latin typeface="Verdana" pitchFamily="-1" charset="0"/>
                          <a:ea typeface="ＭＳ Ｐゴシック" pitchFamily="-1" charset="-128"/>
                          <a:cs typeface="Times New Roman" pitchFamily="-1" charset="0"/>
                        </a:rPr>
                        <a:t>63</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r>
              <a:tr h="736600">
                <a:tc>
                  <a:txBody>
                    <a:bodyPr/>
                    <a:lstStyle/>
                    <a:p>
                      <a:pPr marL="0" marR="0" lvl="0" indent="0" algn="ctr" defTabSz="914400" rtl="0" eaLnBrk="1" fontAlgn="base" latinLnBrk="0" hangingPunct="1">
                        <a:lnSpc>
                          <a:spcPct val="100000"/>
                        </a:lnSpc>
                        <a:spcBef>
                          <a:spcPct val="20000"/>
                        </a:spcBef>
                        <a:spcAft>
                          <a:spcPct val="0"/>
                        </a:spcAft>
                        <a:buClr>
                          <a:srgbClr val="808080"/>
                        </a:buClr>
                        <a:buSzPct val="60000"/>
                        <a:buFont typeface="Wingdings" pitchFamily="-1" charset="2"/>
                        <a:buNone/>
                        <a:tabLst/>
                      </a:pPr>
                      <a:r>
                        <a:rPr kumimoji="0" lang="en-GB" sz="2000" b="0" i="0" u="none" strike="noStrike" cap="none" normalizeH="0" baseline="0" smtClean="0">
                          <a:ln>
                            <a:noFill/>
                          </a:ln>
                          <a:solidFill>
                            <a:schemeClr val="tx1"/>
                          </a:solidFill>
                          <a:effectLst/>
                          <a:latin typeface="Verdana" pitchFamily="-1" charset="0"/>
                          <a:ea typeface="ＭＳ Ｐゴシック" pitchFamily="-1" charset="-128"/>
                          <a:cs typeface="Times New Roman" pitchFamily="-1" charset="0"/>
                        </a:rPr>
                        <a:t>3</a:t>
                      </a:r>
                      <a:r>
                        <a:rPr kumimoji="0" lang="en-GB" sz="2000" b="0" i="0" u="none" strike="noStrike" cap="none" normalizeH="0" baseline="30000" smtClean="0">
                          <a:ln>
                            <a:noFill/>
                          </a:ln>
                          <a:solidFill>
                            <a:schemeClr val="tx1"/>
                          </a:solidFill>
                          <a:effectLst/>
                          <a:latin typeface="Verdana" pitchFamily="-1" charset="0"/>
                          <a:ea typeface="ＭＳ Ｐゴシック" pitchFamily="-1" charset="-128"/>
                          <a:cs typeface="Times New Roman" pitchFamily="-1" charset="0"/>
                        </a:rPr>
                        <a:t>rd</a:t>
                      </a:r>
                      <a:r>
                        <a:rPr kumimoji="0" lang="en-GB" sz="2000" b="0" i="0" u="none" strike="noStrike" cap="none" normalizeH="0" baseline="0" smtClean="0">
                          <a:ln>
                            <a:noFill/>
                          </a:ln>
                          <a:solidFill>
                            <a:schemeClr val="tx1"/>
                          </a:solidFill>
                          <a:effectLst/>
                          <a:latin typeface="Verdana" pitchFamily="-1" charset="0"/>
                          <a:ea typeface="ＭＳ Ｐゴシック" pitchFamily="-1" charset="-128"/>
                          <a:cs typeface="Times New Roman" pitchFamily="-1" charset="0"/>
                        </a:rPr>
                        <a:t> pass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0" hangingPunct="1">
                        <a:lnSpc>
                          <a:spcPct val="100000"/>
                        </a:lnSpc>
                        <a:spcBef>
                          <a:spcPct val="20000"/>
                        </a:spcBef>
                        <a:spcAft>
                          <a:spcPct val="0"/>
                        </a:spcAft>
                        <a:buClr>
                          <a:srgbClr val="808080"/>
                        </a:buClr>
                        <a:buSzPct val="60000"/>
                        <a:buFont typeface="Wingdings" pitchFamily="-1" charset="2"/>
                        <a:buNone/>
                        <a:tabLst/>
                      </a:pPr>
                      <a:r>
                        <a:rPr kumimoji="0" lang="en-GB" sz="2000" b="0" i="0" u="none" strike="noStrike" cap="none" normalizeH="0" baseline="0" smtClean="0">
                          <a:ln>
                            <a:noFill/>
                          </a:ln>
                          <a:solidFill>
                            <a:schemeClr val="tx1"/>
                          </a:solidFill>
                          <a:effectLst/>
                          <a:latin typeface="Verdana" pitchFamily="-1" charset="0"/>
                          <a:ea typeface="ＭＳ Ｐゴシック" pitchFamily="-1" charset="-128"/>
                          <a:cs typeface="Times New Roman" pitchFamily="-1" charset="0"/>
                        </a:rPr>
                        <a:t>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0" hangingPunct="1">
                        <a:lnSpc>
                          <a:spcPct val="100000"/>
                        </a:lnSpc>
                        <a:spcBef>
                          <a:spcPct val="20000"/>
                        </a:spcBef>
                        <a:spcAft>
                          <a:spcPct val="0"/>
                        </a:spcAft>
                        <a:buClr>
                          <a:srgbClr val="808080"/>
                        </a:buClr>
                        <a:buSzPct val="60000"/>
                        <a:buFont typeface="Wingdings" pitchFamily="-1" charset="2"/>
                        <a:buNone/>
                        <a:tabLst/>
                      </a:pPr>
                      <a:r>
                        <a:rPr kumimoji="0" lang="en-GB" sz="2000" b="0" i="0" u="none" strike="noStrike" cap="none" normalizeH="0" baseline="0" smtClean="0">
                          <a:ln>
                            <a:noFill/>
                          </a:ln>
                          <a:solidFill>
                            <a:schemeClr val="tx1"/>
                          </a:solidFill>
                          <a:effectLst/>
                          <a:latin typeface="Verdana" pitchFamily="-1" charset="0"/>
                          <a:ea typeface="ＭＳ Ｐゴシック" pitchFamily="-1" charset="-128"/>
                          <a:cs typeface="Times New Roman" pitchFamily="-1" charset="0"/>
                        </a:rPr>
                        <a:t>9</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0" hangingPunct="1">
                        <a:lnSpc>
                          <a:spcPct val="100000"/>
                        </a:lnSpc>
                        <a:spcBef>
                          <a:spcPct val="20000"/>
                        </a:spcBef>
                        <a:spcAft>
                          <a:spcPct val="0"/>
                        </a:spcAft>
                        <a:buClr>
                          <a:srgbClr val="808080"/>
                        </a:buClr>
                        <a:buSzPct val="60000"/>
                        <a:buFont typeface="Wingdings" pitchFamily="-1" charset="2"/>
                        <a:buNone/>
                        <a:tabLst/>
                      </a:pPr>
                      <a:r>
                        <a:rPr kumimoji="0" lang="en-GB" sz="2000" b="1" i="0" u="none" strike="noStrike" cap="none" normalizeH="0" baseline="0" smtClean="0">
                          <a:ln>
                            <a:noFill/>
                          </a:ln>
                          <a:solidFill>
                            <a:schemeClr val="tx1"/>
                          </a:solidFill>
                          <a:effectLst/>
                          <a:latin typeface="Verdana" pitchFamily="-1" charset="0"/>
                          <a:ea typeface="ＭＳ Ｐゴシック" pitchFamily="-1" charset="-128"/>
                          <a:cs typeface="Times New Roman" pitchFamily="-1" charset="0"/>
                        </a:rPr>
                        <a:t>14</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0" hangingPunct="1">
                        <a:lnSpc>
                          <a:spcPct val="100000"/>
                        </a:lnSpc>
                        <a:spcBef>
                          <a:spcPct val="20000"/>
                        </a:spcBef>
                        <a:spcAft>
                          <a:spcPct val="0"/>
                        </a:spcAft>
                        <a:buClr>
                          <a:srgbClr val="808080"/>
                        </a:buClr>
                        <a:buSzPct val="60000"/>
                        <a:buFont typeface="Wingdings" pitchFamily="-1" charset="2"/>
                        <a:buNone/>
                        <a:tabLst/>
                      </a:pPr>
                      <a:r>
                        <a:rPr kumimoji="0" lang="en-GB" sz="2000" b="0" i="0" u="none" strike="noStrike" cap="none" normalizeH="0" baseline="0" smtClean="0">
                          <a:ln>
                            <a:noFill/>
                          </a:ln>
                          <a:solidFill>
                            <a:schemeClr val="tx1"/>
                          </a:solidFill>
                          <a:effectLst/>
                          <a:latin typeface="Verdana" pitchFamily="-1" charset="0"/>
                          <a:ea typeface="ＭＳ Ｐゴシック" pitchFamily="-1" charset="-128"/>
                          <a:cs typeface="Times New Roman" pitchFamily="-1" charset="0"/>
                        </a:rPr>
                        <a:t>72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0" hangingPunct="1">
                        <a:lnSpc>
                          <a:spcPct val="100000"/>
                        </a:lnSpc>
                        <a:spcBef>
                          <a:spcPct val="20000"/>
                        </a:spcBef>
                        <a:spcAft>
                          <a:spcPct val="0"/>
                        </a:spcAft>
                        <a:buClr>
                          <a:srgbClr val="808080"/>
                        </a:buClr>
                        <a:buSzPct val="60000"/>
                        <a:buFont typeface="Wingdings" pitchFamily="-1" charset="2"/>
                        <a:buNone/>
                        <a:tabLst/>
                      </a:pPr>
                      <a:r>
                        <a:rPr kumimoji="0" lang="en-GB" sz="2000" b="0" i="0" u="none" strike="noStrike" cap="none" normalizeH="0" baseline="0" smtClean="0">
                          <a:ln>
                            <a:noFill/>
                          </a:ln>
                          <a:solidFill>
                            <a:schemeClr val="tx1"/>
                          </a:solidFill>
                          <a:effectLst/>
                          <a:latin typeface="Verdana" pitchFamily="-1" charset="0"/>
                          <a:ea typeface="ＭＳ Ｐゴシック" pitchFamily="-1" charset="-128"/>
                          <a:cs typeface="Times New Roman" pitchFamily="-1" charset="0"/>
                        </a:rPr>
                        <a:t>64</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0" hangingPunct="1">
                        <a:lnSpc>
                          <a:spcPct val="100000"/>
                        </a:lnSpc>
                        <a:spcBef>
                          <a:spcPct val="20000"/>
                        </a:spcBef>
                        <a:spcAft>
                          <a:spcPct val="0"/>
                        </a:spcAft>
                        <a:buClr>
                          <a:srgbClr val="808080"/>
                        </a:buClr>
                        <a:buSzPct val="60000"/>
                        <a:buFont typeface="Wingdings" pitchFamily="-1" charset="2"/>
                        <a:buNone/>
                        <a:tabLst/>
                      </a:pPr>
                      <a:r>
                        <a:rPr kumimoji="0" lang="en-GB" sz="2000" b="0" i="0" u="none" strike="noStrike" cap="none" normalizeH="0" baseline="0" smtClean="0">
                          <a:ln>
                            <a:noFill/>
                          </a:ln>
                          <a:solidFill>
                            <a:schemeClr val="tx1"/>
                          </a:solidFill>
                          <a:effectLst/>
                          <a:latin typeface="Verdana" pitchFamily="-1" charset="0"/>
                          <a:ea typeface="ＭＳ Ｐゴシック" pitchFamily="-1" charset="-128"/>
                          <a:cs typeface="Times New Roman" pitchFamily="-1" charset="0"/>
                        </a:rPr>
                        <a:t>58</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0" hangingPunct="1">
                        <a:lnSpc>
                          <a:spcPct val="100000"/>
                        </a:lnSpc>
                        <a:spcBef>
                          <a:spcPct val="20000"/>
                        </a:spcBef>
                        <a:spcAft>
                          <a:spcPct val="0"/>
                        </a:spcAft>
                        <a:buClr>
                          <a:srgbClr val="808080"/>
                        </a:buClr>
                        <a:buSzPct val="60000"/>
                        <a:buFont typeface="Wingdings" pitchFamily="-1" charset="2"/>
                        <a:buNone/>
                        <a:tabLst/>
                      </a:pPr>
                      <a:r>
                        <a:rPr kumimoji="0" lang="en-GB" sz="2000" b="0" i="0" u="none" strike="noStrike" cap="none" normalizeH="0" baseline="0" smtClean="0">
                          <a:ln>
                            <a:noFill/>
                          </a:ln>
                          <a:solidFill>
                            <a:srgbClr val="808080"/>
                          </a:solidFill>
                          <a:effectLst/>
                          <a:latin typeface="Verdana" pitchFamily="-1" charset="0"/>
                          <a:ea typeface="ＭＳ Ｐゴシック" pitchFamily="-1" charset="-128"/>
                          <a:cs typeface="Times New Roman" pitchFamily="-1" charset="0"/>
                        </a:rPr>
                        <a:t>27</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0" hangingPunct="1">
                        <a:lnSpc>
                          <a:spcPct val="100000"/>
                        </a:lnSpc>
                        <a:spcBef>
                          <a:spcPct val="20000"/>
                        </a:spcBef>
                        <a:spcAft>
                          <a:spcPct val="0"/>
                        </a:spcAft>
                        <a:buClr>
                          <a:srgbClr val="808080"/>
                        </a:buClr>
                        <a:buSzPct val="60000"/>
                        <a:buFont typeface="Wingdings" pitchFamily="-1" charset="2"/>
                        <a:buNone/>
                        <a:tabLst/>
                      </a:pPr>
                      <a:r>
                        <a:rPr kumimoji="0" lang="en-GB" sz="2000" b="0" i="0" u="none" strike="noStrike" cap="none" normalizeH="0" baseline="0" smtClean="0">
                          <a:ln>
                            <a:noFill/>
                          </a:ln>
                          <a:solidFill>
                            <a:schemeClr val="tx1"/>
                          </a:solidFill>
                          <a:effectLst/>
                          <a:latin typeface="Verdana" pitchFamily="-1" charset="0"/>
                          <a:ea typeface="ＭＳ Ｐゴシック" pitchFamily="-1" charset="-128"/>
                          <a:cs typeface="Times New Roman" pitchFamily="-1" charset="0"/>
                        </a:rPr>
                        <a:t>63</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r>
              <a:tr h="585788">
                <a:tc>
                  <a:txBody>
                    <a:bodyPr/>
                    <a:lstStyle/>
                    <a:p>
                      <a:pPr marL="0" marR="0" lvl="0" indent="0" algn="ctr" defTabSz="914400" rtl="0" eaLnBrk="1" fontAlgn="base" latinLnBrk="0" hangingPunct="1">
                        <a:lnSpc>
                          <a:spcPct val="100000"/>
                        </a:lnSpc>
                        <a:spcBef>
                          <a:spcPct val="20000"/>
                        </a:spcBef>
                        <a:spcAft>
                          <a:spcPct val="0"/>
                        </a:spcAft>
                        <a:buClr>
                          <a:srgbClr val="808080"/>
                        </a:buClr>
                        <a:buSzPct val="60000"/>
                        <a:buFont typeface="Wingdings" pitchFamily="-1" charset="2"/>
                        <a:buNone/>
                        <a:tabLst/>
                      </a:pPr>
                      <a:r>
                        <a:rPr kumimoji="0" lang="en-GB" sz="2000" b="0" i="0" u="none" strike="noStrike" cap="none" normalizeH="0" baseline="0" smtClean="0">
                          <a:ln>
                            <a:noFill/>
                          </a:ln>
                          <a:solidFill>
                            <a:schemeClr val="tx1"/>
                          </a:solidFill>
                          <a:effectLst/>
                          <a:latin typeface="Verdana" pitchFamily="-1" charset="0"/>
                          <a:ea typeface="ＭＳ Ｐゴシック" pitchFamily="-1" charset="-128"/>
                          <a:cs typeface="Times New Roman" pitchFamily="-1" charset="0"/>
                        </a:rPr>
                        <a: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0" hangingPunct="1">
                        <a:lnSpc>
                          <a:spcPct val="100000"/>
                        </a:lnSpc>
                        <a:spcBef>
                          <a:spcPct val="20000"/>
                        </a:spcBef>
                        <a:spcAft>
                          <a:spcPct val="0"/>
                        </a:spcAft>
                        <a:buClr>
                          <a:srgbClr val="808080"/>
                        </a:buClr>
                        <a:buSzPct val="60000"/>
                        <a:buFont typeface="Wingdings" pitchFamily="-1" charset="2"/>
                        <a:buNone/>
                        <a:tabLst/>
                      </a:pPr>
                      <a:endParaRPr kumimoji="0" lang="en-US" sz="2000" b="0" i="0" u="none" strike="noStrike" cap="none" normalizeH="0" baseline="0" smtClean="0">
                        <a:ln>
                          <a:noFill/>
                        </a:ln>
                        <a:solidFill>
                          <a:schemeClr val="tx1"/>
                        </a:solidFill>
                        <a:effectLst/>
                        <a:latin typeface="Verdana" pitchFamily="-1" charset="0"/>
                        <a:ea typeface="ＭＳ Ｐゴシック" pitchFamily="-1" charset="-128"/>
                        <a:cs typeface="Times New Roman" pitchFamily="-1"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0" hangingPunct="1">
                        <a:lnSpc>
                          <a:spcPct val="100000"/>
                        </a:lnSpc>
                        <a:spcBef>
                          <a:spcPct val="20000"/>
                        </a:spcBef>
                        <a:spcAft>
                          <a:spcPct val="0"/>
                        </a:spcAft>
                        <a:buClr>
                          <a:srgbClr val="808080"/>
                        </a:buClr>
                        <a:buSzPct val="60000"/>
                        <a:buFont typeface="Wingdings" pitchFamily="-1" charset="2"/>
                        <a:buNone/>
                        <a:tabLst/>
                      </a:pPr>
                      <a:endParaRPr kumimoji="0" lang="en-US" sz="2000" b="0" i="0" u="none" strike="noStrike" cap="none" normalizeH="0" baseline="0" smtClean="0">
                        <a:ln>
                          <a:noFill/>
                        </a:ln>
                        <a:solidFill>
                          <a:schemeClr val="tx1"/>
                        </a:solidFill>
                        <a:effectLst/>
                        <a:latin typeface="Verdana" pitchFamily="-1" charset="0"/>
                        <a:ea typeface="ＭＳ Ｐゴシック" pitchFamily="-1" charset="-128"/>
                        <a:cs typeface="Times New Roman" pitchFamily="-1"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0" hangingPunct="1">
                        <a:lnSpc>
                          <a:spcPct val="100000"/>
                        </a:lnSpc>
                        <a:spcBef>
                          <a:spcPct val="20000"/>
                        </a:spcBef>
                        <a:spcAft>
                          <a:spcPct val="0"/>
                        </a:spcAft>
                        <a:buClr>
                          <a:srgbClr val="808080"/>
                        </a:buClr>
                        <a:buSzPct val="60000"/>
                        <a:buFont typeface="Wingdings" pitchFamily="-1" charset="2"/>
                        <a:buNone/>
                        <a:tabLst/>
                      </a:pPr>
                      <a:endParaRPr kumimoji="0" lang="en-US" sz="2000" b="0" i="0" u="none" strike="noStrike" cap="none" normalizeH="0" baseline="0" smtClean="0">
                        <a:ln>
                          <a:noFill/>
                        </a:ln>
                        <a:solidFill>
                          <a:schemeClr val="tx1"/>
                        </a:solidFill>
                        <a:effectLst/>
                        <a:latin typeface="Verdana" pitchFamily="-1" charset="0"/>
                        <a:ea typeface="ＭＳ Ｐゴシック" pitchFamily="-1" charset="-128"/>
                        <a:cs typeface="Times New Roman" pitchFamily="-1"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0" hangingPunct="1">
                        <a:lnSpc>
                          <a:spcPct val="100000"/>
                        </a:lnSpc>
                        <a:spcBef>
                          <a:spcPct val="20000"/>
                        </a:spcBef>
                        <a:spcAft>
                          <a:spcPct val="0"/>
                        </a:spcAft>
                        <a:buClr>
                          <a:srgbClr val="808080"/>
                        </a:buClr>
                        <a:buSzPct val="60000"/>
                        <a:buFont typeface="Wingdings" pitchFamily="-1" charset="2"/>
                        <a:buNone/>
                        <a:tabLst/>
                      </a:pPr>
                      <a:endParaRPr kumimoji="0" lang="en-US" sz="2000" b="0" i="0" u="none" strike="noStrike" cap="none" normalizeH="0" baseline="0" smtClean="0">
                        <a:ln>
                          <a:noFill/>
                        </a:ln>
                        <a:solidFill>
                          <a:schemeClr val="tx1"/>
                        </a:solidFill>
                        <a:effectLst/>
                        <a:latin typeface="Verdana" pitchFamily="-1" charset="0"/>
                        <a:ea typeface="ＭＳ Ｐゴシック" pitchFamily="-1" charset="-128"/>
                        <a:cs typeface="Times New Roman" pitchFamily="-1"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0" hangingPunct="1">
                        <a:lnSpc>
                          <a:spcPct val="100000"/>
                        </a:lnSpc>
                        <a:spcBef>
                          <a:spcPct val="20000"/>
                        </a:spcBef>
                        <a:spcAft>
                          <a:spcPct val="0"/>
                        </a:spcAft>
                        <a:buClr>
                          <a:srgbClr val="808080"/>
                        </a:buClr>
                        <a:buSzPct val="60000"/>
                        <a:buFont typeface="Wingdings" pitchFamily="-1" charset="2"/>
                        <a:buNone/>
                        <a:tabLst/>
                      </a:pPr>
                      <a:endParaRPr kumimoji="0" lang="en-US" sz="2000" b="0" i="0" u="none" strike="noStrike" cap="none" normalizeH="0" baseline="0" smtClean="0">
                        <a:ln>
                          <a:noFill/>
                        </a:ln>
                        <a:solidFill>
                          <a:schemeClr val="tx1"/>
                        </a:solidFill>
                        <a:effectLst/>
                        <a:latin typeface="Verdana" pitchFamily="-1" charset="0"/>
                        <a:ea typeface="ＭＳ Ｐゴシック" pitchFamily="-1" charset="-128"/>
                        <a:cs typeface="Times New Roman" pitchFamily="-1"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0" hangingPunct="1">
                        <a:lnSpc>
                          <a:spcPct val="100000"/>
                        </a:lnSpc>
                        <a:spcBef>
                          <a:spcPct val="20000"/>
                        </a:spcBef>
                        <a:spcAft>
                          <a:spcPct val="0"/>
                        </a:spcAft>
                        <a:buClr>
                          <a:srgbClr val="808080"/>
                        </a:buClr>
                        <a:buSzPct val="60000"/>
                        <a:buFont typeface="Wingdings" pitchFamily="-1" charset="2"/>
                        <a:buNone/>
                        <a:tabLst/>
                      </a:pPr>
                      <a:endParaRPr kumimoji="0" lang="en-US" sz="2000" b="0" i="0" u="none" strike="noStrike" cap="none" normalizeH="0" baseline="0" smtClean="0">
                        <a:ln>
                          <a:noFill/>
                        </a:ln>
                        <a:solidFill>
                          <a:schemeClr val="tx1"/>
                        </a:solidFill>
                        <a:effectLst/>
                        <a:latin typeface="Verdana" pitchFamily="-1" charset="0"/>
                        <a:ea typeface="ＭＳ Ｐゴシック" pitchFamily="-1" charset="-128"/>
                        <a:cs typeface="Times New Roman" pitchFamily="-1"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0" hangingPunct="1">
                        <a:lnSpc>
                          <a:spcPct val="100000"/>
                        </a:lnSpc>
                        <a:spcBef>
                          <a:spcPct val="20000"/>
                        </a:spcBef>
                        <a:spcAft>
                          <a:spcPct val="0"/>
                        </a:spcAft>
                        <a:buClr>
                          <a:srgbClr val="808080"/>
                        </a:buClr>
                        <a:buSzPct val="60000"/>
                        <a:buFont typeface="Wingdings" pitchFamily="-1" charset="2"/>
                        <a:buNone/>
                        <a:tabLst/>
                      </a:pPr>
                      <a:endParaRPr kumimoji="0" lang="en-US" sz="2000" b="0" i="0" u="none" strike="noStrike" cap="none" normalizeH="0" baseline="0" smtClean="0">
                        <a:ln>
                          <a:noFill/>
                        </a:ln>
                        <a:solidFill>
                          <a:schemeClr val="tx1"/>
                        </a:solidFill>
                        <a:effectLst/>
                        <a:latin typeface="Verdana" pitchFamily="-1" charset="0"/>
                        <a:ea typeface="ＭＳ Ｐゴシック" pitchFamily="-1" charset="-128"/>
                        <a:cs typeface="Times New Roman" pitchFamily="-1"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p>
                      <a:pPr marL="0" marR="0" lvl="0" indent="0" algn="ctr" defTabSz="914400" rtl="0" eaLnBrk="1" fontAlgn="base" latinLnBrk="0" hangingPunct="1">
                        <a:lnSpc>
                          <a:spcPct val="100000"/>
                        </a:lnSpc>
                        <a:spcBef>
                          <a:spcPct val="20000"/>
                        </a:spcBef>
                        <a:spcAft>
                          <a:spcPct val="0"/>
                        </a:spcAft>
                        <a:buClr>
                          <a:srgbClr val="808080"/>
                        </a:buClr>
                        <a:buSzPct val="60000"/>
                        <a:buFont typeface="Wingdings" pitchFamily="-1" charset="2"/>
                        <a:buNone/>
                        <a:tabLst/>
                      </a:pPr>
                      <a:endParaRPr kumimoji="0" lang="en-US" sz="2000" b="0" i="0" u="none" strike="noStrike" cap="none" normalizeH="0" baseline="0" smtClean="0">
                        <a:ln>
                          <a:noFill/>
                        </a:ln>
                        <a:solidFill>
                          <a:schemeClr val="tx1"/>
                        </a:solidFill>
                        <a:effectLst/>
                        <a:latin typeface="Verdana" pitchFamily="-1" charset="0"/>
                        <a:ea typeface="ＭＳ Ｐゴシック" pitchFamily="-1" charset="-128"/>
                        <a:cs typeface="Times New Roman" pitchFamily="-1"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ECFF"/>
                    </a:solidFill>
                  </a:tcPr>
                </a:tc>
              </a:tr>
            </a:tbl>
          </a:graphicData>
        </a:graphic>
      </p:graphicFrame>
      <p:sp>
        <p:nvSpPr>
          <p:cNvPr id="40021" name="Rectangle 75"/>
          <p:cNvSpPr>
            <a:spLocks noGrp="1" noChangeArrowheads="1"/>
          </p:cNvSpPr>
          <p:nvPr>
            <p:ph type="title"/>
          </p:nvPr>
        </p:nvSpPr>
        <p:spPr/>
        <p:txBody>
          <a:bodyPr/>
          <a:lstStyle/>
          <a:p>
            <a:pPr eaLnBrk="1" hangingPunct="1"/>
            <a:r>
              <a:rPr lang="en-US" smtClean="0"/>
              <a:t>Selection sort example 2</a:t>
            </a:r>
          </a:p>
        </p:txBody>
      </p:sp>
      <p:sp>
        <p:nvSpPr>
          <p:cNvPr id="40022" name="Slide Number Placeholder 5"/>
          <p:cNvSpPr>
            <a:spLocks noGrp="1"/>
          </p:cNvSpPr>
          <p:nvPr>
            <p:ph type="sldNum" sz="quarter" idx="12"/>
          </p:nvPr>
        </p:nvSpPr>
        <p:spPr bwMode="auto">
          <a:noFill/>
          <a:ln>
            <a:miter lim="800000"/>
            <a:headEnd/>
            <a:tailEnd/>
          </a:ln>
        </p:spPr>
        <p:txBody>
          <a:bodyPr/>
          <a:lstStyle/>
          <a:p>
            <a:fld id="{4C7321AD-3093-4024-8013-64BD78918CA0}" type="slidenum">
              <a:rPr lang="en-US"/>
              <a:pPr/>
              <a:t>20</a:t>
            </a:fld>
            <a:endParaRPr lang="en-US"/>
          </a:p>
        </p:txBody>
      </p:sp>
    </p:spTree>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Algorithm </a:t>
            </a:r>
            <a:endParaRPr lang="en-US" dirty="0"/>
          </a:p>
        </p:txBody>
      </p:sp>
      <p:sp>
        <p:nvSpPr>
          <p:cNvPr id="3" name="Content Placeholder 2"/>
          <p:cNvSpPr>
            <a:spLocks noGrp="1"/>
          </p:cNvSpPr>
          <p:nvPr>
            <p:ph sz="quarter" idx="1"/>
          </p:nvPr>
        </p:nvSpPr>
        <p:spPr/>
        <p:txBody>
          <a:bodyPr/>
          <a:lstStyle/>
          <a:p>
            <a:r>
              <a:rPr lang="en-US" dirty="0" smtClean="0"/>
              <a:t>1. Do steps 2–4 for </a:t>
            </a:r>
            <a:r>
              <a:rPr lang="en-US" i="1" dirty="0" err="1" smtClean="0"/>
              <a:t>i</a:t>
            </a:r>
            <a:r>
              <a:rPr lang="en-US" i="1" dirty="0" smtClean="0"/>
              <a:t> = 0 up to  n –1 .</a:t>
            </a:r>
          </a:p>
          <a:p>
            <a:r>
              <a:rPr lang="en-US" dirty="0" smtClean="0"/>
              <a:t>2. Do step 3 for </a:t>
            </a:r>
            <a:r>
              <a:rPr lang="en-US" i="1" dirty="0" smtClean="0"/>
              <a:t>j = i+1 up to n –1.</a:t>
            </a:r>
          </a:p>
          <a:p>
            <a:r>
              <a:rPr lang="en-US" dirty="0" smtClean="0"/>
              <a:t>3. Locate the index </a:t>
            </a:r>
            <a:r>
              <a:rPr lang="en-US" i="1" dirty="0" smtClean="0"/>
              <a:t>m of the smallest element among {</a:t>
            </a:r>
            <a:r>
              <a:rPr lang="en-US" i="1" dirty="0" err="1" smtClean="0"/>
              <a:t>si</a:t>
            </a:r>
            <a:r>
              <a:rPr lang="en-US" i="1" dirty="0" smtClean="0"/>
              <a:t> . . </a:t>
            </a:r>
            <a:r>
              <a:rPr lang="en-US" i="1" dirty="0" err="1" smtClean="0"/>
              <a:t>sn</a:t>
            </a:r>
            <a:r>
              <a:rPr lang="en-US" i="1" dirty="0" smtClean="0"/>
              <a:t>} .</a:t>
            </a:r>
          </a:p>
          <a:p>
            <a:r>
              <a:rPr lang="en-US" dirty="0" smtClean="0"/>
              <a:t>4. Swap </a:t>
            </a:r>
            <a:r>
              <a:rPr lang="en-US" i="1" dirty="0" err="1" smtClean="0"/>
              <a:t>si</a:t>
            </a:r>
            <a:r>
              <a:rPr lang="en-US" i="1" dirty="0" smtClean="0"/>
              <a:t> and sm.</a:t>
            </a:r>
            <a:endParaRPr lang="en-US" dirty="0"/>
          </a:p>
        </p:txBody>
      </p:sp>
      <p:sp>
        <p:nvSpPr>
          <p:cNvPr id="4" name="Slide Number Placeholder 5"/>
          <p:cNvSpPr>
            <a:spLocks noGrp="1"/>
          </p:cNvSpPr>
          <p:nvPr>
            <p:ph type="sldNum" sz="quarter" idx="12"/>
          </p:nvPr>
        </p:nvSpPr>
        <p:spPr bwMode="auto">
          <a:xfrm>
            <a:off x="612648" y="6356350"/>
            <a:ext cx="1981200" cy="365760"/>
          </a:xfrm>
          <a:noFill/>
          <a:ln>
            <a:miter lim="800000"/>
            <a:headEnd/>
            <a:tailEnd/>
          </a:ln>
        </p:spPr>
        <p:txBody>
          <a:bodyPr/>
          <a:lstStyle/>
          <a:p>
            <a:fld id="{23318B7D-B94A-4B8E-B15E-528393453063}" type="slidenum">
              <a:rPr lang="en-US"/>
              <a:pPr/>
              <a:t>21</a:t>
            </a:fld>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Sorting Program</a:t>
            </a:r>
            <a:endParaRPr lang="en-US" dirty="0"/>
          </a:p>
        </p:txBody>
      </p:sp>
      <p:sp>
        <p:nvSpPr>
          <p:cNvPr id="3" name="Content Placeholder 2"/>
          <p:cNvSpPr>
            <a:spLocks noGrp="1"/>
          </p:cNvSpPr>
          <p:nvPr>
            <p:ph sz="quarter" idx="1"/>
          </p:nvPr>
        </p:nvSpPr>
        <p:spPr/>
        <p:style>
          <a:lnRef idx="2">
            <a:schemeClr val="accent1"/>
          </a:lnRef>
          <a:fillRef idx="1">
            <a:schemeClr val="lt1"/>
          </a:fillRef>
          <a:effectRef idx="0">
            <a:schemeClr val="accent1"/>
          </a:effectRef>
          <a:fontRef idx="minor">
            <a:schemeClr val="dk1"/>
          </a:fontRef>
        </p:style>
        <p:txBody>
          <a:bodyPr>
            <a:noAutofit/>
          </a:bodyPr>
          <a:lstStyle/>
          <a:p>
            <a:pPr>
              <a:buNone/>
            </a:pPr>
            <a:r>
              <a:rPr lang="en-US" sz="1700" dirty="0" smtClean="0"/>
              <a:t>public class </a:t>
            </a:r>
            <a:r>
              <a:rPr lang="en-US" sz="1700" dirty="0" err="1" smtClean="0"/>
              <a:t>SortArray</a:t>
            </a:r>
            <a:r>
              <a:rPr lang="en-US" sz="1700" dirty="0" smtClean="0"/>
              <a:t> {</a:t>
            </a:r>
          </a:p>
          <a:p>
            <a:pPr>
              <a:buNone/>
            </a:pPr>
            <a:r>
              <a:rPr lang="en-US" sz="1700" dirty="0" smtClean="0"/>
              <a:t>    public static void main(String[] </a:t>
            </a:r>
            <a:r>
              <a:rPr lang="en-US" sz="1700" dirty="0" err="1" smtClean="0"/>
              <a:t>args</a:t>
            </a:r>
            <a:r>
              <a:rPr lang="en-US" sz="1700" dirty="0" smtClean="0"/>
              <a:t>) {</a:t>
            </a:r>
          </a:p>
          <a:p>
            <a:pPr>
              <a:buNone/>
            </a:pPr>
            <a:r>
              <a:rPr lang="en-US" sz="1700" dirty="0" smtClean="0"/>
              <a:t>          </a:t>
            </a:r>
            <a:r>
              <a:rPr lang="en-US" sz="1700" dirty="0" err="1" smtClean="0"/>
              <a:t>int</a:t>
            </a:r>
            <a:r>
              <a:rPr lang="en-US" sz="1700" dirty="0" smtClean="0"/>
              <a:t>[] a = {42,77,35,12,101,5};</a:t>
            </a:r>
          </a:p>
          <a:p>
            <a:pPr lvl="2">
              <a:buNone/>
            </a:pPr>
            <a:r>
              <a:rPr lang="en-US" sz="1700" dirty="0" smtClean="0"/>
              <a:t>pri</a:t>
            </a:r>
            <a:r>
              <a:rPr lang="en-US" sz="1700" dirty="0" smtClean="0">
                <a:sym typeface="Symbol" pitchFamily="-1" charset="2"/>
              </a:rPr>
              <a:t>nt(a);</a:t>
            </a:r>
          </a:p>
          <a:p>
            <a:pPr lvl="2">
              <a:buNone/>
            </a:pPr>
            <a:r>
              <a:rPr lang="en-US" sz="1700" b="1" dirty="0" err="1" smtClean="0">
                <a:sym typeface="Symbol" pitchFamily="-1" charset="2"/>
              </a:rPr>
              <a:t>selectionSort</a:t>
            </a:r>
            <a:r>
              <a:rPr lang="en-US" sz="1700" b="1" dirty="0" smtClean="0">
                <a:sym typeface="Symbol" pitchFamily="-1" charset="2"/>
              </a:rPr>
              <a:t>(a);  </a:t>
            </a:r>
          </a:p>
          <a:p>
            <a:pPr lvl="2">
              <a:buNone/>
            </a:pPr>
            <a:r>
              <a:rPr lang="en-US" sz="1700" dirty="0" smtClean="0">
                <a:sym typeface="Symbol" pitchFamily="-1" charset="2"/>
              </a:rPr>
              <a:t>print(c);</a:t>
            </a:r>
          </a:p>
          <a:p>
            <a:pPr lvl="1">
              <a:buNone/>
            </a:pPr>
            <a:r>
              <a:rPr lang="en-US" sz="1700" dirty="0" smtClean="0">
                <a:sym typeface="Symbol" pitchFamily="-1" charset="2"/>
              </a:rPr>
              <a:t>} ///end main</a:t>
            </a:r>
            <a:endParaRPr lang="en-US" sz="1700" dirty="0" smtClean="0"/>
          </a:p>
          <a:p>
            <a:pPr>
              <a:buNone/>
            </a:pPr>
            <a:r>
              <a:rPr lang="en-US" sz="1700" dirty="0" smtClean="0"/>
              <a:t>     public static void print(</a:t>
            </a:r>
            <a:r>
              <a:rPr lang="en-US" sz="1700" dirty="0" err="1" smtClean="0"/>
              <a:t>int</a:t>
            </a:r>
            <a:r>
              <a:rPr lang="en-US" sz="1700" dirty="0" smtClean="0"/>
              <a:t>[] a) {</a:t>
            </a:r>
          </a:p>
          <a:p>
            <a:pPr>
              <a:buNone/>
            </a:pPr>
            <a:r>
              <a:rPr lang="en-US" sz="1700" dirty="0" smtClean="0"/>
              <a:t>        </a:t>
            </a:r>
            <a:r>
              <a:rPr lang="en-US" sz="1700" dirty="0" err="1" smtClean="0"/>
              <a:t>System.out.printf</a:t>
            </a:r>
            <a:r>
              <a:rPr lang="en-US" sz="1700" dirty="0" smtClean="0"/>
              <a:t>("{%d", a[0]);</a:t>
            </a:r>
          </a:p>
          <a:p>
            <a:pPr>
              <a:buNone/>
            </a:pPr>
            <a:r>
              <a:rPr lang="en-US" sz="1700" dirty="0" smtClean="0"/>
              <a:t>        for (</a:t>
            </a:r>
            <a:r>
              <a:rPr lang="en-US" sz="1700" dirty="0" err="1" smtClean="0"/>
              <a:t>int</a:t>
            </a:r>
            <a:r>
              <a:rPr lang="en-US" sz="1700" dirty="0" smtClean="0"/>
              <a:t> </a:t>
            </a:r>
            <a:r>
              <a:rPr lang="en-US" sz="1700" dirty="0" err="1" smtClean="0"/>
              <a:t>i</a:t>
            </a:r>
            <a:r>
              <a:rPr lang="en-US" sz="1700" dirty="0" smtClean="0"/>
              <a:t> = 1; </a:t>
            </a:r>
            <a:r>
              <a:rPr lang="en-US" sz="1700" dirty="0" err="1" smtClean="0"/>
              <a:t>i</a:t>
            </a:r>
            <a:r>
              <a:rPr lang="en-US" sz="1700" dirty="0" smtClean="0"/>
              <a:t> &lt; </a:t>
            </a:r>
            <a:r>
              <a:rPr lang="en-US" sz="1700" dirty="0" err="1" smtClean="0"/>
              <a:t>a.length</a:t>
            </a:r>
            <a:r>
              <a:rPr lang="en-US" sz="1700" dirty="0" smtClean="0"/>
              <a:t>; </a:t>
            </a:r>
            <a:r>
              <a:rPr lang="en-US" sz="1700" dirty="0" err="1" smtClean="0"/>
              <a:t>i</a:t>
            </a:r>
            <a:r>
              <a:rPr lang="en-US" sz="1700" dirty="0" smtClean="0"/>
              <a:t>++) {</a:t>
            </a:r>
          </a:p>
          <a:p>
            <a:pPr>
              <a:buNone/>
            </a:pPr>
            <a:r>
              <a:rPr lang="en-US" sz="1700" dirty="0" smtClean="0"/>
              <a:t>            </a:t>
            </a:r>
            <a:r>
              <a:rPr lang="en-US" sz="1700" dirty="0" err="1" smtClean="0"/>
              <a:t>System.out.printf</a:t>
            </a:r>
            <a:r>
              <a:rPr lang="en-US" sz="1700" dirty="0" smtClean="0"/>
              <a:t>(", %d", a[</a:t>
            </a:r>
            <a:r>
              <a:rPr lang="en-US" sz="1700" dirty="0" err="1" smtClean="0"/>
              <a:t>i</a:t>
            </a:r>
            <a:r>
              <a:rPr lang="en-US" sz="1700" dirty="0" smtClean="0"/>
              <a:t>]);</a:t>
            </a:r>
          </a:p>
          <a:p>
            <a:pPr>
              <a:buNone/>
            </a:pPr>
            <a:r>
              <a:rPr lang="en-US" sz="1700" dirty="0" smtClean="0"/>
              <a:t>        }</a:t>
            </a:r>
          </a:p>
          <a:p>
            <a:pPr>
              <a:buNone/>
            </a:pPr>
            <a:r>
              <a:rPr lang="en-US" sz="1700" dirty="0" smtClean="0"/>
              <a:t>        </a:t>
            </a:r>
            <a:r>
              <a:rPr lang="en-US" sz="1700" dirty="0" err="1" smtClean="0"/>
              <a:t>System.out.println</a:t>
            </a:r>
            <a:r>
              <a:rPr lang="en-US" sz="1700" dirty="0" smtClean="0"/>
              <a:t>("}");</a:t>
            </a:r>
          </a:p>
          <a:p>
            <a:pPr>
              <a:buNone/>
            </a:pPr>
            <a:r>
              <a:rPr lang="en-US" sz="1700" dirty="0" smtClean="0"/>
              <a:t>    }</a:t>
            </a:r>
          </a:p>
          <a:p>
            <a:pPr lvl="2">
              <a:buNone/>
            </a:pPr>
            <a:endParaRPr lang="en-US" sz="1700" dirty="0" smtClean="0"/>
          </a:p>
          <a:p>
            <a:pPr>
              <a:buNone/>
            </a:pPr>
            <a:endParaRPr lang="en-US" sz="1700" dirty="0" smtClean="0"/>
          </a:p>
        </p:txBody>
      </p:sp>
      <p:sp>
        <p:nvSpPr>
          <p:cNvPr id="6" name="Content Placeholder 5"/>
          <p:cNvSpPr>
            <a:spLocks noGrp="1"/>
          </p:cNvSpPr>
          <p:nvPr>
            <p:ph sz="quarter" idx="2"/>
          </p:nvPr>
        </p:nvSpPr>
        <p:spPr/>
        <p:style>
          <a:lnRef idx="2">
            <a:schemeClr val="accent1"/>
          </a:lnRef>
          <a:fillRef idx="1">
            <a:schemeClr val="lt1"/>
          </a:fillRef>
          <a:effectRef idx="0">
            <a:schemeClr val="accent1"/>
          </a:effectRef>
          <a:fontRef idx="minor">
            <a:schemeClr val="dk1"/>
          </a:fontRef>
        </p:style>
        <p:txBody>
          <a:bodyPr>
            <a:normAutofit/>
          </a:bodyPr>
          <a:lstStyle/>
          <a:p>
            <a:pPr>
              <a:lnSpc>
                <a:spcPct val="80000"/>
              </a:lnSpc>
              <a:buNone/>
            </a:pPr>
            <a:r>
              <a:rPr lang="en-US" sz="1700" dirty="0" smtClean="0">
                <a:latin typeface="Courier New" pitchFamily="-1" charset="0"/>
                <a:sym typeface="Symbol" pitchFamily="-1" charset="2"/>
              </a:rPr>
              <a:t>public static void swap(</a:t>
            </a:r>
            <a:r>
              <a:rPr lang="en-US" sz="1700" dirty="0" err="1" smtClean="0">
                <a:latin typeface="Courier New" pitchFamily="-1" charset="0"/>
                <a:sym typeface="Symbol" pitchFamily="-1" charset="2"/>
              </a:rPr>
              <a:t>int</a:t>
            </a:r>
            <a:r>
              <a:rPr lang="en-US" sz="1700" dirty="0" smtClean="0">
                <a:latin typeface="Courier New" pitchFamily="-1" charset="0"/>
                <a:sym typeface="Symbol" pitchFamily="-1" charset="2"/>
              </a:rPr>
              <a:t>[] a, </a:t>
            </a:r>
            <a:r>
              <a:rPr lang="en-US" sz="1700" dirty="0" err="1" smtClean="0">
                <a:latin typeface="Courier New" pitchFamily="-1" charset="0"/>
                <a:sym typeface="Symbol" pitchFamily="-1" charset="2"/>
              </a:rPr>
              <a:t>int</a:t>
            </a:r>
            <a:r>
              <a:rPr lang="en-US" sz="1700" dirty="0" smtClean="0">
                <a:latin typeface="Courier New" pitchFamily="-1" charset="0"/>
                <a:sym typeface="Symbol" pitchFamily="-1" charset="2"/>
              </a:rPr>
              <a:t> </a:t>
            </a:r>
            <a:r>
              <a:rPr lang="en-US" sz="1700" dirty="0" err="1" smtClean="0">
                <a:latin typeface="Courier New" pitchFamily="-1" charset="0"/>
                <a:sym typeface="Symbol" pitchFamily="-1" charset="2"/>
              </a:rPr>
              <a:t>x,int</a:t>
            </a:r>
            <a:r>
              <a:rPr lang="en-US" sz="1700" dirty="0" smtClean="0">
                <a:latin typeface="Courier New" pitchFamily="-1" charset="0"/>
                <a:sym typeface="Symbol" pitchFamily="-1" charset="2"/>
              </a:rPr>
              <a:t> y) {</a:t>
            </a:r>
          </a:p>
          <a:p>
            <a:pPr>
              <a:lnSpc>
                <a:spcPct val="80000"/>
              </a:lnSpc>
              <a:buNone/>
            </a:pPr>
            <a:r>
              <a:rPr lang="en-US" sz="1700" dirty="0" smtClean="0">
                <a:latin typeface="Courier New" pitchFamily="-1" charset="0"/>
                <a:sym typeface="Symbol" pitchFamily="-1" charset="2"/>
              </a:rPr>
              <a:t>		</a:t>
            </a:r>
            <a:r>
              <a:rPr lang="en-US" sz="1700" dirty="0" err="1" smtClean="0">
                <a:latin typeface="Courier New" pitchFamily="-1" charset="0"/>
                <a:sym typeface="Symbol" pitchFamily="-1" charset="2"/>
              </a:rPr>
              <a:t>int</a:t>
            </a:r>
            <a:r>
              <a:rPr lang="en-US" sz="1700" dirty="0" smtClean="0">
                <a:latin typeface="Courier New" pitchFamily="-1" charset="0"/>
                <a:sym typeface="Symbol" pitchFamily="-1" charset="2"/>
              </a:rPr>
              <a:t> temp= a[x];</a:t>
            </a:r>
          </a:p>
          <a:p>
            <a:pPr>
              <a:lnSpc>
                <a:spcPct val="80000"/>
              </a:lnSpc>
              <a:buNone/>
            </a:pPr>
            <a:r>
              <a:rPr lang="en-US" sz="1700" dirty="0" smtClean="0">
                <a:latin typeface="Courier New" pitchFamily="-1" charset="0"/>
                <a:sym typeface="Symbol" pitchFamily="-1" charset="2"/>
              </a:rPr>
              <a:t>		a[y]=a[x];</a:t>
            </a:r>
          </a:p>
          <a:p>
            <a:pPr>
              <a:lnSpc>
                <a:spcPct val="80000"/>
              </a:lnSpc>
              <a:buNone/>
            </a:pPr>
            <a:r>
              <a:rPr lang="en-US" sz="1700" dirty="0" smtClean="0">
                <a:latin typeface="Courier New" pitchFamily="-1" charset="0"/>
                <a:sym typeface="Symbol" pitchFamily="-1" charset="2"/>
              </a:rPr>
              <a:t>		a[x]=temp</a:t>
            </a:r>
          </a:p>
          <a:p>
            <a:pPr>
              <a:lnSpc>
                <a:spcPct val="80000"/>
              </a:lnSpc>
              <a:buNone/>
            </a:pPr>
            <a:r>
              <a:rPr lang="en-US" sz="1700" dirty="0" smtClean="0">
                <a:latin typeface="Courier New" pitchFamily="-1" charset="0"/>
                <a:sym typeface="Symbol" pitchFamily="-1" charset="2"/>
              </a:rPr>
              <a:t>	}</a:t>
            </a:r>
          </a:p>
          <a:p>
            <a:endParaRPr lang="en-US" sz="1700" dirty="0"/>
          </a:p>
        </p:txBody>
      </p:sp>
      <p:sp>
        <p:nvSpPr>
          <p:cNvPr id="5" name="Slide Number Placeholder 5"/>
          <p:cNvSpPr>
            <a:spLocks noGrp="1"/>
          </p:cNvSpPr>
          <p:nvPr>
            <p:ph type="sldNum" sz="quarter" idx="12"/>
          </p:nvPr>
        </p:nvSpPr>
        <p:spPr bwMode="auto">
          <a:xfrm>
            <a:off x="612648" y="6356350"/>
            <a:ext cx="1981200" cy="365760"/>
          </a:xfrm>
          <a:noFill/>
          <a:ln>
            <a:miter lim="800000"/>
            <a:headEnd/>
            <a:tailEnd/>
          </a:ln>
        </p:spPr>
        <p:txBody>
          <a:bodyPr/>
          <a:lstStyle/>
          <a:p>
            <a:fld id="{23318B7D-B94A-4B8E-B15E-528393453063}" type="slidenum">
              <a:rPr lang="en-US"/>
              <a:pPr/>
              <a:t>22</a:t>
            </a:fld>
            <a:endParaRPr lang="en-US"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pPr eaLnBrk="1" hangingPunct="1"/>
            <a:r>
              <a:rPr lang="en-US" smtClean="0"/>
              <a:t>Selection sort code</a:t>
            </a:r>
          </a:p>
        </p:txBody>
      </p:sp>
      <p:sp>
        <p:nvSpPr>
          <p:cNvPr id="41987" name="Slide Number Placeholder 4"/>
          <p:cNvSpPr>
            <a:spLocks noGrp="1"/>
          </p:cNvSpPr>
          <p:nvPr>
            <p:ph type="sldNum" sz="quarter" idx="12"/>
          </p:nvPr>
        </p:nvSpPr>
        <p:spPr bwMode="auto">
          <a:noFill/>
          <a:ln>
            <a:miter lim="800000"/>
            <a:headEnd/>
            <a:tailEnd/>
          </a:ln>
        </p:spPr>
        <p:txBody>
          <a:bodyPr/>
          <a:lstStyle/>
          <a:p>
            <a:fld id="{F7E31D9E-0495-4DAA-9FBF-80F349670808}" type="slidenum">
              <a:rPr lang="en-US"/>
              <a:pPr/>
              <a:t>23</a:t>
            </a:fld>
            <a:endParaRPr lang="en-US"/>
          </a:p>
        </p:txBody>
      </p:sp>
      <p:sp>
        <p:nvSpPr>
          <p:cNvPr id="41988" name="Rectangle 3"/>
          <p:cNvSpPr>
            <a:spLocks noGrp="1" noChangeArrowheads="1"/>
          </p:cNvSpPr>
          <p:nvPr>
            <p:ph sz="quarter" idx="1"/>
          </p:nvPr>
        </p:nvSpPr>
        <p:spPr>
          <a:xfrm>
            <a:off x="457200" y="1219200"/>
            <a:ext cx="8229600" cy="4937125"/>
          </a:xfrm>
        </p:spPr>
        <p:style>
          <a:lnRef idx="2">
            <a:schemeClr val="accent1"/>
          </a:lnRef>
          <a:fillRef idx="1">
            <a:schemeClr val="lt1"/>
          </a:fillRef>
          <a:effectRef idx="0">
            <a:schemeClr val="accent1"/>
          </a:effectRef>
          <a:fontRef idx="minor">
            <a:schemeClr val="dk1"/>
          </a:fontRef>
        </p:style>
        <p:txBody>
          <a:bodyPr/>
          <a:lstStyle/>
          <a:p>
            <a:pPr eaLnBrk="1" hangingPunct="1">
              <a:lnSpc>
                <a:spcPct val="80000"/>
              </a:lnSpc>
              <a:buFont typeface="Wingdings" pitchFamily="-1" charset="2"/>
              <a:buNone/>
            </a:pPr>
            <a:r>
              <a:rPr lang="en-US" sz="2000" dirty="0" smtClean="0">
                <a:latin typeface="Courier New" pitchFamily="-1" charset="0"/>
                <a:sym typeface="Symbol" pitchFamily="-1" charset="2"/>
              </a:rPr>
              <a:t>public static void </a:t>
            </a:r>
            <a:r>
              <a:rPr lang="en-US" sz="2000" dirty="0" err="1" smtClean="0">
                <a:latin typeface="Courier New" pitchFamily="-1" charset="0"/>
                <a:sym typeface="Symbol" pitchFamily="-1" charset="2"/>
              </a:rPr>
              <a:t>selectionSort</a:t>
            </a:r>
            <a:r>
              <a:rPr lang="en-US" sz="2000" dirty="0" smtClean="0">
                <a:latin typeface="Courier New" pitchFamily="-1" charset="0"/>
                <a:sym typeface="Symbol" pitchFamily="-1" charset="2"/>
              </a:rPr>
              <a:t>(</a:t>
            </a:r>
            <a:r>
              <a:rPr lang="en-US" sz="2000" dirty="0" err="1" smtClean="0">
                <a:latin typeface="Courier New" pitchFamily="-1" charset="0"/>
                <a:sym typeface="Symbol" pitchFamily="-1" charset="2"/>
              </a:rPr>
              <a:t>int</a:t>
            </a:r>
            <a:r>
              <a:rPr lang="en-US" sz="2000" dirty="0" smtClean="0">
                <a:latin typeface="Courier New" pitchFamily="-1" charset="0"/>
                <a:sym typeface="Symbol" pitchFamily="-1" charset="2"/>
              </a:rPr>
              <a:t>[] a) {</a:t>
            </a:r>
          </a:p>
          <a:p>
            <a:pPr eaLnBrk="1" hangingPunct="1">
              <a:lnSpc>
                <a:spcPct val="80000"/>
              </a:lnSpc>
              <a:buFont typeface="Wingdings" pitchFamily="-1" charset="2"/>
              <a:buNone/>
            </a:pPr>
            <a:r>
              <a:rPr lang="en-US" sz="2000" dirty="0" smtClean="0">
                <a:latin typeface="Courier New" pitchFamily="-1" charset="0"/>
                <a:sym typeface="Symbol" pitchFamily="-1" charset="2"/>
              </a:rPr>
              <a:t>    for (</a:t>
            </a:r>
            <a:r>
              <a:rPr lang="en-US" sz="2000" dirty="0" err="1" smtClean="0">
                <a:latin typeface="Courier New" pitchFamily="-1" charset="0"/>
                <a:sym typeface="Symbol" pitchFamily="-1" charset="2"/>
              </a:rPr>
              <a:t>int</a:t>
            </a:r>
            <a:r>
              <a:rPr lang="en-US" sz="2000" dirty="0" smtClean="0">
                <a:latin typeface="Courier New" pitchFamily="-1" charset="0"/>
                <a:sym typeface="Symbol" pitchFamily="-1" charset="2"/>
              </a:rPr>
              <a:t> </a:t>
            </a:r>
            <a:r>
              <a:rPr lang="en-US" sz="2000" dirty="0" err="1" smtClean="0">
                <a:latin typeface="Courier New" pitchFamily="-1" charset="0"/>
                <a:sym typeface="Symbol" pitchFamily="-1" charset="2"/>
              </a:rPr>
              <a:t>i</a:t>
            </a:r>
            <a:r>
              <a:rPr lang="en-US" sz="2000" dirty="0" smtClean="0">
                <a:latin typeface="Courier New" pitchFamily="-1" charset="0"/>
                <a:sym typeface="Symbol" pitchFamily="-1" charset="2"/>
              </a:rPr>
              <a:t> = 0; </a:t>
            </a:r>
            <a:r>
              <a:rPr lang="en-US" sz="2000" dirty="0" err="1" smtClean="0">
                <a:latin typeface="Courier New" pitchFamily="-1" charset="0"/>
                <a:sym typeface="Symbol" pitchFamily="-1" charset="2"/>
              </a:rPr>
              <a:t>i</a:t>
            </a:r>
            <a:r>
              <a:rPr lang="en-US" sz="2000" dirty="0" smtClean="0">
                <a:latin typeface="Courier New" pitchFamily="-1" charset="0"/>
                <a:sym typeface="Symbol" pitchFamily="-1" charset="2"/>
              </a:rPr>
              <a:t> &lt; </a:t>
            </a:r>
            <a:r>
              <a:rPr lang="en-US" sz="2000" dirty="0" err="1" smtClean="0">
                <a:latin typeface="Courier New" pitchFamily="-1" charset="0"/>
                <a:sym typeface="Symbol" pitchFamily="-1" charset="2"/>
              </a:rPr>
              <a:t>a.length</a:t>
            </a:r>
            <a:r>
              <a:rPr lang="en-US" sz="2000" dirty="0" smtClean="0">
                <a:latin typeface="Courier New" pitchFamily="-1" charset="0"/>
                <a:sym typeface="Symbol" pitchFamily="-1" charset="2"/>
              </a:rPr>
              <a:t>; </a:t>
            </a:r>
            <a:r>
              <a:rPr lang="en-US" sz="2000" dirty="0" err="1" smtClean="0">
                <a:latin typeface="Courier New" pitchFamily="-1" charset="0"/>
                <a:sym typeface="Symbol" pitchFamily="-1" charset="2"/>
              </a:rPr>
              <a:t>i</a:t>
            </a:r>
            <a:r>
              <a:rPr lang="en-US" sz="2000" dirty="0" smtClean="0">
                <a:latin typeface="Courier New" pitchFamily="-1" charset="0"/>
                <a:sym typeface="Symbol" pitchFamily="-1" charset="2"/>
              </a:rPr>
              <a:t>++) {</a:t>
            </a:r>
          </a:p>
          <a:p>
            <a:pPr eaLnBrk="1" hangingPunct="1">
              <a:lnSpc>
                <a:spcPct val="80000"/>
              </a:lnSpc>
              <a:buFont typeface="Wingdings" pitchFamily="-1" charset="2"/>
              <a:buNone/>
            </a:pPr>
            <a:r>
              <a:rPr lang="en-US" sz="2000" dirty="0" smtClean="0">
                <a:latin typeface="Courier New" pitchFamily="-1" charset="0"/>
                <a:sym typeface="Symbol" pitchFamily="-1" charset="2"/>
              </a:rPr>
              <a:t>        // find index of smallest element</a:t>
            </a:r>
          </a:p>
          <a:p>
            <a:pPr eaLnBrk="1" hangingPunct="1">
              <a:lnSpc>
                <a:spcPct val="80000"/>
              </a:lnSpc>
              <a:buFont typeface="Wingdings" pitchFamily="-1" charset="2"/>
              <a:buNone/>
            </a:pPr>
            <a:r>
              <a:rPr lang="en-US" sz="2000" dirty="0" smtClean="0">
                <a:latin typeface="Courier New" pitchFamily="-1" charset="0"/>
                <a:sym typeface="Symbol" pitchFamily="-1" charset="2"/>
              </a:rPr>
              <a:t>        </a:t>
            </a:r>
            <a:r>
              <a:rPr lang="en-US" sz="2000" dirty="0" err="1" smtClean="0">
                <a:latin typeface="Courier New" pitchFamily="-1" charset="0"/>
                <a:sym typeface="Symbol" pitchFamily="-1" charset="2"/>
              </a:rPr>
              <a:t>int</a:t>
            </a:r>
            <a:r>
              <a:rPr lang="en-US" sz="2000" dirty="0" smtClean="0">
                <a:latin typeface="Courier New" pitchFamily="-1" charset="0"/>
                <a:sym typeface="Symbol" pitchFamily="-1" charset="2"/>
              </a:rPr>
              <a:t> </a:t>
            </a:r>
            <a:r>
              <a:rPr lang="en-US" sz="2000" dirty="0" err="1" smtClean="0">
                <a:latin typeface="Courier New" pitchFamily="-1" charset="0"/>
                <a:sym typeface="Symbol" pitchFamily="-1" charset="2"/>
              </a:rPr>
              <a:t>minIndex</a:t>
            </a:r>
            <a:r>
              <a:rPr lang="en-US" sz="2000" dirty="0" smtClean="0">
                <a:latin typeface="Courier New" pitchFamily="-1" charset="0"/>
                <a:sym typeface="Symbol" pitchFamily="-1" charset="2"/>
              </a:rPr>
              <a:t> = </a:t>
            </a:r>
            <a:r>
              <a:rPr lang="en-US" sz="2000" dirty="0" err="1" smtClean="0">
                <a:latin typeface="Courier New" pitchFamily="-1" charset="0"/>
                <a:sym typeface="Symbol" pitchFamily="-1" charset="2"/>
              </a:rPr>
              <a:t>i</a:t>
            </a:r>
            <a:r>
              <a:rPr lang="en-US" sz="2000" dirty="0" smtClean="0">
                <a:latin typeface="Courier New" pitchFamily="-1" charset="0"/>
                <a:sym typeface="Symbol" pitchFamily="-1" charset="2"/>
              </a:rPr>
              <a:t>;</a:t>
            </a:r>
          </a:p>
          <a:p>
            <a:pPr eaLnBrk="1" hangingPunct="1">
              <a:lnSpc>
                <a:spcPct val="80000"/>
              </a:lnSpc>
              <a:buFont typeface="Wingdings" pitchFamily="-1" charset="2"/>
              <a:buNone/>
            </a:pPr>
            <a:r>
              <a:rPr lang="en-US" sz="2000" dirty="0" smtClean="0">
                <a:latin typeface="Courier New" pitchFamily="-1" charset="0"/>
                <a:sym typeface="Symbol" pitchFamily="-1" charset="2"/>
              </a:rPr>
              <a:t>        for (</a:t>
            </a:r>
            <a:r>
              <a:rPr lang="en-US" sz="2000" dirty="0" err="1" smtClean="0">
                <a:latin typeface="Courier New" pitchFamily="-1" charset="0"/>
                <a:sym typeface="Symbol" pitchFamily="-1" charset="2"/>
              </a:rPr>
              <a:t>int</a:t>
            </a:r>
            <a:r>
              <a:rPr lang="en-US" sz="2000" dirty="0" smtClean="0">
                <a:latin typeface="Courier New" pitchFamily="-1" charset="0"/>
                <a:sym typeface="Symbol" pitchFamily="-1" charset="2"/>
              </a:rPr>
              <a:t> j = </a:t>
            </a:r>
            <a:r>
              <a:rPr lang="en-US" sz="2000" dirty="0" err="1" smtClean="0">
                <a:latin typeface="Courier New" pitchFamily="-1" charset="0"/>
                <a:sym typeface="Symbol" pitchFamily="-1" charset="2"/>
              </a:rPr>
              <a:t>i</a:t>
            </a:r>
            <a:r>
              <a:rPr lang="en-US" sz="2000" dirty="0" smtClean="0">
                <a:latin typeface="Courier New" pitchFamily="-1" charset="0"/>
                <a:sym typeface="Symbol" pitchFamily="-1" charset="2"/>
              </a:rPr>
              <a:t> + 1; j &lt; </a:t>
            </a:r>
            <a:r>
              <a:rPr lang="en-US" sz="2000" dirty="0" err="1" smtClean="0">
                <a:latin typeface="Courier New" pitchFamily="-1" charset="0"/>
                <a:sym typeface="Symbol" pitchFamily="-1" charset="2"/>
              </a:rPr>
              <a:t>a.length</a:t>
            </a:r>
            <a:r>
              <a:rPr lang="en-US" sz="2000" dirty="0" smtClean="0">
                <a:latin typeface="Courier New" pitchFamily="-1" charset="0"/>
                <a:sym typeface="Symbol" pitchFamily="-1" charset="2"/>
              </a:rPr>
              <a:t>; j++) {</a:t>
            </a:r>
          </a:p>
          <a:p>
            <a:pPr eaLnBrk="1" hangingPunct="1">
              <a:lnSpc>
                <a:spcPct val="80000"/>
              </a:lnSpc>
              <a:buFont typeface="Wingdings" pitchFamily="-1" charset="2"/>
              <a:buNone/>
            </a:pPr>
            <a:r>
              <a:rPr lang="en-US" sz="2000" dirty="0" smtClean="0">
                <a:latin typeface="Courier New" pitchFamily="-1" charset="0"/>
                <a:sym typeface="Symbol" pitchFamily="-1" charset="2"/>
              </a:rPr>
              <a:t>            if (a[j] &lt; a[</a:t>
            </a:r>
            <a:r>
              <a:rPr lang="en-US" sz="2000" dirty="0" err="1" smtClean="0">
                <a:latin typeface="Courier New" pitchFamily="-1" charset="0"/>
                <a:sym typeface="Symbol" pitchFamily="-1" charset="2"/>
              </a:rPr>
              <a:t>minIndex</a:t>
            </a:r>
            <a:r>
              <a:rPr lang="en-US" sz="2000" dirty="0" smtClean="0">
                <a:latin typeface="Courier New" pitchFamily="-1" charset="0"/>
                <a:sym typeface="Symbol" pitchFamily="-1" charset="2"/>
              </a:rPr>
              <a:t>]) {</a:t>
            </a:r>
          </a:p>
          <a:p>
            <a:pPr eaLnBrk="1" hangingPunct="1">
              <a:lnSpc>
                <a:spcPct val="80000"/>
              </a:lnSpc>
              <a:buFont typeface="Wingdings" pitchFamily="-1" charset="2"/>
              <a:buNone/>
            </a:pPr>
            <a:r>
              <a:rPr lang="en-US" sz="2000" dirty="0" smtClean="0">
                <a:latin typeface="Courier New" pitchFamily="-1" charset="0"/>
                <a:sym typeface="Symbol" pitchFamily="-1" charset="2"/>
              </a:rPr>
              <a:t>                </a:t>
            </a:r>
            <a:r>
              <a:rPr lang="en-US" sz="2000" dirty="0" err="1" smtClean="0">
                <a:latin typeface="Courier New" pitchFamily="-1" charset="0"/>
                <a:sym typeface="Symbol" pitchFamily="-1" charset="2"/>
              </a:rPr>
              <a:t>minIndex</a:t>
            </a:r>
            <a:r>
              <a:rPr lang="en-US" sz="2000" dirty="0" smtClean="0">
                <a:latin typeface="Courier New" pitchFamily="-1" charset="0"/>
                <a:sym typeface="Symbol" pitchFamily="-1" charset="2"/>
              </a:rPr>
              <a:t> = j;</a:t>
            </a:r>
          </a:p>
          <a:p>
            <a:pPr eaLnBrk="1" hangingPunct="1">
              <a:lnSpc>
                <a:spcPct val="80000"/>
              </a:lnSpc>
              <a:buFont typeface="Wingdings" pitchFamily="-1" charset="2"/>
              <a:buNone/>
            </a:pPr>
            <a:r>
              <a:rPr lang="en-US" sz="2000" dirty="0" smtClean="0">
                <a:latin typeface="Courier New" pitchFamily="-1" charset="0"/>
                <a:sym typeface="Symbol" pitchFamily="-1" charset="2"/>
              </a:rPr>
              <a:t>            }</a:t>
            </a:r>
          </a:p>
          <a:p>
            <a:pPr eaLnBrk="1" hangingPunct="1">
              <a:lnSpc>
                <a:spcPct val="80000"/>
              </a:lnSpc>
              <a:buFont typeface="Wingdings" pitchFamily="-1" charset="2"/>
              <a:buNone/>
            </a:pPr>
            <a:r>
              <a:rPr lang="en-US" sz="2000" dirty="0" smtClean="0">
                <a:latin typeface="Courier New" pitchFamily="-1" charset="0"/>
                <a:sym typeface="Symbol" pitchFamily="-1" charset="2"/>
              </a:rPr>
              <a:t>        }</a:t>
            </a:r>
          </a:p>
          <a:p>
            <a:pPr eaLnBrk="1" hangingPunct="1">
              <a:lnSpc>
                <a:spcPct val="80000"/>
              </a:lnSpc>
              <a:buFont typeface="Wingdings" pitchFamily="-1" charset="2"/>
              <a:buNone/>
            </a:pPr>
            <a:endParaRPr lang="en-US" sz="2000" dirty="0" smtClean="0">
              <a:latin typeface="Courier New" pitchFamily="-1" charset="0"/>
              <a:sym typeface="Symbol" pitchFamily="-1" charset="2"/>
            </a:endParaRPr>
          </a:p>
          <a:p>
            <a:pPr eaLnBrk="1" hangingPunct="1">
              <a:lnSpc>
                <a:spcPct val="80000"/>
              </a:lnSpc>
              <a:buFont typeface="Wingdings" pitchFamily="-1" charset="2"/>
              <a:buNone/>
            </a:pPr>
            <a:r>
              <a:rPr lang="en-US" sz="2000" dirty="0" smtClean="0">
                <a:latin typeface="Courier New" pitchFamily="-1" charset="0"/>
                <a:sym typeface="Symbol" pitchFamily="-1" charset="2"/>
              </a:rPr>
              <a:t>        // swap smallest element with a[</a:t>
            </a:r>
            <a:r>
              <a:rPr lang="en-US" sz="2000" dirty="0" err="1" smtClean="0">
                <a:latin typeface="Courier New" pitchFamily="-1" charset="0"/>
                <a:sym typeface="Symbol" pitchFamily="-1" charset="2"/>
              </a:rPr>
              <a:t>i</a:t>
            </a:r>
            <a:r>
              <a:rPr lang="en-US" sz="2000" dirty="0" smtClean="0">
                <a:latin typeface="Courier New" pitchFamily="-1" charset="0"/>
                <a:sym typeface="Symbol" pitchFamily="-1" charset="2"/>
              </a:rPr>
              <a:t>]</a:t>
            </a:r>
          </a:p>
          <a:p>
            <a:pPr eaLnBrk="1" hangingPunct="1">
              <a:lnSpc>
                <a:spcPct val="80000"/>
              </a:lnSpc>
              <a:buFont typeface="Wingdings" pitchFamily="-1" charset="2"/>
              <a:buNone/>
            </a:pPr>
            <a:r>
              <a:rPr lang="en-US" sz="2000" dirty="0" smtClean="0">
                <a:latin typeface="Courier New" pitchFamily="-1" charset="0"/>
                <a:sym typeface="Symbol" pitchFamily="-1" charset="2"/>
              </a:rPr>
              <a:t>        swap(a, </a:t>
            </a:r>
            <a:r>
              <a:rPr lang="en-US" sz="2000" dirty="0" err="1" smtClean="0">
                <a:latin typeface="Courier New" pitchFamily="-1" charset="0"/>
                <a:sym typeface="Symbol" pitchFamily="-1" charset="2"/>
              </a:rPr>
              <a:t>i</a:t>
            </a:r>
            <a:r>
              <a:rPr lang="en-US" sz="2000" dirty="0" smtClean="0">
                <a:latin typeface="Courier New" pitchFamily="-1" charset="0"/>
                <a:sym typeface="Symbol" pitchFamily="-1" charset="2"/>
              </a:rPr>
              <a:t>, </a:t>
            </a:r>
            <a:r>
              <a:rPr lang="en-US" sz="2000" dirty="0" err="1" smtClean="0">
                <a:latin typeface="Courier New" pitchFamily="-1" charset="0"/>
                <a:sym typeface="Symbol" pitchFamily="-1" charset="2"/>
              </a:rPr>
              <a:t>minIndex</a:t>
            </a:r>
            <a:r>
              <a:rPr lang="en-US" sz="2000" dirty="0" smtClean="0">
                <a:latin typeface="Courier New" pitchFamily="-1" charset="0"/>
                <a:sym typeface="Symbol" pitchFamily="-1" charset="2"/>
              </a:rPr>
              <a:t>);</a:t>
            </a:r>
          </a:p>
          <a:p>
            <a:pPr eaLnBrk="1" hangingPunct="1">
              <a:lnSpc>
                <a:spcPct val="80000"/>
              </a:lnSpc>
              <a:buFont typeface="Wingdings" pitchFamily="-1" charset="2"/>
              <a:buNone/>
            </a:pPr>
            <a:r>
              <a:rPr lang="en-US" sz="2000" dirty="0" smtClean="0">
                <a:solidFill>
                  <a:schemeClr val="accent2"/>
                </a:solidFill>
                <a:latin typeface="Courier New" pitchFamily="-1" charset="0"/>
                <a:sym typeface="Symbol" pitchFamily="-1" charset="2"/>
              </a:rPr>
              <a:t>    </a:t>
            </a:r>
            <a:r>
              <a:rPr lang="en-US" sz="2000" dirty="0" smtClean="0">
                <a:latin typeface="Courier New" pitchFamily="-1" charset="0"/>
                <a:sym typeface="Symbol" pitchFamily="-1" charset="2"/>
              </a:rPr>
              <a:t>}</a:t>
            </a:r>
          </a:p>
          <a:p>
            <a:pPr eaLnBrk="1" hangingPunct="1">
              <a:lnSpc>
                <a:spcPct val="80000"/>
              </a:lnSpc>
              <a:buFont typeface="Wingdings" pitchFamily="-1" charset="2"/>
              <a:buNone/>
            </a:pPr>
            <a:r>
              <a:rPr lang="en-US" sz="2000" dirty="0" smtClean="0">
                <a:latin typeface="Courier New" pitchFamily="-1" charset="0"/>
                <a:sym typeface="Symbol" pitchFamily="-1" charset="2"/>
              </a:rPr>
              <a:t>}//end class</a:t>
            </a:r>
          </a:p>
        </p:txBody>
      </p:sp>
    </p:spTree>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Rectangle 2"/>
          <p:cNvSpPr>
            <a:spLocks noGrp="1" noChangeArrowheads="1"/>
          </p:cNvSpPr>
          <p:nvPr>
            <p:ph type="title"/>
          </p:nvPr>
        </p:nvSpPr>
        <p:spPr/>
        <p:txBody>
          <a:bodyPr/>
          <a:lstStyle/>
          <a:p>
            <a:pPr eaLnBrk="1" hangingPunct="1"/>
            <a:r>
              <a:rPr lang="en-US" smtClean="0"/>
              <a:t>Selection sort runtime</a:t>
            </a:r>
          </a:p>
        </p:txBody>
      </p:sp>
      <p:sp>
        <p:nvSpPr>
          <p:cNvPr id="43012" name="Slide Number Placeholder 5"/>
          <p:cNvSpPr>
            <a:spLocks noGrp="1"/>
          </p:cNvSpPr>
          <p:nvPr>
            <p:ph type="sldNum" sz="quarter" idx="12"/>
          </p:nvPr>
        </p:nvSpPr>
        <p:spPr bwMode="auto">
          <a:noFill/>
          <a:ln>
            <a:miter lim="800000"/>
            <a:headEnd/>
            <a:tailEnd/>
          </a:ln>
        </p:spPr>
        <p:txBody>
          <a:bodyPr/>
          <a:lstStyle/>
          <a:p>
            <a:fld id="{A6ADA8C2-BCC2-433E-BC0F-A8B6053469C4}" type="slidenum">
              <a:rPr lang="en-US"/>
              <a:pPr/>
              <a:t>24</a:t>
            </a:fld>
            <a:endParaRPr lang="en-US"/>
          </a:p>
        </p:txBody>
      </p:sp>
      <p:sp>
        <p:nvSpPr>
          <p:cNvPr id="43013" name="Rectangle 3"/>
          <p:cNvSpPr>
            <a:spLocks noGrp="1" noChangeArrowheads="1"/>
          </p:cNvSpPr>
          <p:nvPr>
            <p:ph sz="quarter" idx="1"/>
          </p:nvPr>
        </p:nvSpPr>
        <p:spPr>
          <a:xfrm>
            <a:off x="457200" y="1177925"/>
            <a:ext cx="8229600" cy="5151438"/>
          </a:xfrm>
        </p:spPr>
        <p:txBody>
          <a:bodyPr/>
          <a:lstStyle/>
          <a:p>
            <a:pPr eaLnBrk="1" hangingPunct="1"/>
            <a:r>
              <a:rPr lang="en-US" smtClean="0"/>
              <a:t>Running time for input size </a:t>
            </a:r>
            <a:r>
              <a:rPr lang="en-US" i="1" smtClean="0"/>
              <a:t>n</a:t>
            </a:r>
            <a:r>
              <a:rPr lang="en-US" smtClean="0"/>
              <a:t>:</a:t>
            </a:r>
          </a:p>
          <a:p>
            <a:pPr lvl="1" eaLnBrk="1" hangingPunct="1"/>
            <a:r>
              <a:rPr lang="en-US" smtClean="0"/>
              <a:t>In practice, a bit faster than bubble sort.  Why?</a:t>
            </a:r>
          </a:p>
        </p:txBody>
      </p:sp>
      <p:graphicFrame>
        <p:nvGraphicFramePr>
          <p:cNvPr id="43010" name="Object 2"/>
          <p:cNvGraphicFramePr>
            <a:graphicFrameLocks noChangeAspect="1"/>
          </p:cNvGraphicFramePr>
          <p:nvPr/>
        </p:nvGraphicFramePr>
        <p:xfrm>
          <a:off x="785812" y="2403475"/>
          <a:ext cx="5767388" cy="3997325"/>
        </p:xfrm>
        <a:graphic>
          <a:graphicData uri="http://schemas.openxmlformats.org/presentationml/2006/ole">
            <p:oleObj spid="_x0000_s2050" name="Equation" r:id="rId4" imgW="2489040" imgH="2006280" progId="Equation.3">
              <p:embed/>
            </p:oleObj>
          </a:graphicData>
        </a:graphic>
      </p:graphicFrame>
      <p:sp>
        <p:nvSpPr>
          <p:cNvPr id="6" name="TextBox 5"/>
          <p:cNvSpPr txBox="1"/>
          <p:nvPr/>
        </p:nvSpPr>
        <p:spPr>
          <a:xfrm>
            <a:off x="1295400" y="5257800"/>
            <a:ext cx="654346" cy="400110"/>
          </a:xfrm>
          <a:prstGeom prst="rect">
            <a:avLst/>
          </a:prstGeom>
          <a:noFill/>
        </p:spPr>
        <p:txBody>
          <a:bodyPr wrap="none" rtlCol="0">
            <a:spAutoFit/>
          </a:bodyPr>
          <a:lstStyle/>
          <a:p>
            <a:r>
              <a:rPr lang="en-US" sz="2000" dirty="0" smtClean="0"/>
              <a:t>T(n)</a:t>
            </a:r>
            <a:endParaRPr lang="en-US" sz="2000" dirty="0"/>
          </a:p>
        </p:txBody>
      </p:sp>
    </p:spTree>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pPr eaLnBrk="1" hangingPunct="1"/>
            <a:r>
              <a:rPr lang="en-US" smtClean="0"/>
              <a:t>Insertion sort</a:t>
            </a:r>
          </a:p>
        </p:txBody>
      </p:sp>
      <p:sp>
        <p:nvSpPr>
          <p:cNvPr id="45059" name="Slide Number Placeholder 4"/>
          <p:cNvSpPr>
            <a:spLocks noGrp="1"/>
          </p:cNvSpPr>
          <p:nvPr>
            <p:ph type="sldNum" sz="quarter" idx="12"/>
          </p:nvPr>
        </p:nvSpPr>
        <p:spPr bwMode="auto">
          <a:noFill/>
          <a:ln>
            <a:miter lim="800000"/>
            <a:headEnd/>
            <a:tailEnd/>
          </a:ln>
        </p:spPr>
        <p:txBody>
          <a:bodyPr/>
          <a:lstStyle/>
          <a:p>
            <a:fld id="{3AC86310-615C-4C21-BC6C-3D49B760F32C}" type="slidenum">
              <a:rPr lang="en-US"/>
              <a:pPr/>
              <a:t>25</a:t>
            </a:fld>
            <a:endParaRPr lang="en-US"/>
          </a:p>
        </p:txBody>
      </p:sp>
      <p:sp>
        <p:nvSpPr>
          <p:cNvPr id="46084" name="Rectangle 3"/>
          <p:cNvSpPr>
            <a:spLocks noGrp="1" noChangeArrowheads="1"/>
          </p:cNvSpPr>
          <p:nvPr>
            <p:ph sz="quarter" idx="1"/>
          </p:nvPr>
        </p:nvSpPr>
        <p:spPr>
          <a:xfrm>
            <a:off x="457200" y="1219200"/>
            <a:ext cx="8229600" cy="4937125"/>
          </a:xfrm>
        </p:spPr>
        <p:txBody>
          <a:bodyPr/>
          <a:lstStyle/>
          <a:p>
            <a:pPr eaLnBrk="1" hangingPunct="1"/>
            <a:r>
              <a:rPr lang="en-US" b="1" smtClean="0"/>
              <a:t>insertion sort</a:t>
            </a:r>
            <a:r>
              <a:rPr lang="en-US" smtClean="0"/>
              <a:t>: orders a list of values by repetitively inserting a particular value into a sorted subset of the list</a:t>
            </a:r>
          </a:p>
          <a:p>
            <a:pPr eaLnBrk="1" hangingPunct="1"/>
            <a:endParaRPr lang="en-US" smtClean="0"/>
          </a:p>
          <a:p>
            <a:pPr eaLnBrk="1" hangingPunct="1"/>
            <a:r>
              <a:rPr lang="en-US" smtClean="0"/>
              <a:t>more specifically:</a:t>
            </a:r>
          </a:p>
          <a:p>
            <a:pPr lvl="1" eaLnBrk="1" hangingPunct="1"/>
            <a:r>
              <a:rPr lang="en-US" smtClean="0"/>
              <a:t>consider the first item to be a sorted sublist of length 1</a:t>
            </a:r>
          </a:p>
          <a:p>
            <a:pPr lvl="1" eaLnBrk="1" hangingPunct="1"/>
            <a:r>
              <a:rPr lang="en-US" smtClean="0"/>
              <a:t>insert the second item into the sorted sublist, shifting the first item if needed</a:t>
            </a:r>
          </a:p>
          <a:p>
            <a:pPr lvl="1" eaLnBrk="1" hangingPunct="1"/>
            <a:r>
              <a:rPr lang="en-US" smtClean="0"/>
              <a:t>insert the third item into the sorted sublist, shifting the other items as needed</a:t>
            </a:r>
          </a:p>
          <a:p>
            <a:pPr lvl="1" eaLnBrk="1" hangingPunct="1"/>
            <a:r>
              <a:rPr lang="en-US" smtClean="0"/>
              <a:t>repeat until all values have been inserted into their proper positions</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6084">
                                            <p:txEl>
                                              <p:pRg st="2" end="2"/>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6084">
                                            <p:txEl>
                                              <p:pRg st="3" end="3"/>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6084">
                                            <p:txEl>
                                              <p:pRg st="4" end="4"/>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6084">
                                            <p:txEl>
                                              <p:pRg st="5" end="5"/>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608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4"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lstStyle/>
          <a:p>
            <a:pPr eaLnBrk="1" hangingPunct="1"/>
            <a:r>
              <a:rPr lang="en-US" dirty="0" smtClean="0"/>
              <a:t>Insertion sort</a:t>
            </a:r>
          </a:p>
        </p:txBody>
      </p:sp>
      <p:sp>
        <p:nvSpPr>
          <p:cNvPr id="46083" name="Slide Number Placeholder 9"/>
          <p:cNvSpPr>
            <a:spLocks noGrp="1"/>
          </p:cNvSpPr>
          <p:nvPr>
            <p:ph type="sldNum" sz="quarter" idx="12"/>
          </p:nvPr>
        </p:nvSpPr>
        <p:spPr bwMode="auto">
          <a:noFill/>
          <a:ln>
            <a:miter lim="800000"/>
            <a:headEnd/>
            <a:tailEnd/>
          </a:ln>
        </p:spPr>
        <p:txBody>
          <a:bodyPr/>
          <a:lstStyle/>
          <a:p>
            <a:fld id="{94066E41-7A65-48C5-878A-C08C2B6B9064}" type="slidenum">
              <a:rPr lang="en-US"/>
              <a:pPr/>
              <a:t>26</a:t>
            </a:fld>
            <a:endParaRPr lang="en-US"/>
          </a:p>
        </p:txBody>
      </p:sp>
      <p:sp>
        <p:nvSpPr>
          <p:cNvPr id="46084" name="Rectangle 3"/>
          <p:cNvSpPr>
            <a:spLocks noGrp="1" noChangeArrowheads="1"/>
          </p:cNvSpPr>
          <p:nvPr>
            <p:ph sz="quarter" idx="1"/>
          </p:nvPr>
        </p:nvSpPr>
        <p:spPr>
          <a:xfrm>
            <a:off x="457200" y="1189038"/>
            <a:ext cx="8229600" cy="4525962"/>
          </a:xfrm>
        </p:spPr>
        <p:txBody>
          <a:bodyPr/>
          <a:lstStyle/>
          <a:p>
            <a:pPr eaLnBrk="1" hangingPunct="1"/>
            <a:r>
              <a:rPr lang="en-US" dirty="0" smtClean="0"/>
              <a:t>Simple sorting algorithm.</a:t>
            </a:r>
          </a:p>
          <a:p>
            <a:pPr lvl="1" eaLnBrk="1" hangingPunct="1"/>
            <a:r>
              <a:rPr lang="en-US" dirty="0" smtClean="0"/>
              <a:t>n-1 passes over the array</a:t>
            </a:r>
          </a:p>
          <a:p>
            <a:pPr lvl="1" eaLnBrk="1" hangingPunct="1"/>
            <a:r>
              <a:rPr lang="en-US" dirty="0" smtClean="0"/>
              <a:t>At the end of pass </a:t>
            </a:r>
            <a:r>
              <a:rPr lang="en-US" i="1" dirty="0" err="1" smtClean="0"/>
              <a:t>i</a:t>
            </a:r>
            <a:r>
              <a:rPr lang="en-US" dirty="0" smtClean="0"/>
              <a:t>, the elements that occupied A[0]…A[</a:t>
            </a:r>
            <a:r>
              <a:rPr lang="en-US" i="1" dirty="0" err="1" smtClean="0"/>
              <a:t>i</a:t>
            </a:r>
            <a:r>
              <a:rPr lang="en-US" dirty="0" smtClean="0"/>
              <a:t>] originally are still in those spots and in sorted order.</a:t>
            </a:r>
          </a:p>
        </p:txBody>
      </p:sp>
      <p:graphicFrame>
        <p:nvGraphicFramePr>
          <p:cNvPr id="1583108" name="Group 4"/>
          <p:cNvGraphicFramePr>
            <a:graphicFrameLocks noGrp="1"/>
          </p:cNvGraphicFramePr>
          <p:nvPr/>
        </p:nvGraphicFramePr>
        <p:xfrm>
          <a:off x="2286000" y="4135438"/>
          <a:ext cx="6096000" cy="1035050"/>
        </p:xfrm>
        <a:graphic>
          <a:graphicData uri="http://schemas.openxmlformats.org/drawingml/2006/table">
            <a:tbl>
              <a:tblPr/>
              <a:tblGrid>
                <a:gridCol w="762000"/>
                <a:gridCol w="762000"/>
                <a:gridCol w="762000"/>
                <a:gridCol w="762000"/>
                <a:gridCol w="762000"/>
                <a:gridCol w="762000"/>
                <a:gridCol w="762000"/>
                <a:gridCol w="762000"/>
              </a:tblGrid>
              <a:tr h="517525">
                <a:tc>
                  <a:txBody>
                    <a:bodyPr/>
                    <a:lstStyle/>
                    <a:p>
                      <a:pPr marL="0" marR="0" lvl="0" indent="0" algn="l" defTabSz="914400" rtl="0" eaLnBrk="1" fontAlgn="base" latinLnBrk="0" hangingPunct="1">
                        <a:lnSpc>
                          <a:spcPct val="100000"/>
                        </a:lnSpc>
                        <a:spcBef>
                          <a:spcPct val="20000"/>
                        </a:spcBef>
                        <a:spcAft>
                          <a:spcPct val="0"/>
                        </a:spcAft>
                        <a:buClr>
                          <a:srgbClr val="808080"/>
                        </a:buClr>
                        <a:buSzPct val="60000"/>
                        <a:buFont typeface="Wingdings" charset="2"/>
                        <a:buNone/>
                        <a:tabLst/>
                      </a:pPr>
                      <a:r>
                        <a:rPr kumimoji="0" lang="en-US" sz="2000" b="0" i="0" u="none" strike="noStrike" cap="none" normalizeH="0" baseline="0">
                          <a:ln>
                            <a:noFill/>
                          </a:ln>
                          <a:solidFill>
                            <a:srgbClr val="FF0000"/>
                          </a:solidFill>
                          <a:effectLst/>
                          <a:latin typeface="Verdana" charset="0"/>
                          <a:ea typeface="Times New Roman" charset="0"/>
                          <a:cs typeface="Times New Roman" charset="0"/>
                        </a:rPr>
                        <a:t>2</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808080"/>
                        </a:buClr>
                        <a:buSzPct val="60000"/>
                        <a:buFont typeface="Wingdings" charset="2"/>
                        <a:buNone/>
                        <a:tabLst/>
                      </a:pPr>
                      <a:r>
                        <a:rPr kumimoji="0" lang="en-US" sz="2000" b="0" i="0" u="none" strike="noStrike" cap="none" normalizeH="0" baseline="0">
                          <a:ln>
                            <a:noFill/>
                          </a:ln>
                          <a:solidFill>
                            <a:srgbClr val="FF0000"/>
                          </a:solidFill>
                          <a:effectLst/>
                          <a:latin typeface="Verdana" charset="0"/>
                          <a:ea typeface="Times New Roman" charset="0"/>
                          <a:cs typeface="Times New Roman" charset="0"/>
                        </a:rPr>
                        <a:t>8</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808080"/>
                        </a:buClr>
                        <a:buSzPct val="60000"/>
                        <a:buFont typeface="Wingdings" charset="2"/>
                        <a:buNone/>
                        <a:tabLst/>
                      </a:pPr>
                      <a:r>
                        <a:rPr kumimoji="0" lang="en-US" sz="2000" b="0" i="0" u="none" strike="noStrike" cap="none" normalizeH="0" baseline="0">
                          <a:ln>
                            <a:noFill/>
                          </a:ln>
                          <a:solidFill>
                            <a:srgbClr val="FF0000"/>
                          </a:solidFill>
                          <a:effectLst/>
                          <a:latin typeface="Verdana" charset="0"/>
                          <a:ea typeface="Times New Roman" charset="0"/>
                          <a:cs typeface="Times New Roman" charset="0"/>
                        </a:rPr>
                        <a:t>15</a:t>
                      </a:r>
                    </a:p>
                  </a:txBody>
                  <a:tcPr anchor="ctr" anchorCtr="1" horzOverflow="overflow">
                    <a:lnL w="12700" cap="flat" cmpd="sng" algn="ctr">
                      <a:solidFill>
                        <a:schemeClr val="tx1"/>
                      </a:solidFill>
                      <a:prstDash val="solid"/>
                      <a:round/>
                      <a:headEnd type="none" w="med" len="med"/>
                      <a:tailEnd type="none" w="med" len="med"/>
                    </a:lnL>
                    <a:lnR w="76200" cap="flat" cmpd="sng" algn="ctr">
                      <a:solidFill>
                        <a:srgbClr val="FF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808080"/>
                        </a:buClr>
                        <a:buSzPct val="60000"/>
                        <a:buFont typeface="Wingdings" charset="2"/>
                        <a:buNone/>
                        <a:tabLst/>
                      </a:pPr>
                      <a:r>
                        <a:rPr kumimoji="0" lang="en-US" sz="2000" b="0" i="0" u="none" strike="noStrike" cap="none" normalizeH="0" baseline="0">
                          <a:ln>
                            <a:noFill/>
                          </a:ln>
                          <a:solidFill>
                            <a:schemeClr val="tx1"/>
                          </a:solidFill>
                          <a:effectLst/>
                          <a:latin typeface="Verdana" charset="0"/>
                          <a:ea typeface="Times New Roman" charset="0"/>
                          <a:cs typeface="Times New Roman" charset="0"/>
                        </a:rPr>
                        <a:t>1</a:t>
                      </a:r>
                    </a:p>
                  </a:txBody>
                  <a:tcPr anchor="ctr" anchorCtr="1" horzOverflow="overflow">
                    <a:lnL w="76200" cap="flat" cmpd="sng" algn="ctr">
                      <a:solidFill>
                        <a:srgbClr val="FF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808080"/>
                        </a:buClr>
                        <a:buSzPct val="60000"/>
                        <a:buFont typeface="Wingdings" charset="2"/>
                        <a:buNone/>
                        <a:tabLst/>
                      </a:pPr>
                      <a:r>
                        <a:rPr kumimoji="0" lang="en-US" sz="2000" b="0" i="0" u="none" strike="noStrike" cap="none" normalizeH="0" baseline="0">
                          <a:ln>
                            <a:noFill/>
                          </a:ln>
                          <a:solidFill>
                            <a:schemeClr val="tx1"/>
                          </a:solidFill>
                          <a:effectLst/>
                          <a:latin typeface="Verdana" charset="0"/>
                          <a:ea typeface="Times New Roman" charset="0"/>
                          <a:cs typeface="Times New Roman" charset="0"/>
                        </a:rPr>
                        <a:t>17</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808080"/>
                        </a:buClr>
                        <a:buSzPct val="60000"/>
                        <a:buFont typeface="Wingdings" charset="2"/>
                        <a:buNone/>
                        <a:tabLst/>
                      </a:pPr>
                      <a:r>
                        <a:rPr kumimoji="0" lang="en-US" sz="2000" b="0" i="0" u="none" strike="noStrike" cap="none" normalizeH="0" baseline="0">
                          <a:ln>
                            <a:noFill/>
                          </a:ln>
                          <a:solidFill>
                            <a:schemeClr val="tx1"/>
                          </a:solidFill>
                          <a:effectLst/>
                          <a:latin typeface="Verdana" charset="0"/>
                          <a:ea typeface="Times New Roman" charset="0"/>
                          <a:cs typeface="Times New Roman" charset="0"/>
                        </a:rPr>
                        <a:t>10</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808080"/>
                        </a:buClr>
                        <a:buSzPct val="60000"/>
                        <a:buFont typeface="Wingdings" charset="2"/>
                        <a:buNone/>
                        <a:tabLst/>
                      </a:pPr>
                      <a:r>
                        <a:rPr kumimoji="0" lang="en-US" sz="2000" b="0" i="0" u="none" strike="noStrike" cap="none" normalizeH="0" baseline="0">
                          <a:ln>
                            <a:noFill/>
                          </a:ln>
                          <a:solidFill>
                            <a:schemeClr val="tx1"/>
                          </a:solidFill>
                          <a:effectLst/>
                          <a:latin typeface="Verdana" charset="0"/>
                          <a:ea typeface="Times New Roman" charset="0"/>
                          <a:cs typeface="Times New Roman" charset="0"/>
                        </a:rPr>
                        <a:t>12</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808080"/>
                        </a:buClr>
                        <a:buSzPct val="60000"/>
                        <a:buFont typeface="Wingdings" charset="2"/>
                        <a:buNone/>
                        <a:tabLst/>
                      </a:pPr>
                      <a:r>
                        <a:rPr kumimoji="0" lang="en-US" sz="2000" b="0" i="0" u="none" strike="noStrike" cap="none" normalizeH="0" baseline="0">
                          <a:ln>
                            <a:noFill/>
                          </a:ln>
                          <a:solidFill>
                            <a:schemeClr val="tx1"/>
                          </a:solidFill>
                          <a:effectLst/>
                          <a:latin typeface="Verdana" charset="0"/>
                          <a:ea typeface="Times New Roman" charset="0"/>
                          <a:cs typeface="Times New Roman" charset="0"/>
                        </a:rPr>
                        <a:t>5</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7525">
                <a:tc>
                  <a:txBody>
                    <a:bodyPr/>
                    <a:lstStyle/>
                    <a:p>
                      <a:pPr marL="0" marR="0" lvl="0" indent="0" algn="l" defTabSz="914400" rtl="0" eaLnBrk="1" fontAlgn="base" latinLnBrk="0" hangingPunct="1">
                        <a:lnSpc>
                          <a:spcPct val="100000"/>
                        </a:lnSpc>
                        <a:spcBef>
                          <a:spcPct val="20000"/>
                        </a:spcBef>
                        <a:spcAft>
                          <a:spcPct val="0"/>
                        </a:spcAft>
                        <a:buClr>
                          <a:srgbClr val="808080"/>
                        </a:buClr>
                        <a:buSzPct val="60000"/>
                        <a:buFont typeface="Wingdings" charset="2"/>
                        <a:buNone/>
                        <a:tabLst/>
                      </a:pPr>
                      <a:r>
                        <a:rPr kumimoji="0" lang="en-US" sz="2000" b="0" i="0" u="none" strike="noStrike" cap="none" normalizeH="0" baseline="0">
                          <a:ln>
                            <a:noFill/>
                          </a:ln>
                          <a:solidFill>
                            <a:schemeClr val="tx1"/>
                          </a:solidFill>
                          <a:effectLst/>
                          <a:latin typeface="Verdana" charset="0"/>
                          <a:ea typeface="Times New Roman" charset="0"/>
                          <a:cs typeface="Times New Roman" charset="0"/>
                        </a:rPr>
                        <a:t>0</a:t>
                      </a:r>
                    </a:p>
                  </a:txBody>
                  <a:tcPr anchor="ctr" anchorCtr="1" horzOverflow="overflow">
                    <a:lnL cap="flat">
                      <a:noFill/>
                    </a:lnL>
                    <a:lnR>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808080"/>
                        </a:buClr>
                        <a:buSzPct val="60000"/>
                        <a:buFont typeface="Wingdings" charset="2"/>
                        <a:buNone/>
                        <a:tabLst/>
                      </a:pPr>
                      <a:r>
                        <a:rPr kumimoji="0" lang="en-US" sz="2000" b="0" i="0" u="none" strike="noStrike" cap="none" normalizeH="0" baseline="0">
                          <a:ln>
                            <a:noFill/>
                          </a:ln>
                          <a:solidFill>
                            <a:schemeClr val="tx1"/>
                          </a:solidFill>
                          <a:effectLst/>
                          <a:latin typeface="Verdana" charset="0"/>
                          <a:ea typeface="Times New Roman" charset="0"/>
                          <a:cs typeface="Times New Roman" charset="0"/>
                        </a:rPr>
                        <a:t>1</a:t>
                      </a:r>
                    </a:p>
                  </a:txBody>
                  <a:tcPr anchor="ctr" anchorCtr="1" horzOverflow="overflow">
                    <a:lnL>
                      <a:noFill/>
                    </a:lnL>
                    <a:lnR>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808080"/>
                        </a:buClr>
                        <a:buSzPct val="60000"/>
                        <a:buFont typeface="Wingdings" charset="2"/>
                        <a:buNone/>
                        <a:tabLst/>
                      </a:pPr>
                      <a:r>
                        <a:rPr kumimoji="0" lang="en-US" sz="2000" b="0" i="0" u="none" strike="noStrike" cap="none" normalizeH="0" baseline="0">
                          <a:ln>
                            <a:noFill/>
                          </a:ln>
                          <a:solidFill>
                            <a:schemeClr val="tx1"/>
                          </a:solidFill>
                          <a:effectLst/>
                          <a:latin typeface="Verdana" charset="0"/>
                          <a:ea typeface="Times New Roman" charset="0"/>
                          <a:cs typeface="Times New Roman" charset="0"/>
                        </a:rPr>
                        <a:t>2</a:t>
                      </a:r>
                    </a:p>
                  </a:txBody>
                  <a:tcPr anchor="ctr" anchorCtr="1" horzOverflow="overflow">
                    <a:lnL>
                      <a:noFill/>
                    </a:lnL>
                    <a:lnR>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808080"/>
                        </a:buClr>
                        <a:buSzPct val="60000"/>
                        <a:buFont typeface="Wingdings" charset="2"/>
                        <a:buNone/>
                        <a:tabLst/>
                      </a:pPr>
                      <a:r>
                        <a:rPr kumimoji="0" lang="en-US" sz="2000" b="0" i="0" u="none" strike="noStrike" cap="none" normalizeH="0" baseline="0">
                          <a:ln>
                            <a:noFill/>
                          </a:ln>
                          <a:solidFill>
                            <a:schemeClr val="tx1"/>
                          </a:solidFill>
                          <a:effectLst/>
                          <a:latin typeface="Verdana" charset="0"/>
                          <a:ea typeface="Times New Roman" charset="0"/>
                          <a:cs typeface="Times New Roman" charset="0"/>
                        </a:rPr>
                        <a:t>3</a:t>
                      </a:r>
                    </a:p>
                  </a:txBody>
                  <a:tcPr anchor="ctr" anchorCtr="1" horzOverflow="overflow">
                    <a:lnL>
                      <a:noFill/>
                    </a:lnL>
                    <a:lnR>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808080"/>
                        </a:buClr>
                        <a:buSzPct val="60000"/>
                        <a:buFont typeface="Wingdings" charset="2"/>
                        <a:buNone/>
                        <a:tabLst/>
                      </a:pPr>
                      <a:r>
                        <a:rPr kumimoji="0" lang="en-US" sz="2000" b="0" i="0" u="none" strike="noStrike" cap="none" normalizeH="0" baseline="0">
                          <a:ln>
                            <a:noFill/>
                          </a:ln>
                          <a:solidFill>
                            <a:schemeClr val="tx1"/>
                          </a:solidFill>
                          <a:effectLst/>
                          <a:latin typeface="Verdana" charset="0"/>
                          <a:ea typeface="Times New Roman" charset="0"/>
                          <a:cs typeface="Times New Roman" charset="0"/>
                        </a:rPr>
                        <a:t>4</a:t>
                      </a:r>
                    </a:p>
                  </a:txBody>
                  <a:tcPr anchor="ctr" anchorCtr="1" horzOverflow="overflow">
                    <a:lnL>
                      <a:noFill/>
                    </a:lnL>
                    <a:lnR>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808080"/>
                        </a:buClr>
                        <a:buSzPct val="60000"/>
                        <a:buFont typeface="Wingdings" charset="2"/>
                        <a:buNone/>
                        <a:tabLst/>
                      </a:pPr>
                      <a:r>
                        <a:rPr kumimoji="0" lang="en-US" sz="2000" b="0" i="0" u="none" strike="noStrike" cap="none" normalizeH="0" baseline="0">
                          <a:ln>
                            <a:noFill/>
                          </a:ln>
                          <a:solidFill>
                            <a:schemeClr val="tx1"/>
                          </a:solidFill>
                          <a:effectLst/>
                          <a:latin typeface="Verdana" charset="0"/>
                          <a:ea typeface="Times New Roman" charset="0"/>
                          <a:cs typeface="Times New Roman" charset="0"/>
                        </a:rPr>
                        <a:t>5</a:t>
                      </a:r>
                    </a:p>
                  </a:txBody>
                  <a:tcPr anchor="ctr" anchorCtr="1" horzOverflow="overflow">
                    <a:lnL>
                      <a:noFill/>
                    </a:lnL>
                    <a:lnR>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808080"/>
                        </a:buClr>
                        <a:buSzPct val="60000"/>
                        <a:buFont typeface="Wingdings" charset="2"/>
                        <a:buNone/>
                        <a:tabLst/>
                      </a:pPr>
                      <a:r>
                        <a:rPr kumimoji="0" lang="en-US" sz="2000" b="0" i="0" u="none" strike="noStrike" cap="none" normalizeH="0" baseline="0">
                          <a:ln>
                            <a:noFill/>
                          </a:ln>
                          <a:solidFill>
                            <a:schemeClr val="tx1"/>
                          </a:solidFill>
                          <a:effectLst/>
                          <a:latin typeface="Verdana" charset="0"/>
                          <a:ea typeface="Times New Roman" charset="0"/>
                          <a:cs typeface="Times New Roman" charset="0"/>
                        </a:rPr>
                        <a:t>6</a:t>
                      </a:r>
                    </a:p>
                  </a:txBody>
                  <a:tcPr anchor="ctr" anchorCtr="1" horzOverflow="overflow">
                    <a:lnL>
                      <a:noFill/>
                    </a:lnL>
                    <a:lnR>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808080"/>
                        </a:buClr>
                        <a:buSzPct val="60000"/>
                        <a:buFont typeface="Wingdings" charset="2"/>
                        <a:buNone/>
                        <a:tabLst/>
                      </a:pPr>
                      <a:r>
                        <a:rPr kumimoji="0" lang="en-US" sz="2000" b="0" i="0" u="none" strike="noStrike" cap="none" normalizeH="0" baseline="0">
                          <a:ln>
                            <a:noFill/>
                          </a:ln>
                          <a:solidFill>
                            <a:schemeClr val="tx1"/>
                          </a:solidFill>
                          <a:effectLst/>
                          <a:latin typeface="Verdana" charset="0"/>
                          <a:ea typeface="Times New Roman" charset="0"/>
                          <a:cs typeface="Times New Roman" charset="0"/>
                        </a:rPr>
                        <a:t>7</a:t>
                      </a:r>
                    </a:p>
                  </a:txBody>
                  <a:tcPr anchor="ctr" anchorCtr="1" horzOverflow="overflow">
                    <a:lnL>
                      <a:noFill/>
                    </a:lnL>
                    <a:lnR cap="flat">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r>
            </a:tbl>
          </a:graphicData>
        </a:graphic>
      </p:graphicFrame>
      <p:graphicFrame>
        <p:nvGraphicFramePr>
          <p:cNvPr id="1583146" name="Group 42"/>
          <p:cNvGraphicFramePr>
            <a:graphicFrameLocks noGrp="1"/>
          </p:cNvGraphicFramePr>
          <p:nvPr/>
        </p:nvGraphicFramePr>
        <p:xfrm>
          <a:off x="2286000" y="5202238"/>
          <a:ext cx="6096000" cy="1035050"/>
        </p:xfrm>
        <a:graphic>
          <a:graphicData uri="http://schemas.openxmlformats.org/drawingml/2006/table">
            <a:tbl>
              <a:tblPr/>
              <a:tblGrid>
                <a:gridCol w="762000"/>
                <a:gridCol w="762000"/>
                <a:gridCol w="762000"/>
                <a:gridCol w="762000"/>
                <a:gridCol w="762000"/>
                <a:gridCol w="762000"/>
                <a:gridCol w="762000"/>
                <a:gridCol w="762000"/>
              </a:tblGrid>
              <a:tr h="517525">
                <a:tc>
                  <a:txBody>
                    <a:bodyPr/>
                    <a:lstStyle/>
                    <a:p>
                      <a:pPr marL="0" marR="0" lvl="0" indent="0" algn="l" defTabSz="914400" rtl="0" eaLnBrk="1" fontAlgn="base" latinLnBrk="0" hangingPunct="1">
                        <a:lnSpc>
                          <a:spcPct val="100000"/>
                        </a:lnSpc>
                        <a:spcBef>
                          <a:spcPct val="20000"/>
                        </a:spcBef>
                        <a:spcAft>
                          <a:spcPct val="0"/>
                        </a:spcAft>
                        <a:buClr>
                          <a:srgbClr val="808080"/>
                        </a:buClr>
                        <a:buSzPct val="60000"/>
                        <a:buFont typeface="Wingdings" charset="2"/>
                        <a:buNone/>
                        <a:tabLst/>
                      </a:pPr>
                      <a:r>
                        <a:rPr kumimoji="0" lang="en-US" sz="2000" b="0" i="0" u="none" strike="noStrike" cap="none" normalizeH="0" baseline="0">
                          <a:ln>
                            <a:noFill/>
                          </a:ln>
                          <a:solidFill>
                            <a:srgbClr val="FF0000"/>
                          </a:solidFill>
                          <a:effectLst/>
                          <a:latin typeface="Verdana" charset="0"/>
                          <a:ea typeface="Times New Roman" charset="0"/>
                          <a:cs typeface="Times New Roman" charset="0"/>
                        </a:rPr>
                        <a:t>1</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808080"/>
                        </a:buClr>
                        <a:buSzPct val="60000"/>
                        <a:buFont typeface="Wingdings" charset="2"/>
                        <a:buNone/>
                        <a:tabLst/>
                      </a:pPr>
                      <a:r>
                        <a:rPr kumimoji="0" lang="en-US" sz="2000" b="0" i="0" u="none" strike="noStrike" cap="none" normalizeH="0" baseline="0">
                          <a:ln>
                            <a:noFill/>
                          </a:ln>
                          <a:solidFill>
                            <a:srgbClr val="FF0000"/>
                          </a:solidFill>
                          <a:effectLst/>
                          <a:latin typeface="Verdana" charset="0"/>
                          <a:ea typeface="Times New Roman" charset="0"/>
                          <a:cs typeface="Times New Roman" charset="0"/>
                        </a:rPr>
                        <a:t>2</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808080"/>
                        </a:buClr>
                        <a:buSzPct val="60000"/>
                        <a:buFont typeface="Wingdings" charset="2"/>
                        <a:buNone/>
                        <a:tabLst/>
                      </a:pPr>
                      <a:r>
                        <a:rPr kumimoji="0" lang="en-US" sz="2000" b="0" i="0" u="none" strike="noStrike" cap="none" normalizeH="0" baseline="0">
                          <a:ln>
                            <a:noFill/>
                          </a:ln>
                          <a:solidFill>
                            <a:srgbClr val="FF0000"/>
                          </a:solidFill>
                          <a:effectLst/>
                          <a:latin typeface="Verdana" charset="0"/>
                          <a:ea typeface="Times New Roman" charset="0"/>
                          <a:cs typeface="Times New Roman" charset="0"/>
                        </a:rPr>
                        <a:t>8</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808080"/>
                        </a:buClr>
                        <a:buSzPct val="60000"/>
                        <a:buFont typeface="Wingdings" charset="2"/>
                        <a:buNone/>
                        <a:tabLst/>
                      </a:pPr>
                      <a:r>
                        <a:rPr kumimoji="0" lang="en-US" sz="2000" b="0" i="0" u="none" strike="noStrike" cap="none" normalizeH="0" baseline="0">
                          <a:ln>
                            <a:noFill/>
                          </a:ln>
                          <a:solidFill>
                            <a:srgbClr val="FF0000"/>
                          </a:solidFill>
                          <a:effectLst/>
                          <a:latin typeface="Verdana" charset="0"/>
                          <a:ea typeface="Times New Roman" charset="0"/>
                          <a:cs typeface="Times New Roman" charset="0"/>
                        </a:rPr>
                        <a:t>15</a:t>
                      </a:r>
                    </a:p>
                  </a:txBody>
                  <a:tcPr anchor="ctr" anchorCtr="1" horzOverflow="overflow">
                    <a:lnL w="12700" cap="flat" cmpd="sng" algn="ctr">
                      <a:solidFill>
                        <a:schemeClr val="tx1"/>
                      </a:solidFill>
                      <a:prstDash val="solid"/>
                      <a:round/>
                      <a:headEnd type="none" w="med" len="med"/>
                      <a:tailEnd type="none" w="med" len="med"/>
                    </a:lnL>
                    <a:lnR w="76200" cap="flat" cmpd="sng" algn="ctr">
                      <a:solidFill>
                        <a:srgbClr val="FF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808080"/>
                        </a:buClr>
                        <a:buSzPct val="60000"/>
                        <a:buFont typeface="Wingdings" charset="2"/>
                        <a:buNone/>
                        <a:tabLst/>
                      </a:pPr>
                      <a:r>
                        <a:rPr kumimoji="0" lang="en-US" sz="2000" b="0" i="0" u="none" strike="noStrike" cap="none" normalizeH="0" baseline="0">
                          <a:ln>
                            <a:noFill/>
                          </a:ln>
                          <a:solidFill>
                            <a:schemeClr val="tx1"/>
                          </a:solidFill>
                          <a:effectLst/>
                          <a:latin typeface="Verdana" charset="0"/>
                          <a:ea typeface="Times New Roman" charset="0"/>
                          <a:cs typeface="Times New Roman" charset="0"/>
                        </a:rPr>
                        <a:t>17</a:t>
                      </a:r>
                    </a:p>
                  </a:txBody>
                  <a:tcPr anchor="ctr" anchorCtr="1" horzOverflow="overflow">
                    <a:lnL w="76200" cap="flat" cmpd="sng" algn="ctr">
                      <a:solidFill>
                        <a:srgbClr val="FF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808080"/>
                        </a:buClr>
                        <a:buSzPct val="60000"/>
                        <a:buFont typeface="Wingdings" charset="2"/>
                        <a:buNone/>
                        <a:tabLst/>
                      </a:pPr>
                      <a:r>
                        <a:rPr kumimoji="0" lang="en-US" sz="2000" b="0" i="0" u="none" strike="noStrike" cap="none" normalizeH="0" baseline="0">
                          <a:ln>
                            <a:noFill/>
                          </a:ln>
                          <a:solidFill>
                            <a:schemeClr val="tx1"/>
                          </a:solidFill>
                          <a:effectLst/>
                          <a:latin typeface="Verdana" charset="0"/>
                          <a:ea typeface="Times New Roman" charset="0"/>
                          <a:cs typeface="Times New Roman" charset="0"/>
                        </a:rPr>
                        <a:t>10</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808080"/>
                        </a:buClr>
                        <a:buSzPct val="60000"/>
                        <a:buFont typeface="Wingdings" charset="2"/>
                        <a:buNone/>
                        <a:tabLst/>
                      </a:pPr>
                      <a:r>
                        <a:rPr kumimoji="0" lang="en-US" sz="2000" b="0" i="0" u="none" strike="noStrike" cap="none" normalizeH="0" baseline="0">
                          <a:ln>
                            <a:noFill/>
                          </a:ln>
                          <a:solidFill>
                            <a:schemeClr val="tx1"/>
                          </a:solidFill>
                          <a:effectLst/>
                          <a:latin typeface="Verdana" charset="0"/>
                          <a:ea typeface="Times New Roman" charset="0"/>
                          <a:cs typeface="Times New Roman" charset="0"/>
                        </a:rPr>
                        <a:t>12</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808080"/>
                        </a:buClr>
                        <a:buSzPct val="60000"/>
                        <a:buFont typeface="Wingdings" charset="2"/>
                        <a:buNone/>
                        <a:tabLst/>
                      </a:pPr>
                      <a:r>
                        <a:rPr kumimoji="0" lang="en-US" sz="2000" b="0" i="0" u="none" strike="noStrike" cap="none" normalizeH="0" baseline="0">
                          <a:ln>
                            <a:noFill/>
                          </a:ln>
                          <a:solidFill>
                            <a:schemeClr val="tx1"/>
                          </a:solidFill>
                          <a:effectLst/>
                          <a:latin typeface="Verdana" charset="0"/>
                          <a:ea typeface="Times New Roman" charset="0"/>
                          <a:cs typeface="Times New Roman" charset="0"/>
                        </a:rPr>
                        <a:t>5</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7525">
                <a:tc>
                  <a:txBody>
                    <a:bodyPr/>
                    <a:lstStyle/>
                    <a:p>
                      <a:pPr marL="0" marR="0" lvl="0" indent="0" algn="l" defTabSz="914400" rtl="0" eaLnBrk="1" fontAlgn="base" latinLnBrk="0" hangingPunct="1">
                        <a:lnSpc>
                          <a:spcPct val="100000"/>
                        </a:lnSpc>
                        <a:spcBef>
                          <a:spcPct val="20000"/>
                        </a:spcBef>
                        <a:spcAft>
                          <a:spcPct val="0"/>
                        </a:spcAft>
                        <a:buClr>
                          <a:srgbClr val="808080"/>
                        </a:buClr>
                        <a:buSzPct val="60000"/>
                        <a:buFont typeface="Wingdings" charset="2"/>
                        <a:buNone/>
                        <a:tabLst/>
                      </a:pPr>
                      <a:r>
                        <a:rPr kumimoji="0" lang="en-US" sz="2000" b="0" i="0" u="none" strike="noStrike" cap="none" normalizeH="0" baseline="0">
                          <a:ln>
                            <a:noFill/>
                          </a:ln>
                          <a:solidFill>
                            <a:schemeClr val="tx1"/>
                          </a:solidFill>
                          <a:effectLst/>
                          <a:latin typeface="Verdana" charset="0"/>
                          <a:ea typeface="Times New Roman" charset="0"/>
                          <a:cs typeface="Times New Roman" charset="0"/>
                        </a:rPr>
                        <a:t>0</a:t>
                      </a:r>
                    </a:p>
                  </a:txBody>
                  <a:tcPr anchor="ctr" anchorCtr="1" horzOverflow="overflow">
                    <a:lnL cap="flat">
                      <a:noFill/>
                    </a:lnL>
                    <a:lnR>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808080"/>
                        </a:buClr>
                        <a:buSzPct val="60000"/>
                        <a:buFont typeface="Wingdings" charset="2"/>
                        <a:buNone/>
                        <a:tabLst/>
                      </a:pPr>
                      <a:r>
                        <a:rPr kumimoji="0" lang="en-US" sz="2000" b="0" i="0" u="none" strike="noStrike" cap="none" normalizeH="0" baseline="0">
                          <a:ln>
                            <a:noFill/>
                          </a:ln>
                          <a:solidFill>
                            <a:schemeClr val="tx1"/>
                          </a:solidFill>
                          <a:effectLst/>
                          <a:latin typeface="Verdana" charset="0"/>
                          <a:ea typeface="Times New Roman" charset="0"/>
                          <a:cs typeface="Times New Roman" charset="0"/>
                        </a:rPr>
                        <a:t>1</a:t>
                      </a:r>
                    </a:p>
                  </a:txBody>
                  <a:tcPr anchor="ctr" anchorCtr="1" horzOverflow="overflow">
                    <a:lnL>
                      <a:noFill/>
                    </a:lnL>
                    <a:lnR>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808080"/>
                        </a:buClr>
                        <a:buSzPct val="60000"/>
                        <a:buFont typeface="Wingdings" charset="2"/>
                        <a:buNone/>
                        <a:tabLst/>
                      </a:pPr>
                      <a:r>
                        <a:rPr kumimoji="0" lang="en-US" sz="2000" b="0" i="0" u="none" strike="noStrike" cap="none" normalizeH="0" baseline="0">
                          <a:ln>
                            <a:noFill/>
                          </a:ln>
                          <a:solidFill>
                            <a:schemeClr val="tx1"/>
                          </a:solidFill>
                          <a:effectLst/>
                          <a:latin typeface="Verdana" charset="0"/>
                          <a:ea typeface="Times New Roman" charset="0"/>
                          <a:cs typeface="Times New Roman" charset="0"/>
                        </a:rPr>
                        <a:t>2</a:t>
                      </a:r>
                    </a:p>
                  </a:txBody>
                  <a:tcPr anchor="ctr" anchorCtr="1" horzOverflow="overflow">
                    <a:lnL>
                      <a:noFill/>
                    </a:lnL>
                    <a:lnR>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808080"/>
                        </a:buClr>
                        <a:buSzPct val="60000"/>
                        <a:buFont typeface="Wingdings" charset="2"/>
                        <a:buNone/>
                        <a:tabLst/>
                      </a:pPr>
                      <a:r>
                        <a:rPr kumimoji="0" lang="en-US" sz="2000" b="0" i="0" u="none" strike="noStrike" cap="none" normalizeH="0" baseline="0">
                          <a:ln>
                            <a:noFill/>
                          </a:ln>
                          <a:solidFill>
                            <a:schemeClr val="tx1"/>
                          </a:solidFill>
                          <a:effectLst/>
                          <a:latin typeface="Verdana" charset="0"/>
                          <a:ea typeface="Times New Roman" charset="0"/>
                          <a:cs typeface="Times New Roman" charset="0"/>
                        </a:rPr>
                        <a:t>3</a:t>
                      </a:r>
                    </a:p>
                  </a:txBody>
                  <a:tcPr anchor="ctr" anchorCtr="1" horzOverflow="overflow">
                    <a:lnL>
                      <a:noFill/>
                    </a:lnL>
                    <a:lnR>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808080"/>
                        </a:buClr>
                        <a:buSzPct val="60000"/>
                        <a:buFont typeface="Wingdings" charset="2"/>
                        <a:buNone/>
                        <a:tabLst/>
                      </a:pPr>
                      <a:r>
                        <a:rPr kumimoji="0" lang="en-US" sz="2000" b="0" i="0" u="none" strike="noStrike" cap="none" normalizeH="0" baseline="0">
                          <a:ln>
                            <a:noFill/>
                          </a:ln>
                          <a:solidFill>
                            <a:schemeClr val="tx1"/>
                          </a:solidFill>
                          <a:effectLst/>
                          <a:latin typeface="Verdana" charset="0"/>
                          <a:ea typeface="Times New Roman" charset="0"/>
                          <a:cs typeface="Times New Roman" charset="0"/>
                        </a:rPr>
                        <a:t>4</a:t>
                      </a:r>
                    </a:p>
                  </a:txBody>
                  <a:tcPr anchor="ctr" anchorCtr="1" horzOverflow="overflow">
                    <a:lnL>
                      <a:noFill/>
                    </a:lnL>
                    <a:lnR>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808080"/>
                        </a:buClr>
                        <a:buSzPct val="60000"/>
                        <a:buFont typeface="Wingdings" charset="2"/>
                        <a:buNone/>
                        <a:tabLst/>
                      </a:pPr>
                      <a:r>
                        <a:rPr kumimoji="0" lang="en-US" sz="2000" b="0" i="0" u="none" strike="noStrike" cap="none" normalizeH="0" baseline="0">
                          <a:ln>
                            <a:noFill/>
                          </a:ln>
                          <a:solidFill>
                            <a:schemeClr val="tx1"/>
                          </a:solidFill>
                          <a:effectLst/>
                          <a:latin typeface="Verdana" charset="0"/>
                          <a:ea typeface="Times New Roman" charset="0"/>
                          <a:cs typeface="Times New Roman" charset="0"/>
                        </a:rPr>
                        <a:t>5</a:t>
                      </a:r>
                    </a:p>
                  </a:txBody>
                  <a:tcPr anchor="ctr" anchorCtr="1" horzOverflow="overflow">
                    <a:lnL>
                      <a:noFill/>
                    </a:lnL>
                    <a:lnR>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808080"/>
                        </a:buClr>
                        <a:buSzPct val="60000"/>
                        <a:buFont typeface="Wingdings" charset="2"/>
                        <a:buNone/>
                        <a:tabLst/>
                      </a:pPr>
                      <a:r>
                        <a:rPr kumimoji="0" lang="en-US" sz="2000" b="0" i="0" u="none" strike="noStrike" cap="none" normalizeH="0" baseline="0">
                          <a:ln>
                            <a:noFill/>
                          </a:ln>
                          <a:solidFill>
                            <a:schemeClr val="tx1"/>
                          </a:solidFill>
                          <a:effectLst/>
                          <a:latin typeface="Verdana" charset="0"/>
                          <a:ea typeface="Times New Roman" charset="0"/>
                          <a:cs typeface="Times New Roman" charset="0"/>
                        </a:rPr>
                        <a:t>6</a:t>
                      </a:r>
                    </a:p>
                  </a:txBody>
                  <a:tcPr anchor="ctr" anchorCtr="1" horzOverflow="overflow">
                    <a:lnL>
                      <a:noFill/>
                    </a:lnL>
                    <a:lnR>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808080"/>
                        </a:buClr>
                        <a:buSzPct val="60000"/>
                        <a:buFont typeface="Wingdings" charset="2"/>
                        <a:buNone/>
                        <a:tabLst/>
                      </a:pPr>
                      <a:r>
                        <a:rPr kumimoji="0" lang="en-US" sz="2000" b="0" i="0" u="none" strike="noStrike" cap="none" normalizeH="0" baseline="0">
                          <a:ln>
                            <a:noFill/>
                          </a:ln>
                          <a:solidFill>
                            <a:schemeClr val="tx1"/>
                          </a:solidFill>
                          <a:effectLst/>
                          <a:latin typeface="Verdana" charset="0"/>
                          <a:ea typeface="Times New Roman" charset="0"/>
                          <a:cs typeface="Times New Roman" charset="0"/>
                        </a:rPr>
                        <a:t>7</a:t>
                      </a:r>
                    </a:p>
                  </a:txBody>
                  <a:tcPr anchor="ctr" anchorCtr="1" horzOverflow="overflow">
                    <a:lnL>
                      <a:noFill/>
                    </a:lnL>
                    <a:lnR cap="flat">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r>
            </a:tbl>
          </a:graphicData>
        </a:graphic>
      </p:graphicFrame>
      <p:sp>
        <p:nvSpPr>
          <p:cNvPr id="47165" name="Text Box 80"/>
          <p:cNvSpPr txBox="1">
            <a:spLocks noChangeArrowheads="1"/>
          </p:cNvSpPr>
          <p:nvPr/>
        </p:nvSpPr>
        <p:spPr bwMode="auto">
          <a:xfrm>
            <a:off x="660400" y="3948113"/>
            <a:ext cx="938213" cy="822325"/>
          </a:xfrm>
          <a:prstGeom prst="rect">
            <a:avLst/>
          </a:prstGeom>
          <a:noFill/>
          <a:ln w="9525">
            <a:noFill/>
            <a:miter lim="800000"/>
            <a:headEnd/>
            <a:tailEnd/>
          </a:ln>
        </p:spPr>
        <p:txBody>
          <a:bodyPr wrap="none">
            <a:spAutoFit/>
          </a:bodyPr>
          <a:lstStyle/>
          <a:p>
            <a:r>
              <a:rPr lang="en-US" sz="2400" dirty="0">
                <a:latin typeface="Times New Roman" pitchFamily="-1" charset="0"/>
              </a:rPr>
              <a:t>after</a:t>
            </a:r>
          </a:p>
          <a:p>
            <a:r>
              <a:rPr lang="en-US" sz="2400" dirty="0">
                <a:latin typeface="Times New Roman" pitchFamily="-1" charset="0"/>
              </a:rPr>
              <a:t>pass 2</a:t>
            </a:r>
          </a:p>
        </p:txBody>
      </p:sp>
      <p:sp>
        <p:nvSpPr>
          <p:cNvPr id="47166" name="Text Box 81"/>
          <p:cNvSpPr txBox="1">
            <a:spLocks noChangeArrowheads="1"/>
          </p:cNvSpPr>
          <p:nvPr/>
        </p:nvSpPr>
        <p:spPr bwMode="auto">
          <a:xfrm>
            <a:off x="660400" y="5046663"/>
            <a:ext cx="938213" cy="822325"/>
          </a:xfrm>
          <a:prstGeom prst="rect">
            <a:avLst/>
          </a:prstGeom>
          <a:noFill/>
          <a:ln w="9525">
            <a:noFill/>
            <a:miter lim="800000"/>
            <a:headEnd/>
            <a:tailEnd/>
          </a:ln>
        </p:spPr>
        <p:txBody>
          <a:bodyPr wrap="none">
            <a:spAutoFit/>
          </a:bodyPr>
          <a:lstStyle/>
          <a:p>
            <a:r>
              <a:rPr lang="en-US" sz="2400" dirty="0">
                <a:latin typeface="Times New Roman" pitchFamily="-1" charset="0"/>
              </a:rPr>
              <a:t>after</a:t>
            </a:r>
          </a:p>
          <a:p>
            <a:r>
              <a:rPr lang="en-US" sz="2400" dirty="0">
                <a:latin typeface="Times New Roman" pitchFamily="-1" charset="0"/>
              </a:rPr>
              <a:t>pass 3</a:t>
            </a:r>
          </a:p>
        </p:txBody>
      </p:sp>
      <p:graphicFrame>
        <p:nvGraphicFramePr>
          <p:cNvPr id="1583238" name="Group 134"/>
          <p:cNvGraphicFramePr>
            <a:graphicFrameLocks noGrp="1"/>
          </p:cNvGraphicFramePr>
          <p:nvPr/>
        </p:nvGraphicFramePr>
        <p:xfrm>
          <a:off x="2286000" y="3068638"/>
          <a:ext cx="6096000" cy="1035050"/>
        </p:xfrm>
        <a:graphic>
          <a:graphicData uri="http://schemas.openxmlformats.org/drawingml/2006/table">
            <a:tbl>
              <a:tblPr/>
              <a:tblGrid>
                <a:gridCol w="762000"/>
                <a:gridCol w="762000"/>
                <a:gridCol w="762000"/>
                <a:gridCol w="762000"/>
                <a:gridCol w="762000"/>
                <a:gridCol w="762000"/>
                <a:gridCol w="762000"/>
                <a:gridCol w="762000"/>
              </a:tblGrid>
              <a:tr h="517525">
                <a:tc>
                  <a:txBody>
                    <a:bodyPr/>
                    <a:lstStyle/>
                    <a:p>
                      <a:pPr marL="0" marR="0" lvl="0" indent="0" algn="l" defTabSz="914400" rtl="0" eaLnBrk="1" fontAlgn="base" latinLnBrk="0" hangingPunct="1">
                        <a:lnSpc>
                          <a:spcPct val="100000"/>
                        </a:lnSpc>
                        <a:spcBef>
                          <a:spcPct val="20000"/>
                        </a:spcBef>
                        <a:spcAft>
                          <a:spcPct val="0"/>
                        </a:spcAft>
                        <a:buClr>
                          <a:srgbClr val="808080"/>
                        </a:buClr>
                        <a:buSzPct val="60000"/>
                        <a:buFont typeface="Wingdings" charset="2"/>
                        <a:buNone/>
                        <a:tabLst/>
                      </a:pPr>
                      <a:r>
                        <a:rPr kumimoji="0" lang="en-US" sz="2000" b="0" i="0" u="none" strike="noStrike" cap="none" normalizeH="0" baseline="0" dirty="0">
                          <a:ln>
                            <a:noFill/>
                          </a:ln>
                          <a:solidFill>
                            <a:srgbClr val="FF0000"/>
                          </a:solidFill>
                          <a:effectLst/>
                          <a:latin typeface="Verdana" charset="0"/>
                          <a:ea typeface="Times New Roman" charset="0"/>
                          <a:cs typeface="Times New Roman" charset="0"/>
                        </a:rPr>
                        <a:t>2</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808080"/>
                        </a:buClr>
                        <a:buSzPct val="60000"/>
                        <a:buFont typeface="Wingdings" charset="2"/>
                        <a:buNone/>
                        <a:tabLst/>
                      </a:pPr>
                      <a:r>
                        <a:rPr kumimoji="0" lang="en-US" sz="2000" b="0" i="0" u="none" strike="noStrike" cap="none" normalizeH="0" baseline="0" dirty="0">
                          <a:ln>
                            <a:noFill/>
                          </a:ln>
                          <a:solidFill>
                            <a:srgbClr val="FF0000"/>
                          </a:solidFill>
                          <a:effectLst/>
                          <a:latin typeface="Verdana" charset="0"/>
                          <a:ea typeface="Times New Roman" charset="0"/>
                          <a:cs typeface="Times New Roman" charset="0"/>
                        </a:rPr>
                        <a:t>15</a:t>
                      </a:r>
                    </a:p>
                  </a:txBody>
                  <a:tcPr anchor="ctr" anchorCtr="1" horzOverflow="overflow">
                    <a:lnL w="12700" cap="flat" cmpd="sng" algn="ctr">
                      <a:solidFill>
                        <a:schemeClr val="tx1"/>
                      </a:solidFill>
                      <a:prstDash val="solid"/>
                      <a:round/>
                      <a:headEnd type="none" w="med" len="med"/>
                      <a:tailEnd type="none" w="med" len="med"/>
                    </a:lnL>
                    <a:lnR w="76200" cap="flat" cmpd="sng" algn="ctr">
                      <a:solidFill>
                        <a:srgbClr val="FF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808080"/>
                        </a:buClr>
                        <a:buSzPct val="60000"/>
                        <a:buFont typeface="Wingdings" charset="2"/>
                        <a:buNone/>
                        <a:tabLst/>
                      </a:pPr>
                      <a:r>
                        <a:rPr kumimoji="0" lang="en-US" sz="2000" b="0" i="0" u="none" strike="noStrike" cap="none" normalizeH="0" baseline="0">
                          <a:ln>
                            <a:noFill/>
                          </a:ln>
                          <a:solidFill>
                            <a:schemeClr val="tx1"/>
                          </a:solidFill>
                          <a:effectLst/>
                          <a:latin typeface="Verdana" charset="0"/>
                          <a:ea typeface="Times New Roman" charset="0"/>
                          <a:cs typeface="Times New Roman" charset="0"/>
                        </a:rPr>
                        <a:t>8</a:t>
                      </a:r>
                    </a:p>
                  </a:txBody>
                  <a:tcPr anchor="ctr" anchorCtr="1" horzOverflow="overflow">
                    <a:lnL w="76200" cap="flat" cmpd="sng" algn="ctr">
                      <a:solidFill>
                        <a:srgbClr val="FF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808080"/>
                        </a:buClr>
                        <a:buSzPct val="60000"/>
                        <a:buFont typeface="Wingdings" charset="2"/>
                        <a:buNone/>
                        <a:tabLst/>
                      </a:pPr>
                      <a:r>
                        <a:rPr kumimoji="0" lang="en-US" sz="2000" b="0" i="0" u="none" strike="noStrike" cap="none" normalizeH="0" baseline="0">
                          <a:ln>
                            <a:noFill/>
                          </a:ln>
                          <a:solidFill>
                            <a:schemeClr val="tx1"/>
                          </a:solidFill>
                          <a:effectLst/>
                          <a:latin typeface="Verdana" charset="0"/>
                          <a:ea typeface="Times New Roman" charset="0"/>
                          <a:cs typeface="Times New Roman" charset="0"/>
                        </a:rPr>
                        <a:t>1</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808080"/>
                        </a:buClr>
                        <a:buSzPct val="60000"/>
                        <a:buFont typeface="Wingdings" charset="2"/>
                        <a:buNone/>
                        <a:tabLst/>
                      </a:pPr>
                      <a:r>
                        <a:rPr kumimoji="0" lang="en-US" sz="2000" b="0" i="0" u="none" strike="noStrike" cap="none" normalizeH="0" baseline="0">
                          <a:ln>
                            <a:noFill/>
                          </a:ln>
                          <a:solidFill>
                            <a:schemeClr val="tx1"/>
                          </a:solidFill>
                          <a:effectLst/>
                          <a:latin typeface="Verdana" charset="0"/>
                          <a:ea typeface="Times New Roman" charset="0"/>
                          <a:cs typeface="Times New Roman" charset="0"/>
                        </a:rPr>
                        <a:t>17</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808080"/>
                        </a:buClr>
                        <a:buSzPct val="60000"/>
                        <a:buFont typeface="Wingdings" charset="2"/>
                        <a:buNone/>
                        <a:tabLst/>
                      </a:pPr>
                      <a:r>
                        <a:rPr kumimoji="0" lang="en-US" sz="2000" b="0" i="0" u="none" strike="noStrike" cap="none" normalizeH="0" baseline="0">
                          <a:ln>
                            <a:noFill/>
                          </a:ln>
                          <a:solidFill>
                            <a:schemeClr val="tx1"/>
                          </a:solidFill>
                          <a:effectLst/>
                          <a:latin typeface="Verdana" charset="0"/>
                          <a:ea typeface="Times New Roman" charset="0"/>
                          <a:cs typeface="Times New Roman" charset="0"/>
                        </a:rPr>
                        <a:t>10</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808080"/>
                        </a:buClr>
                        <a:buSzPct val="60000"/>
                        <a:buFont typeface="Wingdings" charset="2"/>
                        <a:buNone/>
                        <a:tabLst/>
                      </a:pPr>
                      <a:r>
                        <a:rPr kumimoji="0" lang="en-US" sz="2000" b="0" i="0" u="none" strike="noStrike" cap="none" normalizeH="0" baseline="0">
                          <a:ln>
                            <a:noFill/>
                          </a:ln>
                          <a:solidFill>
                            <a:schemeClr val="tx1"/>
                          </a:solidFill>
                          <a:effectLst/>
                          <a:latin typeface="Verdana" charset="0"/>
                          <a:ea typeface="Times New Roman" charset="0"/>
                          <a:cs typeface="Times New Roman" charset="0"/>
                        </a:rPr>
                        <a:t>12</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808080"/>
                        </a:buClr>
                        <a:buSzPct val="60000"/>
                        <a:buFont typeface="Wingdings" charset="2"/>
                        <a:buNone/>
                        <a:tabLst/>
                      </a:pPr>
                      <a:r>
                        <a:rPr kumimoji="0" lang="en-US" sz="2000" b="0" i="0" u="none" strike="noStrike" cap="none" normalizeH="0" baseline="0">
                          <a:ln>
                            <a:noFill/>
                          </a:ln>
                          <a:solidFill>
                            <a:schemeClr val="tx1"/>
                          </a:solidFill>
                          <a:effectLst/>
                          <a:latin typeface="Verdana" charset="0"/>
                          <a:ea typeface="Times New Roman" charset="0"/>
                          <a:cs typeface="Times New Roman" charset="0"/>
                        </a:rPr>
                        <a:t>5</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7525">
                <a:tc>
                  <a:txBody>
                    <a:bodyPr/>
                    <a:lstStyle/>
                    <a:p>
                      <a:pPr marL="0" marR="0" lvl="0" indent="0" algn="l" defTabSz="914400" rtl="0" eaLnBrk="1" fontAlgn="base" latinLnBrk="0" hangingPunct="1">
                        <a:lnSpc>
                          <a:spcPct val="100000"/>
                        </a:lnSpc>
                        <a:spcBef>
                          <a:spcPct val="20000"/>
                        </a:spcBef>
                        <a:spcAft>
                          <a:spcPct val="0"/>
                        </a:spcAft>
                        <a:buClr>
                          <a:srgbClr val="808080"/>
                        </a:buClr>
                        <a:buSzPct val="60000"/>
                        <a:buFont typeface="Wingdings" charset="2"/>
                        <a:buNone/>
                        <a:tabLst/>
                      </a:pPr>
                      <a:r>
                        <a:rPr kumimoji="0" lang="en-US" sz="2000" b="0" i="0" u="none" strike="noStrike" cap="none" normalizeH="0" baseline="0">
                          <a:ln>
                            <a:noFill/>
                          </a:ln>
                          <a:solidFill>
                            <a:schemeClr val="tx1"/>
                          </a:solidFill>
                          <a:effectLst/>
                          <a:latin typeface="Verdana" charset="0"/>
                          <a:ea typeface="Times New Roman" charset="0"/>
                          <a:cs typeface="Times New Roman" charset="0"/>
                        </a:rPr>
                        <a:t>0</a:t>
                      </a:r>
                    </a:p>
                  </a:txBody>
                  <a:tcPr anchor="ctr" anchorCtr="1" horzOverflow="overflow">
                    <a:lnL cap="flat">
                      <a:noFill/>
                    </a:lnL>
                    <a:lnR>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808080"/>
                        </a:buClr>
                        <a:buSzPct val="60000"/>
                        <a:buFont typeface="Wingdings" charset="2"/>
                        <a:buNone/>
                        <a:tabLst/>
                      </a:pPr>
                      <a:r>
                        <a:rPr kumimoji="0" lang="en-US" sz="2000" b="0" i="0" u="none" strike="noStrike" cap="none" normalizeH="0" baseline="0">
                          <a:ln>
                            <a:noFill/>
                          </a:ln>
                          <a:solidFill>
                            <a:schemeClr val="tx1"/>
                          </a:solidFill>
                          <a:effectLst/>
                          <a:latin typeface="Verdana" charset="0"/>
                          <a:ea typeface="Times New Roman" charset="0"/>
                          <a:cs typeface="Times New Roman" charset="0"/>
                        </a:rPr>
                        <a:t>1</a:t>
                      </a:r>
                    </a:p>
                  </a:txBody>
                  <a:tcPr anchor="ctr" anchorCtr="1" horzOverflow="overflow">
                    <a:lnL>
                      <a:noFill/>
                    </a:lnL>
                    <a:lnR>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808080"/>
                        </a:buClr>
                        <a:buSzPct val="60000"/>
                        <a:buFont typeface="Wingdings" charset="2"/>
                        <a:buNone/>
                        <a:tabLst/>
                      </a:pPr>
                      <a:r>
                        <a:rPr kumimoji="0" lang="en-US" sz="2000" b="0" i="0" u="none" strike="noStrike" cap="none" normalizeH="0" baseline="0">
                          <a:ln>
                            <a:noFill/>
                          </a:ln>
                          <a:solidFill>
                            <a:schemeClr val="tx1"/>
                          </a:solidFill>
                          <a:effectLst/>
                          <a:latin typeface="Verdana" charset="0"/>
                          <a:ea typeface="Times New Roman" charset="0"/>
                          <a:cs typeface="Times New Roman" charset="0"/>
                        </a:rPr>
                        <a:t>2</a:t>
                      </a:r>
                    </a:p>
                  </a:txBody>
                  <a:tcPr anchor="ctr" anchorCtr="1" horzOverflow="overflow">
                    <a:lnL>
                      <a:noFill/>
                    </a:lnL>
                    <a:lnR>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808080"/>
                        </a:buClr>
                        <a:buSzPct val="60000"/>
                        <a:buFont typeface="Wingdings" charset="2"/>
                        <a:buNone/>
                        <a:tabLst/>
                      </a:pPr>
                      <a:r>
                        <a:rPr kumimoji="0" lang="en-US" sz="2000" b="0" i="0" u="none" strike="noStrike" cap="none" normalizeH="0" baseline="0">
                          <a:ln>
                            <a:noFill/>
                          </a:ln>
                          <a:solidFill>
                            <a:schemeClr val="tx1"/>
                          </a:solidFill>
                          <a:effectLst/>
                          <a:latin typeface="Verdana" charset="0"/>
                          <a:ea typeface="Times New Roman" charset="0"/>
                          <a:cs typeface="Times New Roman" charset="0"/>
                        </a:rPr>
                        <a:t>3</a:t>
                      </a:r>
                    </a:p>
                  </a:txBody>
                  <a:tcPr anchor="ctr" anchorCtr="1" horzOverflow="overflow">
                    <a:lnL>
                      <a:noFill/>
                    </a:lnL>
                    <a:lnR>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808080"/>
                        </a:buClr>
                        <a:buSzPct val="60000"/>
                        <a:buFont typeface="Wingdings" charset="2"/>
                        <a:buNone/>
                        <a:tabLst/>
                      </a:pPr>
                      <a:r>
                        <a:rPr kumimoji="0" lang="en-US" sz="2000" b="0" i="0" u="none" strike="noStrike" cap="none" normalizeH="0" baseline="0">
                          <a:ln>
                            <a:noFill/>
                          </a:ln>
                          <a:solidFill>
                            <a:schemeClr val="tx1"/>
                          </a:solidFill>
                          <a:effectLst/>
                          <a:latin typeface="Verdana" charset="0"/>
                          <a:ea typeface="Times New Roman" charset="0"/>
                          <a:cs typeface="Times New Roman" charset="0"/>
                        </a:rPr>
                        <a:t>4</a:t>
                      </a:r>
                    </a:p>
                  </a:txBody>
                  <a:tcPr anchor="ctr" anchorCtr="1" horzOverflow="overflow">
                    <a:lnL>
                      <a:noFill/>
                    </a:lnL>
                    <a:lnR>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808080"/>
                        </a:buClr>
                        <a:buSzPct val="60000"/>
                        <a:buFont typeface="Wingdings" charset="2"/>
                        <a:buNone/>
                        <a:tabLst/>
                      </a:pPr>
                      <a:r>
                        <a:rPr kumimoji="0" lang="en-US" sz="2000" b="0" i="0" u="none" strike="noStrike" cap="none" normalizeH="0" baseline="0">
                          <a:ln>
                            <a:noFill/>
                          </a:ln>
                          <a:solidFill>
                            <a:schemeClr val="tx1"/>
                          </a:solidFill>
                          <a:effectLst/>
                          <a:latin typeface="Verdana" charset="0"/>
                          <a:ea typeface="Times New Roman" charset="0"/>
                          <a:cs typeface="Times New Roman" charset="0"/>
                        </a:rPr>
                        <a:t>5</a:t>
                      </a:r>
                    </a:p>
                  </a:txBody>
                  <a:tcPr anchor="ctr" anchorCtr="1" horzOverflow="overflow">
                    <a:lnL>
                      <a:noFill/>
                    </a:lnL>
                    <a:lnR>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808080"/>
                        </a:buClr>
                        <a:buSzPct val="60000"/>
                        <a:buFont typeface="Wingdings" charset="2"/>
                        <a:buNone/>
                        <a:tabLst/>
                      </a:pPr>
                      <a:r>
                        <a:rPr kumimoji="0" lang="en-US" sz="2000" b="0" i="0" u="none" strike="noStrike" cap="none" normalizeH="0" baseline="0">
                          <a:ln>
                            <a:noFill/>
                          </a:ln>
                          <a:solidFill>
                            <a:schemeClr val="tx1"/>
                          </a:solidFill>
                          <a:effectLst/>
                          <a:latin typeface="Verdana" charset="0"/>
                          <a:ea typeface="Times New Roman" charset="0"/>
                          <a:cs typeface="Times New Roman" charset="0"/>
                        </a:rPr>
                        <a:t>6</a:t>
                      </a:r>
                    </a:p>
                  </a:txBody>
                  <a:tcPr anchor="ctr" anchorCtr="1" horzOverflow="overflow">
                    <a:lnL>
                      <a:noFill/>
                    </a:lnL>
                    <a:lnR>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808080"/>
                        </a:buClr>
                        <a:buSzPct val="60000"/>
                        <a:buFont typeface="Wingdings" charset="2"/>
                        <a:buNone/>
                        <a:tabLst/>
                      </a:pPr>
                      <a:r>
                        <a:rPr kumimoji="0" lang="en-US" sz="2000" b="0" i="0" u="none" strike="noStrike" cap="none" normalizeH="0" baseline="0" dirty="0">
                          <a:ln>
                            <a:noFill/>
                          </a:ln>
                          <a:solidFill>
                            <a:schemeClr val="tx1"/>
                          </a:solidFill>
                          <a:effectLst/>
                          <a:latin typeface="Verdana" charset="0"/>
                          <a:ea typeface="Times New Roman" charset="0"/>
                          <a:cs typeface="Times New Roman" charset="0"/>
                        </a:rPr>
                        <a:t>7</a:t>
                      </a:r>
                    </a:p>
                  </a:txBody>
                  <a:tcPr anchor="ctr" anchorCtr="1" horzOverflow="overflow">
                    <a:lnL>
                      <a:noFill/>
                    </a:lnL>
                    <a:lnR cap="flat">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r>
            </a:tbl>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8323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716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58310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716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5831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65" grpId="0"/>
      <p:bldP spid="47166"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lstStyle/>
          <a:p>
            <a:pPr eaLnBrk="1" hangingPunct="1"/>
            <a:r>
              <a:rPr lang="en-US" smtClean="0"/>
              <a:t>Insertion sort example</a:t>
            </a:r>
          </a:p>
        </p:txBody>
      </p:sp>
      <p:sp>
        <p:nvSpPr>
          <p:cNvPr id="47107" name="Slide Number Placeholder 4"/>
          <p:cNvSpPr>
            <a:spLocks noGrp="1"/>
          </p:cNvSpPr>
          <p:nvPr>
            <p:ph type="sldNum" sz="quarter" idx="12"/>
          </p:nvPr>
        </p:nvSpPr>
        <p:spPr bwMode="auto">
          <a:noFill/>
          <a:ln>
            <a:miter lim="800000"/>
            <a:headEnd/>
            <a:tailEnd/>
          </a:ln>
        </p:spPr>
        <p:txBody>
          <a:bodyPr/>
          <a:lstStyle/>
          <a:p>
            <a:fld id="{82D9EF7F-1E5D-4CA9-AB5B-A88E1E8D8E78}" type="slidenum">
              <a:rPr lang="en-US"/>
              <a:pPr/>
              <a:t>27</a:t>
            </a:fld>
            <a:endParaRPr lang="en-US"/>
          </a:p>
        </p:txBody>
      </p:sp>
      <p:pic>
        <p:nvPicPr>
          <p:cNvPr id="47108" name="Picture 3" descr="art05_04"/>
          <p:cNvPicPr preferRelativeResize="0">
            <a:picLocks noChangeAspect="1" noChangeArrowheads="1"/>
          </p:cNvPicPr>
          <p:nvPr/>
        </p:nvPicPr>
        <p:blipFill>
          <a:blip r:embed="rId2"/>
          <a:srcRect/>
          <a:stretch>
            <a:fillRect/>
          </a:stretch>
        </p:blipFill>
        <p:spPr bwMode="auto">
          <a:xfrm>
            <a:off x="0" y="1438275"/>
            <a:ext cx="9144000" cy="4962525"/>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Algorithm</a:t>
            </a:r>
            <a:endParaRPr lang="en-US" dirty="0"/>
          </a:p>
        </p:txBody>
      </p:sp>
      <p:sp>
        <p:nvSpPr>
          <p:cNvPr id="3" name="Content Placeholder 2"/>
          <p:cNvSpPr>
            <a:spLocks noGrp="1"/>
          </p:cNvSpPr>
          <p:nvPr>
            <p:ph sz="quarter" idx="1"/>
          </p:nvPr>
        </p:nvSpPr>
        <p:spPr/>
        <p:txBody>
          <a:bodyPr/>
          <a:lstStyle/>
          <a:p>
            <a:r>
              <a:rPr lang="en-US" dirty="0" smtClean="0"/>
              <a:t>1. Do steps 2–5 for </a:t>
            </a:r>
            <a:r>
              <a:rPr lang="en-US" i="1" dirty="0" err="1" smtClean="0"/>
              <a:t>i</a:t>
            </a:r>
            <a:r>
              <a:rPr lang="en-US" i="1" dirty="0" smtClean="0"/>
              <a:t> = 1 up to n –1.</a:t>
            </a:r>
          </a:p>
          <a:p>
            <a:r>
              <a:rPr lang="en-US" dirty="0" smtClean="0"/>
              <a:t>2. Hold the element </a:t>
            </a:r>
            <a:r>
              <a:rPr lang="en-US" i="1" dirty="0" err="1" smtClean="0"/>
              <a:t>si</a:t>
            </a:r>
            <a:r>
              <a:rPr lang="en-US" i="1" dirty="0" smtClean="0"/>
              <a:t> in a temporary space.</a:t>
            </a:r>
          </a:p>
          <a:p>
            <a:r>
              <a:rPr lang="en-US" dirty="0" smtClean="0"/>
              <a:t>3. Do step 4 for j = </a:t>
            </a:r>
            <a:r>
              <a:rPr lang="en-US" dirty="0" err="1" smtClean="0"/>
              <a:t>i</a:t>
            </a:r>
            <a:r>
              <a:rPr lang="en-US" dirty="0" smtClean="0"/>
              <a:t> down to 0 as long as sj-1&gt; temporary space.</a:t>
            </a:r>
          </a:p>
          <a:p>
            <a:r>
              <a:rPr lang="en-US" dirty="0" smtClean="0"/>
              <a:t>4. Shift the subsequence {</a:t>
            </a:r>
            <a:r>
              <a:rPr lang="en-US" dirty="0" err="1" smtClean="0"/>
              <a:t>sj</a:t>
            </a:r>
            <a:r>
              <a:rPr lang="en-US" dirty="0" smtClean="0"/>
              <a:t> . . . si–1} up one position to {sj+1 . . . </a:t>
            </a:r>
            <a:r>
              <a:rPr lang="en-US" dirty="0" err="1" smtClean="0"/>
              <a:t>si</a:t>
            </a:r>
            <a:r>
              <a:rPr lang="en-US" dirty="0" smtClean="0"/>
              <a:t>}.</a:t>
            </a:r>
          </a:p>
          <a:p>
            <a:r>
              <a:rPr lang="en-US" dirty="0" smtClean="0"/>
              <a:t>5. Copy the held value of </a:t>
            </a:r>
            <a:r>
              <a:rPr lang="en-US" dirty="0" err="1" smtClean="0"/>
              <a:t>si</a:t>
            </a:r>
            <a:r>
              <a:rPr lang="en-US" dirty="0" smtClean="0"/>
              <a:t> (</a:t>
            </a:r>
            <a:r>
              <a:rPr lang="en-US" dirty="0" err="1" smtClean="0"/>
              <a:t>tempary</a:t>
            </a:r>
            <a:r>
              <a:rPr lang="en-US" dirty="0" smtClean="0"/>
              <a:t>) into </a:t>
            </a:r>
            <a:r>
              <a:rPr lang="en-US" dirty="0" err="1" smtClean="0"/>
              <a:t>sj</a:t>
            </a:r>
            <a:r>
              <a:rPr lang="en-US" dirty="0" smtClean="0"/>
              <a:t>.</a:t>
            </a:r>
          </a:p>
        </p:txBody>
      </p:sp>
      <p:sp>
        <p:nvSpPr>
          <p:cNvPr id="4" name="Slide Number Placeholder 5"/>
          <p:cNvSpPr>
            <a:spLocks noGrp="1"/>
          </p:cNvSpPr>
          <p:nvPr>
            <p:ph type="sldNum" sz="quarter" idx="12"/>
          </p:nvPr>
        </p:nvSpPr>
        <p:spPr bwMode="auto">
          <a:xfrm>
            <a:off x="612648" y="6356350"/>
            <a:ext cx="1981200" cy="365760"/>
          </a:xfrm>
          <a:noFill/>
          <a:ln>
            <a:miter lim="800000"/>
            <a:headEnd/>
            <a:tailEnd/>
          </a:ln>
        </p:spPr>
        <p:txBody>
          <a:bodyPr/>
          <a:lstStyle/>
          <a:p>
            <a:fld id="{23318B7D-B94A-4B8E-B15E-528393453063}" type="slidenum">
              <a:rPr lang="en-US"/>
              <a:pPr/>
              <a:t>28</a:t>
            </a:fld>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Sorting Program</a:t>
            </a:r>
            <a:endParaRPr lang="en-US" dirty="0"/>
          </a:p>
        </p:txBody>
      </p:sp>
      <p:sp>
        <p:nvSpPr>
          <p:cNvPr id="3" name="Content Placeholder 2"/>
          <p:cNvSpPr>
            <a:spLocks noGrp="1"/>
          </p:cNvSpPr>
          <p:nvPr>
            <p:ph sz="quarter" idx="1"/>
          </p:nvPr>
        </p:nvSpPr>
        <p:spPr/>
        <p:style>
          <a:lnRef idx="2">
            <a:schemeClr val="accent1"/>
          </a:lnRef>
          <a:fillRef idx="1">
            <a:schemeClr val="lt1"/>
          </a:fillRef>
          <a:effectRef idx="0">
            <a:schemeClr val="accent1"/>
          </a:effectRef>
          <a:fontRef idx="minor">
            <a:schemeClr val="dk1"/>
          </a:fontRef>
        </p:style>
        <p:txBody>
          <a:bodyPr>
            <a:noAutofit/>
          </a:bodyPr>
          <a:lstStyle/>
          <a:p>
            <a:pPr>
              <a:buNone/>
            </a:pPr>
            <a:r>
              <a:rPr lang="en-US" sz="1700" dirty="0" smtClean="0"/>
              <a:t>public class </a:t>
            </a:r>
            <a:r>
              <a:rPr lang="en-US" sz="1700" dirty="0" err="1" smtClean="0"/>
              <a:t>SortArray</a:t>
            </a:r>
            <a:r>
              <a:rPr lang="en-US" sz="1700" dirty="0" smtClean="0"/>
              <a:t> {</a:t>
            </a:r>
          </a:p>
          <a:p>
            <a:pPr>
              <a:buNone/>
            </a:pPr>
            <a:r>
              <a:rPr lang="en-US" sz="1700" dirty="0" smtClean="0"/>
              <a:t>    public static void main(String[] </a:t>
            </a:r>
            <a:r>
              <a:rPr lang="en-US" sz="1700" dirty="0" err="1" smtClean="0"/>
              <a:t>args</a:t>
            </a:r>
            <a:r>
              <a:rPr lang="en-US" sz="1700" dirty="0" smtClean="0"/>
              <a:t>) {</a:t>
            </a:r>
          </a:p>
          <a:p>
            <a:pPr>
              <a:buNone/>
            </a:pPr>
            <a:r>
              <a:rPr lang="en-US" sz="1700" dirty="0" smtClean="0"/>
              <a:t>          </a:t>
            </a:r>
            <a:r>
              <a:rPr lang="en-US" sz="1700" dirty="0" err="1" smtClean="0"/>
              <a:t>int</a:t>
            </a:r>
            <a:r>
              <a:rPr lang="en-US" sz="1700" dirty="0" smtClean="0"/>
              <a:t>[] a = {42,77,35,12,101,5};</a:t>
            </a:r>
          </a:p>
          <a:p>
            <a:pPr lvl="2">
              <a:buNone/>
            </a:pPr>
            <a:r>
              <a:rPr lang="en-US" sz="1700" dirty="0" smtClean="0"/>
              <a:t>pri</a:t>
            </a:r>
            <a:r>
              <a:rPr lang="en-US" sz="1700" dirty="0" smtClean="0">
                <a:sym typeface="Symbol" pitchFamily="-1" charset="2"/>
              </a:rPr>
              <a:t>nt(a);</a:t>
            </a:r>
          </a:p>
          <a:p>
            <a:pPr lvl="2">
              <a:buNone/>
            </a:pPr>
            <a:r>
              <a:rPr lang="en-US" sz="1700" b="1" dirty="0" err="1" smtClean="0">
                <a:sym typeface="Symbol" pitchFamily="-1" charset="2"/>
              </a:rPr>
              <a:t>insertionSort</a:t>
            </a:r>
            <a:r>
              <a:rPr lang="en-US" sz="1700" b="1" dirty="0" smtClean="0">
                <a:sym typeface="Symbol" pitchFamily="-1" charset="2"/>
              </a:rPr>
              <a:t>(a);  </a:t>
            </a:r>
          </a:p>
          <a:p>
            <a:pPr lvl="2">
              <a:buNone/>
            </a:pPr>
            <a:r>
              <a:rPr lang="en-US" sz="1700" dirty="0" smtClean="0">
                <a:sym typeface="Symbol" pitchFamily="-1" charset="2"/>
              </a:rPr>
              <a:t>print(c);</a:t>
            </a:r>
          </a:p>
          <a:p>
            <a:pPr lvl="1">
              <a:buNone/>
            </a:pPr>
            <a:r>
              <a:rPr lang="en-US" sz="1700" dirty="0" smtClean="0">
                <a:sym typeface="Symbol" pitchFamily="-1" charset="2"/>
              </a:rPr>
              <a:t>} ///end main</a:t>
            </a:r>
            <a:endParaRPr lang="en-US" sz="1700" dirty="0" smtClean="0"/>
          </a:p>
          <a:p>
            <a:pPr>
              <a:buNone/>
            </a:pPr>
            <a:r>
              <a:rPr lang="en-US" sz="1700" dirty="0" smtClean="0"/>
              <a:t>     public static void print(</a:t>
            </a:r>
            <a:r>
              <a:rPr lang="en-US" sz="1700" dirty="0" err="1" smtClean="0"/>
              <a:t>int</a:t>
            </a:r>
            <a:r>
              <a:rPr lang="en-US" sz="1700" dirty="0" smtClean="0"/>
              <a:t>[] a) {</a:t>
            </a:r>
          </a:p>
          <a:p>
            <a:pPr>
              <a:buNone/>
            </a:pPr>
            <a:r>
              <a:rPr lang="en-US" sz="1700" dirty="0" smtClean="0"/>
              <a:t>        </a:t>
            </a:r>
            <a:r>
              <a:rPr lang="en-US" sz="1700" dirty="0" err="1" smtClean="0"/>
              <a:t>System.out.printf</a:t>
            </a:r>
            <a:r>
              <a:rPr lang="en-US" sz="1700" dirty="0" smtClean="0"/>
              <a:t>("{%d", a[0]);</a:t>
            </a:r>
          </a:p>
          <a:p>
            <a:pPr>
              <a:buNone/>
            </a:pPr>
            <a:r>
              <a:rPr lang="en-US" sz="1700" dirty="0" smtClean="0"/>
              <a:t>        for (</a:t>
            </a:r>
            <a:r>
              <a:rPr lang="en-US" sz="1700" dirty="0" err="1" smtClean="0"/>
              <a:t>int</a:t>
            </a:r>
            <a:r>
              <a:rPr lang="en-US" sz="1700" dirty="0" smtClean="0"/>
              <a:t> </a:t>
            </a:r>
            <a:r>
              <a:rPr lang="en-US" sz="1700" dirty="0" err="1" smtClean="0"/>
              <a:t>i</a:t>
            </a:r>
            <a:r>
              <a:rPr lang="en-US" sz="1700" dirty="0" smtClean="0"/>
              <a:t> = 1; </a:t>
            </a:r>
            <a:r>
              <a:rPr lang="en-US" sz="1700" dirty="0" err="1" smtClean="0"/>
              <a:t>i</a:t>
            </a:r>
            <a:r>
              <a:rPr lang="en-US" sz="1700" dirty="0" smtClean="0"/>
              <a:t> &lt; </a:t>
            </a:r>
            <a:r>
              <a:rPr lang="en-US" sz="1700" dirty="0" err="1" smtClean="0"/>
              <a:t>a.length</a:t>
            </a:r>
            <a:r>
              <a:rPr lang="en-US" sz="1700" dirty="0" smtClean="0"/>
              <a:t>; </a:t>
            </a:r>
            <a:r>
              <a:rPr lang="en-US" sz="1700" dirty="0" err="1" smtClean="0"/>
              <a:t>i</a:t>
            </a:r>
            <a:r>
              <a:rPr lang="en-US" sz="1700" dirty="0" smtClean="0"/>
              <a:t>++) {</a:t>
            </a:r>
          </a:p>
          <a:p>
            <a:pPr>
              <a:buNone/>
            </a:pPr>
            <a:r>
              <a:rPr lang="en-US" sz="1700" dirty="0" smtClean="0"/>
              <a:t>            </a:t>
            </a:r>
            <a:r>
              <a:rPr lang="en-US" sz="1700" dirty="0" err="1" smtClean="0"/>
              <a:t>System.out.printf</a:t>
            </a:r>
            <a:r>
              <a:rPr lang="en-US" sz="1700" dirty="0" smtClean="0"/>
              <a:t>(", %d", a[</a:t>
            </a:r>
            <a:r>
              <a:rPr lang="en-US" sz="1700" dirty="0" err="1" smtClean="0"/>
              <a:t>i</a:t>
            </a:r>
            <a:r>
              <a:rPr lang="en-US" sz="1700" dirty="0" smtClean="0"/>
              <a:t>]);</a:t>
            </a:r>
          </a:p>
          <a:p>
            <a:pPr>
              <a:buNone/>
            </a:pPr>
            <a:r>
              <a:rPr lang="en-US" sz="1700" dirty="0" smtClean="0"/>
              <a:t>        }</a:t>
            </a:r>
          </a:p>
          <a:p>
            <a:pPr>
              <a:buNone/>
            </a:pPr>
            <a:r>
              <a:rPr lang="en-US" sz="1700" dirty="0" smtClean="0"/>
              <a:t>        </a:t>
            </a:r>
            <a:r>
              <a:rPr lang="en-US" sz="1700" dirty="0" err="1" smtClean="0"/>
              <a:t>System.out.println</a:t>
            </a:r>
            <a:r>
              <a:rPr lang="en-US" sz="1700" dirty="0" smtClean="0"/>
              <a:t>("}");</a:t>
            </a:r>
          </a:p>
          <a:p>
            <a:pPr>
              <a:buNone/>
            </a:pPr>
            <a:r>
              <a:rPr lang="en-US" sz="1700" dirty="0" smtClean="0"/>
              <a:t>    }</a:t>
            </a:r>
          </a:p>
          <a:p>
            <a:pPr lvl="2">
              <a:buNone/>
            </a:pPr>
            <a:endParaRPr lang="en-US" sz="1700" dirty="0" smtClean="0"/>
          </a:p>
          <a:p>
            <a:pPr>
              <a:buNone/>
            </a:pPr>
            <a:endParaRPr lang="en-US" sz="1700" dirty="0" smtClean="0"/>
          </a:p>
        </p:txBody>
      </p:sp>
      <p:sp>
        <p:nvSpPr>
          <p:cNvPr id="6" name="Content Placeholder 5"/>
          <p:cNvSpPr>
            <a:spLocks noGrp="1"/>
          </p:cNvSpPr>
          <p:nvPr>
            <p:ph sz="quarter" idx="2"/>
          </p:nvPr>
        </p:nvSpPr>
        <p:spPr/>
        <p:style>
          <a:lnRef idx="2">
            <a:schemeClr val="accent1"/>
          </a:lnRef>
          <a:fillRef idx="1">
            <a:schemeClr val="lt1"/>
          </a:fillRef>
          <a:effectRef idx="0">
            <a:schemeClr val="accent1"/>
          </a:effectRef>
          <a:fontRef idx="minor">
            <a:schemeClr val="dk1"/>
          </a:fontRef>
        </p:style>
        <p:txBody>
          <a:bodyPr>
            <a:normAutofit/>
          </a:bodyPr>
          <a:lstStyle/>
          <a:p>
            <a:pPr>
              <a:lnSpc>
                <a:spcPct val="80000"/>
              </a:lnSpc>
              <a:buNone/>
            </a:pPr>
            <a:r>
              <a:rPr lang="en-US" sz="1700" dirty="0" smtClean="0">
                <a:latin typeface="Courier New" pitchFamily="-1" charset="0"/>
                <a:sym typeface="Symbol" pitchFamily="-1" charset="2"/>
              </a:rPr>
              <a:t>public static void swap(</a:t>
            </a:r>
            <a:r>
              <a:rPr lang="en-US" sz="1700" dirty="0" err="1" smtClean="0">
                <a:latin typeface="Courier New" pitchFamily="-1" charset="0"/>
                <a:sym typeface="Symbol" pitchFamily="-1" charset="2"/>
              </a:rPr>
              <a:t>int</a:t>
            </a:r>
            <a:r>
              <a:rPr lang="en-US" sz="1700" dirty="0" smtClean="0">
                <a:latin typeface="Courier New" pitchFamily="-1" charset="0"/>
                <a:sym typeface="Symbol" pitchFamily="-1" charset="2"/>
              </a:rPr>
              <a:t>[] a, </a:t>
            </a:r>
            <a:r>
              <a:rPr lang="en-US" sz="1700" dirty="0" err="1" smtClean="0">
                <a:latin typeface="Courier New" pitchFamily="-1" charset="0"/>
                <a:sym typeface="Symbol" pitchFamily="-1" charset="2"/>
              </a:rPr>
              <a:t>int</a:t>
            </a:r>
            <a:r>
              <a:rPr lang="en-US" sz="1700" dirty="0" smtClean="0">
                <a:latin typeface="Courier New" pitchFamily="-1" charset="0"/>
                <a:sym typeface="Symbol" pitchFamily="-1" charset="2"/>
              </a:rPr>
              <a:t> </a:t>
            </a:r>
            <a:r>
              <a:rPr lang="en-US" sz="1700" dirty="0" err="1" smtClean="0">
                <a:latin typeface="Courier New" pitchFamily="-1" charset="0"/>
                <a:sym typeface="Symbol" pitchFamily="-1" charset="2"/>
              </a:rPr>
              <a:t>x,int</a:t>
            </a:r>
            <a:r>
              <a:rPr lang="en-US" sz="1700" dirty="0" smtClean="0">
                <a:latin typeface="Courier New" pitchFamily="-1" charset="0"/>
                <a:sym typeface="Symbol" pitchFamily="-1" charset="2"/>
              </a:rPr>
              <a:t> y) {</a:t>
            </a:r>
          </a:p>
          <a:p>
            <a:pPr>
              <a:lnSpc>
                <a:spcPct val="80000"/>
              </a:lnSpc>
              <a:buNone/>
            </a:pPr>
            <a:r>
              <a:rPr lang="en-US" sz="1700" dirty="0" smtClean="0">
                <a:latin typeface="Courier New" pitchFamily="-1" charset="0"/>
                <a:sym typeface="Symbol" pitchFamily="-1" charset="2"/>
              </a:rPr>
              <a:t>		</a:t>
            </a:r>
            <a:r>
              <a:rPr lang="en-US" sz="1700" dirty="0" err="1" smtClean="0">
                <a:latin typeface="Courier New" pitchFamily="-1" charset="0"/>
                <a:sym typeface="Symbol" pitchFamily="-1" charset="2"/>
              </a:rPr>
              <a:t>int</a:t>
            </a:r>
            <a:r>
              <a:rPr lang="en-US" sz="1700" dirty="0" smtClean="0">
                <a:latin typeface="Courier New" pitchFamily="-1" charset="0"/>
                <a:sym typeface="Symbol" pitchFamily="-1" charset="2"/>
              </a:rPr>
              <a:t> temp= a[x];</a:t>
            </a:r>
          </a:p>
          <a:p>
            <a:pPr>
              <a:lnSpc>
                <a:spcPct val="80000"/>
              </a:lnSpc>
              <a:buNone/>
            </a:pPr>
            <a:r>
              <a:rPr lang="en-US" sz="1700" dirty="0" smtClean="0">
                <a:latin typeface="Courier New" pitchFamily="-1" charset="0"/>
                <a:sym typeface="Symbol" pitchFamily="-1" charset="2"/>
              </a:rPr>
              <a:t>		a[y]=a[x];</a:t>
            </a:r>
          </a:p>
          <a:p>
            <a:pPr>
              <a:lnSpc>
                <a:spcPct val="80000"/>
              </a:lnSpc>
              <a:buNone/>
            </a:pPr>
            <a:r>
              <a:rPr lang="en-US" sz="1700" dirty="0" smtClean="0">
                <a:latin typeface="Courier New" pitchFamily="-1" charset="0"/>
                <a:sym typeface="Symbol" pitchFamily="-1" charset="2"/>
              </a:rPr>
              <a:t>		a[x]=temp</a:t>
            </a:r>
          </a:p>
          <a:p>
            <a:pPr>
              <a:lnSpc>
                <a:spcPct val="80000"/>
              </a:lnSpc>
              <a:buNone/>
            </a:pPr>
            <a:r>
              <a:rPr lang="en-US" sz="1700" dirty="0" smtClean="0">
                <a:latin typeface="Courier New" pitchFamily="-1" charset="0"/>
                <a:sym typeface="Symbol" pitchFamily="-1" charset="2"/>
              </a:rPr>
              <a:t>	}</a:t>
            </a:r>
          </a:p>
          <a:p>
            <a:endParaRPr lang="en-US" sz="1700" dirty="0"/>
          </a:p>
        </p:txBody>
      </p:sp>
      <p:sp>
        <p:nvSpPr>
          <p:cNvPr id="5" name="Slide Number Placeholder 5"/>
          <p:cNvSpPr>
            <a:spLocks noGrp="1"/>
          </p:cNvSpPr>
          <p:nvPr>
            <p:ph type="sldNum" sz="quarter" idx="12"/>
          </p:nvPr>
        </p:nvSpPr>
        <p:spPr bwMode="auto">
          <a:xfrm>
            <a:off x="612648" y="6356350"/>
            <a:ext cx="1981200" cy="365760"/>
          </a:xfrm>
          <a:noFill/>
          <a:ln>
            <a:miter lim="800000"/>
            <a:headEnd/>
            <a:tailEnd/>
          </a:ln>
        </p:spPr>
        <p:txBody>
          <a:bodyPr/>
          <a:lstStyle/>
          <a:p>
            <a:fld id="{23318B7D-B94A-4B8E-B15E-528393453063}" type="slidenum">
              <a:rPr lang="en-US"/>
              <a:pPr/>
              <a:t>29</a:t>
            </a:fld>
            <a:endParaRPr lang="en-US" dirty="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lstStyle/>
          <a:p>
            <a:pPr eaLnBrk="1" hangingPunct="1"/>
            <a:r>
              <a:rPr lang="en-US" smtClean="0"/>
              <a:t>Insertion sort code</a:t>
            </a:r>
          </a:p>
        </p:txBody>
      </p:sp>
      <p:sp>
        <p:nvSpPr>
          <p:cNvPr id="48131" name="Slide Number Placeholder 4"/>
          <p:cNvSpPr>
            <a:spLocks noGrp="1"/>
          </p:cNvSpPr>
          <p:nvPr>
            <p:ph type="sldNum" sz="quarter" idx="12"/>
          </p:nvPr>
        </p:nvSpPr>
        <p:spPr bwMode="auto">
          <a:noFill/>
          <a:ln>
            <a:miter lim="800000"/>
            <a:headEnd/>
            <a:tailEnd/>
          </a:ln>
        </p:spPr>
        <p:txBody>
          <a:bodyPr/>
          <a:lstStyle/>
          <a:p>
            <a:fld id="{18B11417-0813-4A21-9171-70F7D298EED7}" type="slidenum">
              <a:rPr lang="en-US"/>
              <a:pPr/>
              <a:t>30</a:t>
            </a:fld>
            <a:endParaRPr lang="en-US"/>
          </a:p>
        </p:txBody>
      </p:sp>
      <p:sp>
        <p:nvSpPr>
          <p:cNvPr id="48132" name="Rectangle 3"/>
          <p:cNvSpPr>
            <a:spLocks noGrp="1" noChangeArrowheads="1"/>
          </p:cNvSpPr>
          <p:nvPr>
            <p:ph sz="quarter" idx="1"/>
          </p:nvPr>
        </p:nvSpPr>
        <p:spPr>
          <a:xfrm>
            <a:off x="457200" y="1219200"/>
            <a:ext cx="8229600" cy="4937125"/>
          </a:xfrm>
        </p:spPr>
        <p:style>
          <a:lnRef idx="2">
            <a:schemeClr val="accent1"/>
          </a:lnRef>
          <a:fillRef idx="1">
            <a:schemeClr val="lt1"/>
          </a:fillRef>
          <a:effectRef idx="0">
            <a:schemeClr val="accent1"/>
          </a:effectRef>
          <a:fontRef idx="minor">
            <a:schemeClr val="dk1"/>
          </a:fontRef>
        </p:style>
        <p:txBody>
          <a:bodyPr/>
          <a:lstStyle/>
          <a:p>
            <a:pPr eaLnBrk="1" hangingPunct="1">
              <a:lnSpc>
                <a:spcPct val="90000"/>
              </a:lnSpc>
              <a:buFont typeface="Wingdings" pitchFamily="-1" charset="2"/>
              <a:buNone/>
            </a:pPr>
            <a:r>
              <a:rPr lang="en-US" sz="2000" dirty="0" smtClean="0">
                <a:latin typeface="Courier New" pitchFamily="-1" charset="0"/>
              </a:rPr>
              <a:t>public static void </a:t>
            </a:r>
            <a:r>
              <a:rPr lang="en-US" sz="2000" dirty="0" err="1" smtClean="0">
                <a:latin typeface="Courier New" pitchFamily="-1" charset="0"/>
              </a:rPr>
              <a:t>insertionSort</a:t>
            </a:r>
            <a:r>
              <a:rPr lang="en-US" sz="2000" dirty="0" smtClean="0">
                <a:latin typeface="Courier New" pitchFamily="-1" charset="0"/>
              </a:rPr>
              <a:t>(</a:t>
            </a:r>
            <a:r>
              <a:rPr lang="en-US" sz="2000" dirty="0" err="1" smtClean="0">
                <a:latin typeface="Courier New" pitchFamily="-1" charset="0"/>
              </a:rPr>
              <a:t>int</a:t>
            </a:r>
            <a:r>
              <a:rPr lang="en-US" sz="2000" dirty="0" smtClean="0">
                <a:latin typeface="Courier New" pitchFamily="-1" charset="0"/>
              </a:rPr>
              <a:t>[] a) {</a:t>
            </a:r>
          </a:p>
          <a:p>
            <a:pPr eaLnBrk="1" hangingPunct="1">
              <a:lnSpc>
                <a:spcPct val="90000"/>
              </a:lnSpc>
              <a:buFont typeface="Wingdings" pitchFamily="-1" charset="2"/>
              <a:buNone/>
            </a:pPr>
            <a:r>
              <a:rPr lang="en-US" sz="2000" dirty="0" smtClean="0">
                <a:latin typeface="Courier New" pitchFamily="-1" charset="0"/>
              </a:rPr>
              <a:t>    for (</a:t>
            </a:r>
            <a:r>
              <a:rPr lang="en-US" sz="2000" dirty="0" err="1" smtClean="0">
                <a:latin typeface="Courier New" pitchFamily="-1" charset="0"/>
              </a:rPr>
              <a:t>int</a:t>
            </a:r>
            <a:r>
              <a:rPr lang="en-US" sz="2000" dirty="0" smtClean="0">
                <a:latin typeface="Courier New" pitchFamily="-1" charset="0"/>
              </a:rPr>
              <a:t> </a:t>
            </a:r>
            <a:r>
              <a:rPr lang="en-US" sz="2000" dirty="0" err="1" smtClean="0">
                <a:latin typeface="Courier New" pitchFamily="-1" charset="0"/>
              </a:rPr>
              <a:t>i</a:t>
            </a:r>
            <a:r>
              <a:rPr lang="en-US" sz="2000" dirty="0" smtClean="0">
                <a:latin typeface="Courier New" pitchFamily="-1" charset="0"/>
              </a:rPr>
              <a:t> = 1; </a:t>
            </a:r>
            <a:r>
              <a:rPr lang="en-US" sz="2000" dirty="0" err="1" smtClean="0">
                <a:latin typeface="Courier New" pitchFamily="-1" charset="0"/>
              </a:rPr>
              <a:t>i</a:t>
            </a:r>
            <a:r>
              <a:rPr lang="en-US" sz="2000" dirty="0" smtClean="0">
                <a:latin typeface="Courier New" pitchFamily="-1" charset="0"/>
              </a:rPr>
              <a:t> &lt; </a:t>
            </a:r>
            <a:r>
              <a:rPr lang="en-US" sz="2000" dirty="0" err="1" smtClean="0">
                <a:latin typeface="Courier New" pitchFamily="-1" charset="0"/>
              </a:rPr>
              <a:t>a.length</a:t>
            </a:r>
            <a:r>
              <a:rPr lang="en-US" sz="2000" dirty="0" smtClean="0">
                <a:latin typeface="Courier New" pitchFamily="-1" charset="0"/>
              </a:rPr>
              <a:t>; </a:t>
            </a:r>
            <a:r>
              <a:rPr lang="en-US" sz="2000" dirty="0" err="1" smtClean="0">
                <a:latin typeface="Courier New" pitchFamily="-1" charset="0"/>
              </a:rPr>
              <a:t>i</a:t>
            </a:r>
            <a:r>
              <a:rPr lang="en-US" sz="2000" dirty="0" smtClean="0">
                <a:latin typeface="Courier New" pitchFamily="-1" charset="0"/>
              </a:rPr>
              <a:t>++) {</a:t>
            </a:r>
          </a:p>
          <a:p>
            <a:pPr eaLnBrk="1" hangingPunct="1">
              <a:lnSpc>
                <a:spcPct val="90000"/>
              </a:lnSpc>
              <a:buFont typeface="Wingdings" pitchFamily="-1" charset="2"/>
              <a:buNone/>
            </a:pPr>
            <a:r>
              <a:rPr lang="en-US" sz="2000" dirty="0" smtClean="0">
                <a:latin typeface="Courier New" pitchFamily="-1" charset="0"/>
              </a:rPr>
              <a:t>        </a:t>
            </a:r>
            <a:r>
              <a:rPr lang="en-US" sz="2000" dirty="0" err="1" smtClean="0">
                <a:latin typeface="Courier New" pitchFamily="-1" charset="0"/>
              </a:rPr>
              <a:t>int</a:t>
            </a:r>
            <a:r>
              <a:rPr lang="en-US" sz="2000" dirty="0" smtClean="0">
                <a:latin typeface="Courier New" pitchFamily="-1" charset="0"/>
              </a:rPr>
              <a:t> temp = a[</a:t>
            </a:r>
            <a:r>
              <a:rPr lang="en-US" sz="2000" dirty="0" err="1" smtClean="0">
                <a:latin typeface="Courier New" pitchFamily="-1" charset="0"/>
              </a:rPr>
              <a:t>i</a:t>
            </a:r>
            <a:r>
              <a:rPr lang="en-US" sz="2000" dirty="0" smtClean="0">
                <a:latin typeface="Courier New" pitchFamily="-1" charset="0"/>
              </a:rPr>
              <a:t>];</a:t>
            </a:r>
          </a:p>
          <a:p>
            <a:pPr eaLnBrk="1" hangingPunct="1">
              <a:lnSpc>
                <a:spcPct val="90000"/>
              </a:lnSpc>
              <a:buFont typeface="Wingdings" pitchFamily="-1" charset="2"/>
              <a:buNone/>
            </a:pPr>
            <a:endParaRPr lang="en-US" sz="2000" dirty="0" smtClean="0">
              <a:latin typeface="Courier New" pitchFamily="-1" charset="0"/>
            </a:endParaRPr>
          </a:p>
          <a:p>
            <a:pPr eaLnBrk="1" hangingPunct="1">
              <a:lnSpc>
                <a:spcPct val="90000"/>
              </a:lnSpc>
              <a:buFont typeface="Wingdings" pitchFamily="-1" charset="2"/>
              <a:buNone/>
            </a:pPr>
            <a:r>
              <a:rPr lang="en-US" sz="2000" dirty="0" smtClean="0">
                <a:latin typeface="Courier New" pitchFamily="-1" charset="0"/>
              </a:rPr>
              <a:t>        // slide elements down to make room for a[</a:t>
            </a:r>
            <a:r>
              <a:rPr lang="en-US" sz="2000" dirty="0" err="1" smtClean="0">
                <a:latin typeface="Courier New" pitchFamily="-1" charset="0"/>
              </a:rPr>
              <a:t>i</a:t>
            </a:r>
            <a:r>
              <a:rPr lang="en-US" sz="2000" dirty="0" smtClean="0">
                <a:latin typeface="Courier New" pitchFamily="-1" charset="0"/>
              </a:rPr>
              <a:t>]</a:t>
            </a:r>
          </a:p>
          <a:p>
            <a:pPr eaLnBrk="1" hangingPunct="1">
              <a:lnSpc>
                <a:spcPct val="90000"/>
              </a:lnSpc>
              <a:buFont typeface="Wingdings" pitchFamily="-1" charset="2"/>
              <a:buNone/>
            </a:pPr>
            <a:r>
              <a:rPr lang="en-US" sz="2000" dirty="0" smtClean="0">
                <a:latin typeface="Courier New" pitchFamily="-1" charset="0"/>
              </a:rPr>
              <a:t>        </a:t>
            </a:r>
            <a:r>
              <a:rPr lang="en-US" sz="2000" dirty="0" err="1" smtClean="0">
                <a:latin typeface="Courier New" pitchFamily="-1" charset="0"/>
              </a:rPr>
              <a:t>int</a:t>
            </a:r>
            <a:r>
              <a:rPr lang="en-US" sz="2000" dirty="0" smtClean="0">
                <a:latin typeface="Courier New" pitchFamily="-1" charset="0"/>
              </a:rPr>
              <a:t> j = </a:t>
            </a:r>
            <a:r>
              <a:rPr lang="en-US" sz="2000" dirty="0" err="1" smtClean="0">
                <a:latin typeface="Courier New" pitchFamily="-1" charset="0"/>
              </a:rPr>
              <a:t>i</a:t>
            </a:r>
            <a:r>
              <a:rPr lang="en-US" sz="2000" dirty="0" smtClean="0">
                <a:latin typeface="Courier New" pitchFamily="-1" charset="0"/>
              </a:rPr>
              <a:t>;</a:t>
            </a:r>
          </a:p>
          <a:p>
            <a:pPr eaLnBrk="1" hangingPunct="1">
              <a:lnSpc>
                <a:spcPct val="90000"/>
              </a:lnSpc>
              <a:buFont typeface="Wingdings" pitchFamily="-1" charset="2"/>
              <a:buNone/>
            </a:pPr>
            <a:r>
              <a:rPr lang="en-US" sz="2000" dirty="0" smtClean="0">
                <a:latin typeface="Courier New" pitchFamily="-1" charset="0"/>
              </a:rPr>
              <a:t>        while (j &gt; 0 &amp;&amp; a[j - 1] &gt; temp) {</a:t>
            </a:r>
          </a:p>
          <a:p>
            <a:pPr eaLnBrk="1" hangingPunct="1">
              <a:lnSpc>
                <a:spcPct val="90000"/>
              </a:lnSpc>
              <a:buFont typeface="Wingdings" pitchFamily="-1" charset="2"/>
              <a:buNone/>
            </a:pPr>
            <a:r>
              <a:rPr lang="en-US" sz="2000" dirty="0" smtClean="0">
                <a:latin typeface="Courier New" pitchFamily="-1" charset="0"/>
              </a:rPr>
              <a:t>            a[j] = a[j - 1];</a:t>
            </a:r>
          </a:p>
          <a:p>
            <a:pPr eaLnBrk="1" hangingPunct="1">
              <a:lnSpc>
                <a:spcPct val="90000"/>
              </a:lnSpc>
              <a:buFont typeface="Wingdings" pitchFamily="-1" charset="2"/>
              <a:buNone/>
            </a:pPr>
            <a:r>
              <a:rPr lang="en-US" sz="2000" dirty="0" smtClean="0">
                <a:latin typeface="Courier New" pitchFamily="-1" charset="0"/>
              </a:rPr>
              <a:t>            j--;</a:t>
            </a:r>
          </a:p>
          <a:p>
            <a:pPr eaLnBrk="1" hangingPunct="1">
              <a:lnSpc>
                <a:spcPct val="90000"/>
              </a:lnSpc>
              <a:buFont typeface="Wingdings" pitchFamily="-1" charset="2"/>
              <a:buNone/>
            </a:pPr>
            <a:r>
              <a:rPr lang="en-US" sz="2000" dirty="0" smtClean="0">
                <a:latin typeface="Courier New" pitchFamily="-1" charset="0"/>
              </a:rPr>
              <a:t>        }</a:t>
            </a:r>
          </a:p>
          <a:p>
            <a:pPr eaLnBrk="1" hangingPunct="1">
              <a:lnSpc>
                <a:spcPct val="90000"/>
              </a:lnSpc>
              <a:buFont typeface="Wingdings" pitchFamily="-1" charset="2"/>
              <a:buNone/>
            </a:pPr>
            <a:endParaRPr lang="en-US" sz="2000" dirty="0" smtClean="0">
              <a:latin typeface="Courier New" pitchFamily="-1" charset="0"/>
            </a:endParaRPr>
          </a:p>
          <a:p>
            <a:pPr eaLnBrk="1" hangingPunct="1">
              <a:lnSpc>
                <a:spcPct val="90000"/>
              </a:lnSpc>
              <a:buFont typeface="Wingdings" pitchFamily="-1" charset="2"/>
              <a:buNone/>
            </a:pPr>
            <a:r>
              <a:rPr lang="en-US" sz="2000" dirty="0" smtClean="0">
                <a:latin typeface="Courier New" pitchFamily="-1" charset="0"/>
              </a:rPr>
              <a:t>        a[j] = temp;</a:t>
            </a:r>
          </a:p>
          <a:p>
            <a:pPr eaLnBrk="1" hangingPunct="1">
              <a:lnSpc>
                <a:spcPct val="90000"/>
              </a:lnSpc>
              <a:buFont typeface="Wingdings" pitchFamily="-1" charset="2"/>
              <a:buNone/>
            </a:pPr>
            <a:r>
              <a:rPr lang="en-US" sz="2000" dirty="0" smtClean="0">
                <a:latin typeface="Courier New" pitchFamily="-1" charset="0"/>
              </a:rPr>
              <a:t>    }</a:t>
            </a:r>
          </a:p>
          <a:p>
            <a:pPr eaLnBrk="1" hangingPunct="1">
              <a:lnSpc>
                <a:spcPct val="90000"/>
              </a:lnSpc>
              <a:buFont typeface="Wingdings" pitchFamily="-1" charset="2"/>
              <a:buNone/>
            </a:pPr>
            <a:r>
              <a:rPr lang="en-US" sz="2000" dirty="0" smtClean="0">
                <a:latin typeface="Courier New" pitchFamily="-1" charset="0"/>
              </a:rPr>
              <a:t>}</a:t>
            </a:r>
          </a:p>
        </p:txBody>
      </p:sp>
    </p:spTree>
  </p:cSld>
  <p:clrMapOvr>
    <a:masterClrMapping/>
  </p:clrMapOv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7" name="Rectangle 2"/>
          <p:cNvSpPr>
            <a:spLocks noGrp="1" noChangeArrowheads="1"/>
          </p:cNvSpPr>
          <p:nvPr>
            <p:ph type="title"/>
          </p:nvPr>
        </p:nvSpPr>
        <p:spPr/>
        <p:txBody>
          <a:bodyPr/>
          <a:lstStyle/>
          <a:p>
            <a:pPr eaLnBrk="1" hangingPunct="1"/>
            <a:r>
              <a:rPr lang="en-US" smtClean="0"/>
              <a:t>Insertion sort runtime</a:t>
            </a:r>
          </a:p>
        </p:txBody>
      </p:sp>
      <p:sp>
        <p:nvSpPr>
          <p:cNvPr id="49158" name="Slide Number Placeholder 7"/>
          <p:cNvSpPr>
            <a:spLocks noGrp="1"/>
          </p:cNvSpPr>
          <p:nvPr>
            <p:ph type="sldNum" sz="quarter" idx="12"/>
          </p:nvPr>
        </p:nvSpPr>
        <p:spPr bwMode="auto">
          <a:noFill/>
          <a:ln>
            <a:miter lim="800000"/>
            <a:headEnd/>
            <a:tailEnd/>
          </a:ln>
        </p:spPr>
        <p:txBody>
          <a:bodyPr/>
          <a:lstStyle/>
          <a:p>
            <a:fld id="{9EA91DA9-B44B-4A7F-85D0-ABB5F860B2CF}" type="slidenum">
              <a:rPr lang="en-US"/>
              <a:pPr/>
              <a:t>31</a:t>
            </a:fld>
            <a:endParaRPr lang="en-US"/>
          </a:p>
        </p:txBody>
      </p:sp>
      <p:sp>
        <p:nvSpPr>
          <p:cNvPr id="50183" name="Rectangle 3"/>
          <p:cNvSpPr>
            <a:spLocks noGrp="1" noChangeArrowheads="1"/>
          </p:cNvSpPr>
          <p:nvPr>
            <p:ph sz="quarter" idx="1"/>
          </p:nvPr>
        </p:nvSpPr>
        <p:spPr>
          <a:xfrm>
            <a:off x="457200" y="1208088"/>
            <a:ext cx="8229600" cy="4918075"/>
          </a:xfrm>
        </p:spPr>
        <p:txBody>
          <a:bodyPr/>
          <a:lstStyle/>
          <a:p>
            <a:pPr eaLnBrk="1" hangingPunct="1"/>
            <a:r>
              <a:rPr lang="en-US" sz="2400" smtClean="0"/>
              <a:t>worst case: reverse-ordered elements in array.</a:t>
            </a:r>
          </a:p>
          <a:p>
            <a:pPr eaLnBrk="1" hangingPunct="1"/>
            <a:endParaRPr lang="en-US" sz="2400" smtClean="0"/>
          </a:p>
          <a:p>
            <a:pPr eaLnBrk="1" hangingPunct="1">
              <a:buFont typeface="Arial" charset="0"/>
              <a:buNone/>
            </a:pPr>
            <a:endParaRPr lang="en-US" sz="2400" smtClean="0"/>
          </a:p>
          <a:p>
            <a:pPr eaLnBrk="1" hangingPunct="1"/>
            <a:endParaRPr lang="en-US" sz="2400" smtClean="0"/>
          </a:p>
          <a:p>
            <a:pPr eaLnBrk="1" hangingPunct="1"/>
            <a:r>
              <a:rPr lang="en-US" sz="2400" smtClean="0"/>
              <a:t>best case: array is in sorted ascending order.</a:t>
            </a:r>
          </a:p>
          <a:p>
            <a:pPr eaLnBrk="1" hangingPunct="1">
              <a:buFont typeface="Arial" charset="0"/>
              <a:buNone/>
            </a:pPr>
            <a:endParaRPr lang="en-US" sz="2400" smtClean="0"/>
          </a:p>
          <a:p>
            <a:pPr eaLnBrk="1" hangingPunct="1"/>
            <a:endParaRPr lang="en-US" sz="2400" smtClean="0"/>
          </a:p>
          <a:p>
            <a:pPr eaLnBrk="1" hangingPunct="1"/>
            <a:r>
              <a:rPr lang="en-US" sz="2400" smtClean="0"/>
              <a:t>average case: each element is about halfway in order.</a:t>
            </a:r>
          </a:p>
          <a:p>
            <a:pPr eaLnBrk="1" hangingPunct="1"/>
            <a:endParaRPr lang="en-US" sz="2400" smtClean="0"/>
          </a:p>
          <a:p>
            <a:pPr eaLnBrk="1" hangingPunct="1"/>
            <a:endParaRPr lang="en-US" sz="2400" smtClean="0"/>
          </a:p>
        </p:txBody>
      </p:sp>
      <p:graphicFrame>
        <p:nvGraphicFramePr>
          <p:cNvPr id="50178" name="Object 2"/>
          <p:cNvGraphicFramePr>
            <a:graphicFrameLocks noChangeAspect="1"/>
          </p:cNvGraphicFramePr>
          <p:nvPr/>
        </p:nvGraphicFramePr>
        <p:xfrm>
          <a:off x="1112837" y="1660525"/>
          <a:ext cx="6735763" cy="1385888"/>
        </p:xfrm>
        <a:graphic>
          <a:graphicData uri="http://schemas.openxmlformats.org/presentationml/2006/ole">
            <p:oleObj spid="_x0000_s3074" name="Equation" r:id="rId3" imgW="3124080" imgH="685800" progId="Equation.3">
              <p:embed/>
            </p:oleObj>
          </a:graphicData>
        </a:graphic>
      </p:graphicFrame>
      <p:graphicFrame>
        <p:nvGraphicFramePr>
          <p:cNvPr id="50179" name="Object 3"/>
          <p:cNvGraphicFramePr>
            <a:graphicFrameLocks noChangeAspect="1"/>
          </p:cNvGraphicFramePr>
          <p:nvPr/>
        </p:nvGraphicFramePr>
        <p:xfrm>
          <a:off x="1155700" y="3498850"/>
          <a:ext cx="2438400" cy="898525"/>
        </p:xfrm>
        <a:graphic>
          <a:graphicData uri="http://schemas.openxmlformats.org/presentationml/2006/ole">
            <p:oleObj spid="_x0000_s3075" name="Equation" r:id="rId4" imgW="1130300" imgH="444500" progId="Equation.3">
              <p:embed/>
            </p:oleObj>
          </a:graphicData>
        </a:graphic>
      </p:graphicFrame>
      <p:graphicFrame>
        <p:nvGraphicFramePr>
          <p:cNvPr id="50180" name="Object 4"/>
          <p:cNvGraphicFramePr>
            <a:graphicFrameLocks noChangeAspect="1"/>
          </p:cNvGraphicFramePr>
          <p:nvPr/>
        </p:nvGraphicFramePr>
        <p:xfrm>
          <a:off x="1130300" y="4878388"/>
          <a:ext cx="5202238" cy="1362075"/>
        </p:xfrm>
        <a:graphic>
          <a:graphicData uri="http://schemas.openxmlformats.org/presentationml/2006/ole">
            <p:oleObj spid="_x0000_s3076" name="Equation" r:id="rId5" imgW="2413000" imgH="673100" progId="Equation.3">
              <p:embed/>
            </p:oleObj>
          </a:graphicData>
        </a:graphic>
      </p:graphicFrame>
      <p:sp>
        <p:nvSpPr>
          <p:cNvPr id="8" name="TextBox 7"/>
          <p:cNvSpPr txBox="1"/>
          <p:nvPr/>
        </p:nvSpPr>
        <p:spPr>
          <a:xfrm>
            <a:off x="304800" y="1885890"/>
            <a:ext cx="803425" cy="400110"/>
          </a:xfrm>
          <a:prstGeom prst="rect">
            <a:avLst/>
          </a:prstGeom>
          <a:noFill/>
        </p:spPr>
        <p:txBody>
          <a:bodyPr wrap="none" rtlCol="0">
            <a:spAutoFit/>
          </a:bodyPr>
          <a:lstStyle/>
          <a:p>
            <a:r>
              <a:rPr lang="en-US" sz="2000" dirty="0" smtClean="0"/>
              <a:t>T(n)=</a:t>
            </a:r>
            <a:endParaRPr lang="en-US" sz="2000" dirty="0"/>
          </a:p>
        </p:txBody>
      </p:sp>
      <p:sp>
        <p:nvSpPr>
          <p:cNvPr id="9" name="TextBox 8"/>
          <p:cNvSpPr txBox="1"/>
          <p:nvPr/>
        </p:nvSpPr>
        <p:spPr>
          <a:xfrm>
            <a:off x="304800" y="3733800"/>
            <a:ext cx="803425" cy="400110"/>
          </a:xfrm>
          <a:prstGeom prst="rect">
            <a:avLst/>
          </a:prstGeom>
          <a:noFill/>
        </p:spPr>
        <p:txBody>
          <a:bodyPr wrap="none" rtlCol="0">
            <a:spAutoFit/>
          </a:bodyPr>
          <a:lstStyle/>
          <a:p>
            <a:r>
              <a:rPr lang="en-US" sz="2000" dirty="0" smtClean="0"/>
              <a:t>T(n)=</a:t>
            </a:r>
            <a:endParaRPr lang="en-US" sz="2000" dirty="0"/>
          </a:p>
        </p:txBody>
      </p:sp>
      <p:sp>
        <p:nvSpPr>
          <p:cNvPr id="10" name="TextBox 9"/>
          <p:cNvSpPr txBox="1"/>
          <p:nvPr/>
        </p:nvSpPr>
        <p:spPr>
          <a:xfrm>
            <a:off x="228600" y="5162490"/>
            <a:ext cx="803425" cy="400110"/>
          </a:xfrm>
          <a:prstGeom prst="rect">
            <a:avLst/>
          </a:prstGeom>
          <a:noFill/>
        </p:spPr>
        <p:txBody>
          <a:bodyPr wrap="none" rtlCol="0">
            <a:spAutoFit/>
          </a:bodyPr>
          <a:lstStyle/>
          <a:p>
            <a:r>
              <a:rPr lang="en-US" sz="2000" dirty="0" smtClean="0"/>
              <a:t>T(n)=</a:t>
            </a:r>
            <a:endParaRPr lang="en-US" sz="200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018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017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018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017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018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018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83"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p:txBody>
          <a:bodyPr/>
          <a:lstStyle/>
          <a:p>
            <a:pPr eaLnBrk="1" hangingPunct="1"/>
            <a:r>
              <a:rPr lang="en-US" dirty="0" smtClean="0"/>
              <a:t>Comparing sorts</a:t>
            </a:r>
          </a:p>
        </p:txBody>
      </p:sp>
      <p:sp>
        <p:nvSpPr>
          <p:cNvPr id="50179" name="Slide Number Placeholder 5"/>
          <p:cNvSpPr>
            <a:spLocks noGrp="1"/>
          </p:cNvSpPr>
          <p:nvPr>
            <p:ph type="sldNum" sz="quarter" idx="12"/>
          </p:nvPr>
        </p:nvSpPr>
        <p:spPr bwMode="auto">
          <a:noFill/>
          <a:ln>
            <a:miter lim="800000"/>
            <a:headEnd/>
            <a:tailEnd/>
          </a:ln>
        </p:spPr>
        <p:txBody>
          <a:bodyPr/>
          <a:lstStyle/>
          <a:p>
            <a:fld id="{0A831A07-17F6-4552-8730-2A7D803FCC89}" type="slidenum">
              <a:rPr lang="en-US"/>
              <a:pPr/>
              <a:t>32</a:t>
            </a:fld>
            <a:endParaRPr lang="en-US"/>
          </a:p>
        </p:txBody>
      </p:sp>
      <p:sp>
        <p:nvSpPr>
          <p:cNvPr id="50180" name="Rectangle 3"/>
          <p:cNvSpPr>
            <a:spLocks noGrp="1" noChangeArrowheads="1"/>
          </p:cNvSpPr>
          <p:nvPr>
            <p:ph sz="quarter" idx="1"/>
          </p:nvPr>
        </p:nvSpPr>
        <p:spPr>
          <a:xfrm>
            <a:off x="457200" y="1219200"/>
            <a:ext cx="8229600" cy="4937125"/>
          </a:xfrm>
        </p:spPr>
        <p:txBody>
          <a:bodyPr/>
          <a:lstStyle/>
          <a:p>
            <a:pPr eaLnBrk="1" hangingPunct="1"/>
            <a:r>
              <a:rPr lang="en-US" smtClean="0"/>
              <a:t>We've seen "simple" sorting algorithms so far, such as selection sort and insertion sort.</a:t>
            </a:r>
          </a:p>
          <a:p>
            <a:pPr eaLnBrk="1" hangingPunct="1"/>
            <a:r>
              <a:rPr lang="en-US" smtClean="0"/>
              <a:t>They all use nested loops and perform approximately n</a:t>
            </a:r>
            <a:r>
              <a:rPr lang="en-US" baseline="30000" smtClean="0"/>
              <a:t>2</a:t>
            </a:r>
            <a:r>
              <a:rPr lang="en-US" smtClean="0"/>
              <a:t> comparisons</a:t>
            </a:r>
          </a:p>
          <a:p>
            <a:pPr eaLnBrk="1" hangingPunct="1"/>
            <a:r>
              <a:rPr lang="en-US" smtClean="0"/>
              <a:t>They are relatively inefficient</a:t>
            </a:r>
          </a:p>
        </p:txBody>
      </p:sp>
    </p:spTree>
  </p:cSld>
  <p:clrMapOvr>
    <a:masterClrMapping/>
  </p:clrMapOv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Comparing sorts</a:t>
            </a:r>
            <a:endParaRPr lang="en-US" dirty="0"/>
          </a:p>
        </p:txBody>
      </p:sp>
      <p:sp>
        <p:nvSpPr>
          <p:cNvPr id="9" name="Slide Number Placeholder 5"/>
          <p:cNvSpPr>
            <a:spLocks noGrp="1"/>
          </p:cNvSpPr>
          <p:nvPr>
            <p:ph type="sldNum" sz="quarter" idx="12"/>
          </p:nvPr>
        </p:nvSpPr>
        <p:spPr bwMode="auto">
          <a:xfrm>
            <a:off x="612648" y="6356350"/>
            <a:ext cx="1981200" cy="365760"/>
          </a:xfrm>
          <a:noFill/>
          <a:ln>
            <a:miter lim="800000"/>
            <a:headEnd/>
            <a:tailEnd/>
          </a:ln>
        </p:spPr>
        <p:txBody>
          <a:bodyPr/>
          <a:lstStyle/>
          <a:p>
            <a:fld id="{23318B7D-B94A-4B8E-B15E-528393453063}" type="slidenum">
              <a:rPr lang="en-US"/>
              <a:pPr/>
              <a:t>33</a:t>
            </a:fld>
            <a:endParaRPr lang="en-US" dirty="0"/>
          </a:p>
        </p:txBody>
      </p:sp>
      <p:graphicFrame>
        <p:nvGraphicFramePr>
          <p:cNvPr id="10" name="Table 9"/>
          <p:cNvGraphicFramePr>
            <a:graphicFrameLocks noGrp="1"/>
          </p:cNvGraphicFramePr>
          <p:nvPr/>
        </p:nvGraphicFramePr>
        <p:xfrm>
          <a:off x="685800" y="1447800"/>
          <a:ext cx="7696200" cy="3124200"/>
        </p:xfrm>
        <a:graphic>
          <a:graphicData uri="http://schemas.openxmlformats.org/drawingml/2006/table">
            <a:tbl>
              <a:tblPr/>
              <a:tblGrid>
                <a:gridCol w="955779"/>
                <a:gridCol w="1089894"/>
                <a:gridCol w="1145642"/>
                <a:gridCol w="1166774"/>
                <a:gridCol w="811840"/>
                <a:gridCol w="1228117"/>
                <a:gridCol w="1298154"/>
              </a:tblGrid>
              <a:tr h="520700">
                <a:tc>
                  <a:txBody>
                    <a:bodyPr/>
                    <a:lstStyle/>
                    <a:p>
                      <a:pPr marL="0" marR="0">
                        <a:lnSpc>
                          <a:spcPct val="115000"/>
                        </a:lnSpc>
                        <a:spcBef>
                          <a:spcPts val="0"/>
                        </a:spcBef>
                        <a:spcAft>
                          <a:spcPts val="0"/>
                        </a:spcAft>
                      </a:pPr>
                      <a:endParaRPr lang="en-US" sz="1400" dirty="0">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gridSpan="2">
                  <a:txBody>
                    <a:bodyPr/>
                    <a:lstStyle/>
                    <a:p>
                      <a:pPr marL="0" marR="0" algn="ctr">
                        <a:lnSpc>
                          <a:spcPct val="115000"/>
                        </a:lnSpc>
                        <a:spcBef>
                          <a:spcPts val="0"/>
                        </a:spcBef>
                        <a:spcAft>
                          <a:spcPts val="0"/>
                        </a:spcAft>
                      </a:pPr>
                      <a:r>
                        <a:rPr lang="en-US" sz="1400" b="1" dirty="0">
                          <a:latin typeface="Calibri"/>
                          <a:ea typeface="Calibri"/>
                          <a:cs typeface="Arial"/>
                        </a:rPr>
                        <a:t>Bubble</a:t>
                      </a:r>
                      <a:endParaRPr lang="en-US" sz="1400" dirty="0">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hMerge="1">
                  <a:txBody>
                    <a:bodyPr/>
                    <a:lstStyle/>
                    <a:p>
                      <a:endParaRPr lang="en-US"/>
                    </a:p>
                  </a:txBody>
                  <a:tcPr/>
                </a:tc>
                <a:tc gridSpan="2">
                  <a:txBody>
                    <a:bodyPr/>
                    <a:lstStyle/>
                    <a:p>
                      <a:pPr marL="0" marR="0" algn="ctr">
                        <a:lnSpc>
                          <a:spcPct val="115000"/>
                        </a:lnSpc>
                        <a:spcBef>
                          <a:spcPts val="0"/>
                        </a:spcBef>
                        <a:spcAft>
                          <a:spcPts val="0"/>
                        </a:spcAft>
                      </a:pPr>
                      <a:r>
                        <a:rPr lang="en-US" sz="1400" b="1">
                          <a:latin typeface="Calibri"/>
                          <a:ea typeface="Calibri"/>
                          <a:cs typeface="Arial"/>
                        </a:rPr>
                        <a:t>Selection</a:t>
                      </a:r>
                      <a:endParaRPr lang="en-US" sz="1400">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hMerge="1">
                  <a:txBody>
                    <a:bodyPr/>
                    <a:lstStyle/>
                    <a:p>
                      <a:endParaRPr lang="en-US"/>
                    </a:p>
                  </a:txBody>
                  <a:tcPr/>
                </a:tc>
                <a:tc gridSpan="2">
                  <a:txBody>
                    <a:bodyPr/>
                    <a:lstStyle/>
                    <a:p>
                      <a:pPr marL="0" marR="0" algn="ctr">
                        <a:lnSpc>
                          <a:spcPct val="115000"/>
                        </a:lnSpc>
                        <a:spcBef>
                          <a:spcPts val="0"/>
                        </a:spcBef>
                        <a:spcAft>
                          <a:spcPts val="0"/>
                        </a:spcAft>
                      </a:pPr>
                      <a:r>
                        <a:rPr lang="en-US" sz="1400" b="1" dirty="0">
                          <a:latin typeface="Calibri"/>
                          <a:ea typeface="Calibri"/>
                          <a:cs typeface="Arial"/>
                        </a:rPr>
                        <a:t>Insertion</a:t>
                      </a:r>
                      <a:endParaRPr lang="en-US" sz="1400" dirty="0">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hMerge="1">
                  <a:txBody>
                    <a:bodyPr/>
                    <a:lstStyle/>
                    <a:p>
                      <a:endParaRPr lang="en-US"/>
                    </a:p>
                  </a:txBody>
                  <a:tcPr/>
                </a:tc>
              </a:tr>
              <a:tr h="1041400">
                <a:tc>
                  <a:txBody>
                    <a:bodyPr/>
                    <a:lstStyle/>
                    <a:p>
                      <a:pPr marL="0" marR="0">
                        <a:lnSpc>
                          <a:spcPct val="115000"/>
                        </a:lnSpc>
                        <a:spcBef>
                          <a:spcPts val="0"/>
                        </a:spcBef>
                        <a:spcAft>
                          <a:spcPts val="0"/>
                        </a:spcAft>
                      </a:pPr>
                      <a:endParaRPr lang="en-US" sz="1400">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15000"/>
                        </a:lnSpc>
                        <a:spcBef>
                          <a:spcPts val="0"/>
                        </a:spcBef>
                        <a:spcAft>
                          <a:spcPts val="0"/>
                        </a:spcAft>
                      </a:pPr>
                      <a:r>
                        <a:rPr lang="en-US" sz="1400" b="1" dirty="0" smtClean="0">
                          <a:latin typeface="Calibri"/>
                          <a:ea typeface="Calibri"/>
                          <a:cs typeface="Arial"/>
                        </a:rPr>
                        <a:t>Comparison</a:t>
                      </a:r>
                      <a:endParaRPr lang="en-US" sz="1400" dirty="0">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15000"/>
                        </a:lnSpc>
                        <a:spcBef>
                          <a:spcPts val="0"/>
                        </a:spcBef>
                        <a:spcAft>
                          <a:spcPts val="0"/>
                        </a:spcAft>
                      </a:pPr>
                      <a:r>
                        <a:rPr lang="en-US" sz="1400" b="1" dirty="0" smtClean="0">
                          <a:latin typeface="Calibri"/>
                          <a:ea typeface="Calibri"/>
                          <a:cs typeface="Arial"/>
                        </a:rPr>
                        <a:t>Swap</a:t>
                      </a:r>
                      <a:endParaRPr lang="en-US" sz="1400" dirty="0">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15000"/>
                        </a:lnSpc>
                        <a:spcBef>
                          <a:spcPts val="0"/>
                        </a:spcBef>
                        <a:spcAft>
                          <a:spcPts val="0"/>
                        </a:spcAft>
                      </a:pPr>
                      <a:r>
                        <a:rPr lang="en-US" sz="1400" b="1" dirty="0" smtClean="0">
                          <a:latin typeface="Calibri"/>
                          <a:ea typeface="Calibri"/>
                          <a:cs typeface="Arial"/>
                        </a:rPr>
                        <a:t>Comparison</a:t>
                      </a:r>
                      <a:endParaRPr lang="en-US" sz="1400" dirty="0">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15000"/>
                        </a:lnSpc>
                        <a:spcBef>
                          <a:spcPts val="0"/>
                        </a:spcBef>
                        <a:spcAft>
                          <a:spcPts val="0"/>
                        </a:spcAft>
                      </a:pPr>
                      <a:r>
                        <a:rPr lang="en-US" sz="1400" b="1" dirty="0" smtClean="0">
                          <a:latin typeface="Calibri"/>
                          <a:ea typeface="Calibri"/>
                          <a:cs typeface="Arial"/>
                        </a:rPr>
                        <a:t>Swap</a:t>
                      </a:r>
                      <a:endParaRPr lang="en-US" sz="1400" dirty="0">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15000"/>
                        </a:lnSpc>
                        <a:spcBef>
                          <a:spcPts val="0"/>
                        </a:spcBef>
                        <a:spcAft>
                          <a:spcPts val="0"/>
                        </a:spcAft>
                      </a:pPr>
                      <a:r>
                        <a:rPr lang="en-US" sz="1400" b="1" dirty="0" smtClean="0">
                          <a:latin typeface="Calibri"/>
                          <a:ea typeface="Calibri"/>
                          <a:cs typeface="Arial"/>
                        </a:rPr>
                        <a:t>Comparison</a:t>
                      </a:r>
                      <a:endParaRPr lang="en-US" sz="1400" dirty="0">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15000"/>
                        </a:lnSpc>
                        <a:spcBef>
                          <a:spcPts val="0"/>
                        </a:spcBef>
                        <a:spcAft>
                          <a:spcPts val="0"/>
                        </a:spcAft>
                      </a:pPr>
                      <a:r>
                        <a:rPr lang="en-US" sz="1400" b="1" dirty="0" smtClean="0">
                          <a:latin typeface="Calibri"/>
                          <a:ea typeface="Calibri"/>
                          <a:cs typeface="Arial"/>
                        </a:rPr>
                        <a:t>Swap</a:t>
                      </a:r>
                      <a:endParaRPr lang="en-US" sz="1400" dirty="0">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r>
              <a:tr h="520700">
                <a:tc>
                  <a:txBody>
                    <a:bodyPr/>
                    <a:lstStyle/>
                    <a:p>
                      <a:pPr marL="0" marR="0">
                        <a:lnSpc>
                          <a:spcPct val="115000"/>
                        </a:lnSpc>
                        <a:spcBef>
                          <a:spcPts val="0"/>
                        </a:spcBef>
                        <a:spcAft>
                          <a:spcPts val="0"/>
                        </a:spcAft>
                      </a:pPr>
                      <a:r>
                        <a:rPr lang="en-US" sz="1400" b="1" dirty="0">
                          <a:latin typeface="Calibri"/>
                          <a:ea typeface="Calibri"/>
                          <a:cs typeface="Arial"/>
                        </a:rPr>
                        <a:t>Worst</a:t>
                      </a:r>
                      <a:endParaRPr lang="en-US" sz="1400" dirty="0">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15000"/>
                        </a:lnSpc>
                        <a:spcBef>
                          <a:spcPts val="0"/>
                        </a:spcBef>
                        <a:spcAft>
                          <a:spcPts val="0"/>
                        </a:spcAft>
                      </a:pPr>
                      <a:r>
                        <a:rPr lang="en-US" sz="1400">
                          <a:latin typeface="Calibri"/>
                          <a:ea typeface="Calibri"/>
                          <a:cs typeface="Arial"/>
                        </a:rPr>
                        <a:t>O(n</a:t>
                      </a:r>
                      <a:r>
                        <a:rPr lang="en-US" sz="1400" baseline="30000">
                          <a:latin typeface="Calibri"/>
                          <a:ea typeface="Calibri"/>
                          <a:cs typeface="Arial"/>
                        </a:rPr>
                        <a:t>2</a:t>
                      </a:r>
                      <a:r>
                        <a:rPr lang="en-US" sz="1400">
                          <a:latin typeface="Calibri"/>
                          <a:ea typeface="Calibri"/>
                          <a:cs typeface="Arial"/>
                        </a:rPr>
                        <a:t>)</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400">
                          <a:latin typeface="Calibri"/>
                          <a:ea typeface="Calibri"/>
                          <a:cs typeface="Arial"/>
                        </a:rPr>
                        <a:t>O(n</a:t>
                      </a:r>
                      <a:r>
                        <a:rPr lang="en-US" sz="1400" baseline="30000">
                          <a:latin typeface="Calibri"/>
                          <a:ea typeface="Calibri"/>
                          <a:cs typeface="Arial"/>
                        </a:rPr>
                        <a:t>2</a:t>
                      </a:r>
                      <a:r>
                        <a:rPr lang="en-US" sz="1400">
                          <a:latin typeface="Calibri"/>
                          <a:ea typeface="Calibri"/>
                          <a:cs typeface="Arial"/>
                        </a:rPr>
                        <a:t>)</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400">
                          <a:latin typeface="Calibri"/>
                          <a:ea typeface="Calibri"/>
                          <a:cs typeface="Arial"/>
                        </a:rPr>
                        <a:t>O(n</a:t>
                      </a:r>
                      <a:r>
                        <a:rPr lang="en-US" sz="1400" baseline="30000">
                          <a:latin typeface="Calibri"/>
                          <a:ea typeface="Calibri"/>
                          <a:cs typeface="Arial"/>
                        </a:rPr>
                        <a:t>2</a:t>
                      </a:r>
                      <a:r>
                        <a:rPr lang="en-US" sz="1400">
                          <a:latin typeface="Calibri"/>
                          <a:ea typeface="Calibri"/>
                          <a:cs typeface="Arial"/>
                        </a:rPr>
                        <a:t>)</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400" dirty="0">
                          <a:latin typeface="Calibri"/>
                          <a:ea typeface="Calibri"/>
                          <a:cs typeface="Arial"/>
                        </a:rPr>
                        <a:t>O(n)</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400" dirty="0">
                          <a:latin typeface="Calibri"/>
                          <a:ea typeface="Calibri"/>
                          <a:cs typeface="Arial"/>
                        </a:rPr>
                        <a:t>O(n</a:t>
                      </a:r>
                      <a:r>
                        <a:rPr lang="en-US" sz="1400" baseline="30000" dirty="0">
                          <a:latin typeface="Calibri"/>
                          <a:ea typeface="Calibri"/>
                          <a:cs typeface="Arial"/>
                        </a:rPr>
                        <a:t>2</a:t>
                      </a:r>
                      <a:r>
                        <a:rPr lang="en-US" sz="1400" dirty="0">
                          <a:latin typeface="Calibri"/>
                          <a:ea typeface="Calibri"/>
                          <a:cs typeface="Arial"/>
                        </a:rPr>
                        <a:t>)</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400" dirty="0" smtClean="0">
                          <a:latin typeface="Calibri"/>
                          <a:ea typeface="Calibri"/>
                          <a:cs typeface="Arial"/>
                        </a:rPr>
                        <a:t>O(n</a:t>
                      </a:r>
                      <a:r>
                        <a:rPr lang="en-US" sz="1400" baseline="30000" dirty="0" smtClean="0">
                          <a:latin typeface="Calibri"/>
                          <a:ea typeface="Calibri"/>
                          <a:cs typeface="Arial"/>
                        </a:rPr>
                        <a:t>2</a:t>
                      </a:r>
                      <a:r>
                        <a:rPr lang="en-US" sz="1400" dirty="0" smtClean="0">
                          <a:latin typeface="Calibri"/>
                          <a:ea typeface="Calibri"/>
                          <a:cs typeface="Arial"/>
                        </a:rPr>
                        <a:t>)</a:t>
                      </a:r>
                      <a:endParaRPr lang="en-US" sz="1400" dirty="0">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20700">
                <a:tc>
                  <a:txBody>
                    <a:bodyPr/>
                    <a:lstStyle/>
                    <a:p>
                      <a:pPr marL="0" marR="0">
                        <a:lnSpc>
                          <a:spcPct val="115000"/>
                        </a:lnSpc>
                        <a:spcBef>
                          <a:spcPts val="0"/>
                        </a:spcBef>
                        <a:spcAft>
                          <a:spcPts val="0"/>
                        </a:spcAft>
                      </a:pPr>
                      <a:r>
                        <a:rPr lang="en-US" sz="1400" b="1">
                          <a:latin typeface="Calibri"/>
                          <a:ea typeface="Calibri"/>
                          <a:cs typeface="Arial"/>
                        </a:rPr>
                        <a:t>Average</a:t>
                      </a:r>
                      <a:endParaRPr lang="en-US" sz="1400">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15000"/>
                        </a:lnSpc>
                        <a:spcBef>
                          <a:spcPts val="0"/>
                        </a:spcBef>
                        <a:spcAft>
                          <a:spcPts val="0"/>
                        </a:spcAft>
                      </a:pPr>
                      <a:r>
                        <a:rPr lang="en-US" sz="1400" dirty="0">
                          <a:latin typeface="Calibri"/>
                          <a:ea typeface="Calibri"/>
                          <a:cs typeface="Arial"/>
                        </a:rPr>
                        <a:t>O(n</a:t>
                      </a:r>
                      <a:r>
                        <a:rPr lang="en-US" sz="1400" baseline="30000" dirty="0">
                          <a:latin typeface="Calibri"/>
                          <a:ea typeface="Calibri"/>
                          <a:cs typeface="Arial"/>
                        </a:rPr>
                        <a:t>2</a:t>
                      </a:r>
                      <a:r>
                        <a:rPr lang="en-US" sz="1400" dirty="0">
                          <a:latin typeface="Calibri"/>
                          <a:ea typeface="Calibri"/>
                          <a:cs typeface="Arial"/>
                        </a:rPr>
                        <a:t>)</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400">
                          <a:latin typeface="Calibri"/>
                          <a:ea typeface="Calibri"/>
                          <a:cs typeface="Arial"/>
                        </a:rPr>
                        <a:t>O(n</a:t>
                      </a:r>
                      <a:r>
                        <a:rPr lang="en-US" sz="1400" baseline="30000">
                          <a:latin typeface="Calibri"/>
                          <a:ea typeface="Calibri"/>
                          <a:cs typeface="Arial"/>
                        </a:rPr>
                        <a:t>2</a:t>
                      </a:r>
                      <a:r>
                        <a:rPr lang="en-US" sz="1400">
                          <a:latin typeface="Calibri"/>
                          <a:ea typeface="Calibri"/>
                          <a:cs typeface="Arial"/>
                        </a:rPr>
                        <a:t>)</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400">
                          <a:latin typeface="Calibri"/>
                          <a:ea typeface="Calibri"/>
                          <a:cs typeface="Arial"/>
                        </a:rPr>
                        <a:t>O(n</a:t>
                      </a:r>
                      <a:r>
                        <a:rPr lang="en-US" sz="1400" baseline="30000">
                          <a:latin typeface="Calibri"/>
                          <a:ea typeface="Calibri"/>
                          <a:cs typeface="Arial"/>
                        </a:rPr>
                        <a:t>2</a:t>
                      </a:r>
                      <a:r>
                        <a:rPr lang="en-US" sz="1400">
                          <a:latin typeface="Calibri"/>
                          <a:ea typeface="Calibri"/>
                          <a:cs typeface="Arial"/>
                        </a:rPr>
                        <a:t>)</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400">
                          <a:latin typeface="Calibri"/>
                          <a:ea typeface="Calibri"/>
                          <a:cs typeface="Arial"/>
                        </a:rPr>
                        <a:t>O(n)</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400" dirty="0">
                          <a:latin typeface="Calibri"/>
                          <a:ea typeface="Calibri"/>
                          <a:cs typeface="Arial"/>
                        </a:rPr>
                        <a:t>O(n</a:t>
                      </a:r>
                      <a:r>
                        <a:rPr lang="en-US" sz="1400" baseline="30000" dirty="0">
                          <a:latin typeface="Calibri"/>
                          <a:ea typeface="Calibri"/>
                          <a:cs typeface="Arial"/>
                        </a:rPr>
                        <a:t>2</a:t>
                      </a:r>
                      <a:r>
                        <a:rPr lang="en-US" sz="1400" dirty="0">
                          <a:latin typeface="Calibri"/>
                          <a:ea typeface="Calibri"/>
                          <a:cs typeface="Arial"/>
                        </a:rPr>
                        <a:t>)</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400" dirty="0">
                          <a:latin typeface="Calibri"/>
                          <a:ea typeface="Calibri"/>
                          <a:cs typeface="Arial"/>
                        </a:rPr>
                        <a:t>O(n)</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20700">
                <a:tc>
                  <a:txBody>
                    <a:bodyPr/>
                    <a:lstStyle/>
                    <a:p>
                      <a:pPr marL="0" marR="0">
                        <a:lnSpc>
                          <a:spcPct val="115000"/>
                        </a:lnSpc>
                        <a:spcBef>
                          <a:spcPts val="0"/>
                        </a:spcBef>
                        <a:spcAft>
                          <a:spcPts val="0"/>
                        </a:spcAft>
                      </a:pPr>
                      <a:r>
                        <a:rPr lang="en-US" sz="1400" b="1">
                          <a:latin typeface="Calibri"/>
                          <a:ea typeface="Calibri"/>
                          <a:cs typeface="Arial"/>
                        </a:rPr>
                        <a:t>Best</a:t>
                      </a:r>
                      <a:endParaRPr lang="en-US" sz="1400">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15000"/>
                        </a:lnSpc>
                        <a:spcBef>
                          <a:spcPts val="0"/>
                        </a:spcBef>
                        <a:spcAft>
                          <a:spcPts val="0"/>
                        </a:spcAft>
                      </a:pPr>
                      <a:r>
                        <a:rPr lang="en-US" sz="1400" dirty="0">
                          <a:latin typeface="Calibri"/>
                          <a:ea typeface="Calibri"/>
                          <a:cs typeface="Arial"/>
                        </a:rPr>
                        <a:t>O(n</a:t>
                      </a:r>
                      <a:r>
                        <a:rPr lang="en-US" sz="1400" baseline="30000" dirty="0">
                          <a:latin typeface="Calibri"/>
                          <a:ea typeface="Calibri"/>
                          <a:cs typeface="Arial"/>
                        </a:rPr>
                        <a:t>2</a:t>
                      </a:r>
                      <a:r>
                        <a:rPr lang="en-US" sz="1400" dirty="0">
                          <a:latin typeface="Calibri"/>
                          <a:ea typeface="Calibri"/>
                          <a:cs typeface="Arial"/>
                        </a:rPr>
                        <a:t>)</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400" dirty="0">
                          <a:latin typeface="Calibri"/>
                          <a:ea typeface="Calibri"/>
                          <a:cs typeface="Arial"/>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400" dirty="0">
                          <a:latin typeface="Calibri"/>
                          <a:ea typeface="Calibri"/>
                          <a:cs typeface="Arial"/>
                        </a:rPr>
                        <a:t>O(n)</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400" dirty="0">
                          <a:latin typeface="Calibri"/>
                          <a:ea typeface="Calibri"/>
                          <a:cs typeface="Arial"/>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400" dirty="0">
                          <a:latin typeface="Calibri"/>
                          <a:ea typeface="Calibri"/>
                          <a:cs typeface="Arial"/>
                        </a:rPr>
                        <a:t>O(n)</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400" dirty="0" smtClean="0">
                          <a:latin typeface="Calibri"/>
                          <a:ea typeface="Calibri"/>
                          <a:cs typeface="Arial"/>
                        </a:rPr>
                        <a:t>n copy</a:t>
                      </a:r>
                      <a:endParaRPr lang="en-US" sz="1400" dirty="0">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Home Work	</a:t>
            </a:r>
            <a:endParaRPr lang="en-US" dirty="0"/>
          </a:p>
        </p:txBody>
      </p:sp>
      <p:sp>
        <p:nvSpPr>
          <p:cNvPr id="4" name="Content Placeholder 3"/>
          <p:cNvSpPr>
            <a:spLocks noGrp="1"/>
          </p:cNvSpPr>
          <p:nvPr>
            <p:ph sz="quarter" idx="1"/>
          </p:nvPr>
        </p:nvSpPr>
        <p:spPr/>
        <p:txBody>
          <a:bodyPr>
            <a:normAutofit/>
          </a:bodyPr>
          <a:lstStyle/>
          <a:p>
            <a:r>
              <a:rPr lang="en-US" sz="1800" dirty="0" smtClean="0"/>
              <a:t>Write a Class for Called </a:t>
            </a:r>
            <a:r>
              <a:rPr lang="en-US" sz="1800" dirty="0" err="1" smtClean="0"/>
              <a:t>Facebook</a:t>
            </a:r>
            <a:r>
              <a:rPr lang="en-US" sz="1800" dirty="0" smtClean="0"/>
              <a:t> application which contains four arrays:</a:t>
            </a:r>
          </a:p>
          <a:p>
            <a:pPr lvl="1"/>
            <a:r>
              <a:rPr lang="en-US" sz="1600" dirty="0" err="1" smtClean="0"/>
              <a:t>userName</a:t>
            </a:r>
            <a:endParaRPr lang="en-US" sz="1600" dirty="0" smtClean="0"/>
          </a:p>
          <a:p>
            <a:pPr lvl="1"/>
            <a:r>
              <a:rPr lang="en-US" sz="1600" dirty="0" err="1" smtClean="0"/>
              <a:t>eMail</a:t>
            </a:r>
            <a:endParaRPr lang="en-US" sz="1600" dirty="0" smtClean="0"/>
          </a:p>
          <a:p>
            <a:pPr lvl="1"/>
            <a:r>
              <a:rPr lang="en-US" sz="1600" dirty="0" smtClean="0"/>
              <a:t>phone</a:t>
            </a:r>
          </a:p>
          <a:p>
            <a:pPr lvl="1"/>
            <a:r>
              <a:rPr lang="en-US" sz="1600" dirty="0" smtClean="0"/>
              <a:t>Password</a:t>
            </a:r>
          </a:p>
          <a:p>
            <a:r>
              <a:rPr lang="en-US" sz="1800" dirty="0" smtClean="0"/>
              <a:t>The Program should has the following methods:</a:t>
            </a:r>
          </a:p>
          <a:p>
            <a:pPr lvl="1"/>
            <a:r>
              <a:rPr lang="en-US" sz="1600" dirty="0" smtClean="0"/>
              <a:t>void </a:t>
            </a:r>
            <a:r>
              <a:rPr lang="en-US" sz="1600" dirty="0" err="1" smtClean="0"/>
              <a:t>insertUser</a:t>
            </a:r>
            <a:r>
              <a:rPr lang="en-US" sz="1600" dirty="0" smtClean="0"/>
              <a:t>((String, </a:t>
            </a:r>
            <a:r>
              <a:rPr lang="en-US" sz="1600" dirty="0" err="1" smtClean="0"/>
              <a:t>userName,String</a:t>
            </a:r>
            <a:r>
              <a:rPr lang="en-US" sz="1600" dirty="0" smtClean="0"/>
              <a:t> </a:t>
            </a:r>
            <a:r>
              <a:rPr lang="en-US" sz="1600" dirty="0" err="1" smtClean="0"/>
              <a:t>eMail</a:t>
            </a:r>
            <a:r>
              <a:rPr lang="en-US" sz="1600" dirty="0" smtClean="0"/>
              <a:t>, String phone, String password)</a:t>
            </a:r>
          </a:p>
          <a:p>
            <a:pPr lvl="1"/>
            <a:r>
              <a:rPr lang="en-US" sz="1600" dirty="0" smtClean="0"/>
              <a:t>void </a:t>
            </a:r>
            <a:r>
              <a:rPr lang="en-US" sz="1600" dirty="0" err="1" smtClean="0"/>
              <a:t>deleteUser</a:t>
            </a:r>
            <a:r>
              <a:rPr lang="en-US" sz="1600" dirty="0" smtClean="0"/>
              <a:t>(</a:t>
            </a:r>
            <a:r>
              <a:rPr lang="en-US" sz="1600" dirty="0" err="1" smtClean="0"/>
              <a:t>int</a:t>
            </a:r>
            <a:r>
              <a:rPr lang="en-US" sz="1600" dirty="0" smtClean="0"/>
              <a:t> index)</a:t>
            </a:r>
          </a:p>
          <a:p>
            <a:pPr lvl="1"/>
            <a:r>
              <a:rPr lang="en-US" sz="1600" dirty="0" smtClean="0"/>
              <a:t>void </a:t>
            </a:r>
            <a:r>
              <a:rPr lang="en-US" sz="1600" dirty="0" err="1" smtClean="0"/>
              <a:t>displayUser</a:t>
            </a:r>
            <a:r>
              <a:rPr lang="en-US" sz="1600" dirty="0" smtClean="0"/>
              <a:t>(</a:t>
            </a:r>
            <a:r>
              <a:rPr lang="en-US" sz="1600" dirty="0" err="1" smtClean="0"/>
              <a:t>int</a:t>
            </a:r>
            <a:r>
              <a:rPr lang="en-US" sz="1600" dirty="0" smtClean="0"/>
              <a:t> index)</a:t>
            </a:r>
          </a:p>
          <a:p>
            <a:pPr lvl="1"/>
            <a:r>
              <a:rPr lang="en-US" sz="1600" dirty="0" err="1" smtClean="0"/>
              <a:t>int</a:t>
            </a:r>
            <a:r>
              <a:rPr lang="en-US" sz="1600" dirty="0" smtClean="0"/>
              <a:t> </a:t>
            </a:r>
            <a:r>
              <a:rPr lang="en-US" sz="1600" dirty="0" err="1" smtClean="0"/>
              <a:t>searchUser</a:t>
            </a:r>
            <a:r>
              <a:rPr lang="en-US" sz="1600" dirty="0" smtClean="0"/>
              <a:t>(String name)</a:t>
            </a:r>
          </a:p>
          <a:p>
            <a:pPr lvl="1"/>
            <a:r>
              <a:rPr lang="en-US" sz="1600" dirty="0" smtClean="0"/>
              <a:t>void </a:t>
            </a:r>
            <a:r>
              <a:rPr lang="en-US" sz="1600" dirty="0" err="1" smtClean="0"/>
              <a:t>displayAll</a:t>
            </a:r>
            <a:r>
              <a:rPr lang="en-US" sz="1600" dirty="0" smtClean="0"/>
              <a:t>()</a:t>
            </a:r>
          </a:p>
          <a:p>
            <a:pPr lvl="1"/>
            <a:r>
              <a:rPr lang="en-US" sz="1600" dirty="0" smtClean="0"/>
              <a:t>void </a:t>
            </a:r>
            <a:r>
              <a:rPr lang="en-US" sz="1600" dirty="0" err="1" smtClean="0"/>
              <a:t>storeToFile</a:t>
            </a:r>
            <a:r>
              <a:rPr lang="en-US" sz="1600" dirty="0" smtClean="0"/>
              <a:t>(String </a:t>
            </a:r>
            <a:r>
              <a:rPr lang="en-US" sz="1600" dirty="0" err="1" smtClean="0"/>
              <a:t>fileName</a:t>
            </a:r>
            <a:r>
              <a:rPr lang="en-US" sz="1600" dirty="0" smtClean="0"/>
              <a:t>)</a:t>
            </a:r>
          </a:p>
          <a:p>
            <a:pPr lvl="1"/>
            <a:r>
              <a:rPr lang="en-US" sz="1600" dirty="0" smtClean="0"/>
              <a:t>void </a:t>
            </a:r>
            <a:r>
              <a:rPr lang="en-US" sz="1600" dirty="0" err="1" smtClean="0"/>
              <a:t>retrieveFromFile</a:t>
            </a:r>
            <a:r>
              <a:rPr lang="en-US" sz="1600" dirty="0" smtClean="0"/>
              <a:t>(String </a:t>
            </a:r>
            <a:r>
              <a:rPr lang="en-US" sz="1600" dirty="0" err="1" smtClean="0"/>
              <a:t>fileName</a:t>
            </a:r>
            <a:r>
              <a:rPr lang="en-US" sz="1600" dirty="0" smtClean="0"/>
              <a:t>)</a:t>
            </a:r>
            <a:endParaRPr lang="en-US" dirty="0" smtClean="0"/>
          </a:p>
          <a:p>
            <a:pPr lvl="1"/>
            <a:endParaRPr lang="en-US"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Origin</Template>
  <TotalTime>1166</TotalTime>
  <Words>1934</Words>
  <Application>Microsoft Office PowerPoint</Application>
  <PresentationFormat>On-screen Show (4:3)</PresentationFormat>
  <Paragraphs>507</Paragraphs>
  <Slides>34</Slides>
  <Notes>5</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34</vt:i4>
      </vt:variant>
    </vt:vector>
  </HeadingPairs>
  <TitlesOfParts>
    <vt:vector size="36" baseType="lpstr">
      <vt:lpstr>Origin</vt:lpstr>
      <vt:lpstr>Equation</vt:lpstr>
      <vt:lpstr>Data Structure &amp; Algorithm</vt:lpstr>
      <vt:lpstr>Agenda</vt:lpstr>
      <vt:lpstr>Why Sorting?</vt:lpstr>
      <vt:lpstr>Problem statement</vt:lpstr>
      <vt:lpstr>Sorting Classification</vt:lpstr>
      <vt:lpstr>O(n2) Comparison Sorting</vt:lpstr>
      <vt:lpstr>Bubble sort</vt:lpstr>
      <vt:lpstr>"Bubbling" largest element</vt:lpstr>
      <vt:lpstr>"Bubbling" largest element</vt:lpstr>
      <vt:lpstr>"Bubbling" largest element</vt:lpstr>
      <vt:lpstr>"Bubbling" largest element</vt:lpstr>
      <vt:lpstr>"Bubbling" largest element</vt:lpstr>
      <vt:lpstr>"Bubbling" largest element</vt:lpstr>
      <vt:lpstr>Algorithm</vt:lpstr>
      <vt:lpstr>Sorting Program</vt:lpstr>
      <vt:lpstr>Bubble sort code</vt:lpstr>
      <vt:lpstr>Bubble sort runtime</vt:lpstr>
      <vt:lpstr>Selection sort</vt:lpstr>
      <vt:lpstr>Selection sort example</vt:lpstr>
      <vt:lpstr>Selection sort example 2</vt:lpstr>
      <vt:lpstr>Algorithm </vt:lpstr>
      <vt:lpstr>Sorting Program</vt:lpstr>
      <vt:lpstr>Selection sort code</vt:lpstr>
      <vt:lpstr>Selection sort runtime</vt:lpstr>
      <vt:lpstr>Insertion sort</vt:lpstr>
      <vt:lpstr>Insertion sort</vt:lpstr>
      <vt:lpstr>Insertion sort example</vt:lpstr>
      <vt:lpstr>Algorithm</vt:lpstr>
      <vt:lpstr>Sorting Program</vt:lpstr>
      <vt:lpstr>Insertion sort code</vt:lpstr>
      <vt:lpstr>Insertion sort runtime</vt:lpstr>
      <vt:lpstr>Comparing sorts</vt:lpstr>
      <vt:lpstr>Comparing sorts</vt:lpstr>
      <vt:lpstr>Home Work </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ezz</dc:creator>
  <cp:lastModifiedBy>Mohamed Ezz</cp:lastModifiedBy>
  <cp:revision>146</cp:revision>
  <dcterms:created xsi:type="dcterms:W3CDTF">2006-08-16T00:00:00Z</dcterms:created>
  <dcterms:modified xsi:type="dcterms:W3CDTF">2014-03-22T19:10:09Z</dcterms:modified>
</cp:coreProperties>
</file>